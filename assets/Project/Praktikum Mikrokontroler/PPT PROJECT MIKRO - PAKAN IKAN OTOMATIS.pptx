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092" r:id="rId2"/>
    <p:sldId id="4131" r:id="rId3"/>
    <p:sldId id="4135" r:id="rId4"/>
    <p:sldId id="4136" r:id="rId5"/>
    <p:sldId id="4137" r:id="rId6"/>
    <p:sldId id="4138" r:id="rId7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4F2"/>
    <a:srgbClr val="66D166"/>
    <a:srgbClr val="000000"/>
    <a:srgbClr val="FFFFFF"/>
    <a:srgbClr val="E2ECF1"/>
    <a:srgbClr val="F1F6F8"/>
    <a:srgbClr val="DBE9F0"/>
    <a:srgbClr val="073B4C"/>
    <a:srgbClr val="335FFE"/>
    <a:srgbClr val="ECF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25" autoAdjust="0"/>
    <p:restoredTop sz="97155" autoAdjust="0"/>
  </p:normalViewPr>
  <p:slideViewPr>
    <p:cSldViewPr snapToGrid="0" snapToObjects="1">
      <p:cViewPr varScale="1">
        <p:scale>
          <a:sx n="41" d="100"/>
          <a:sy n="41" d="100"/>
        </p:scale>
        <p:origin x="85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82" d="100"/>
        <a:sy n="182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Red Hat Display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Red Hat Display" panose="02010303040201060303" pitchFamily="2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8/8/2026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Red Hat Display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Red Hat Display" panose="02010303040201060303" pitchFamily="2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Red Hat Display" panose="02010303040201060303" pitchFamily="2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Red Hat Display" panose="02010303040201060303" pitchFamily="2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Red Hat Display" panose="02010303040201060303" pitchFamily="2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Red Hat Display" panose="02010303040201060303" pitchFamily="2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Red Hat Display" panose="02010303040201060303" pitchFamily="2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256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3">
            <a:extLst>
              <a:ext uri="{FF2B5EF4-FFF2-40B4-BE49-F238E27FC236}">
                <a16:creationId xmlns:a16="http://schemas.microsoft.com/office/drawing/2014/main" id="{8257B68E-22D5-4A9D-030D-E96ED1F91CF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24377650" cy="13716000"/>
          </a:xfrm>
          <a:custGeom>
            <a:avLst/>
            <a:gdLst>
              <a:gd name="connsiteX0" fmla="*/ 0 w 4669668"/>
              <a:gd name="connsiteY0" fmla="*/ 0 h 2559515"/>
              <a:gd name="connsiteX1" fmla="*/ 4669668 w 4669668"/>
              <a:gd name="connsiteY1" fmla="*/ 0 h 2559515"/>
              <a:gd name="connsiteX2" fmla="*/ 4669668 w 4669668"/>
              <a:gd name="connsiteY2" fmla="*/ 2559515 h 2559515"/>
              <a:gd name="connsiteX3" fmla="*/ 0 w 4669668"/>
              <a:gd name="connsiteY3" fmla="*/ 2559515 h 2559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9668" h="2559515">
                <a:moveTo>
                  <a:pt x="0" y="0"/>
                </a:moveTo>
                <a:lnTo>
                  <a:pt x="4669668" y="0"/>
                </a:lnTo>
                <a:lnTo>
                  <a:pt x="4669668" y="2559515"/>
                </a:lnTo>
                <a:lnTo>
                  <a:pt x="0" y="2559515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6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+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E2FC40-CF55-ECB9-D8CF-A8BB443F87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2422459" cy="13723201"/>
          </a:xfrm>
          <a:custGeom>
            <a:avLst/>
            <a:gdLst>
              <a:gd name="connsiteX0" fmla="*/ 0 w 7774784"/>
              <a:gd name="connsiteY0" fmla="*/ 0 h 8588873"/>
              <a:gd name="connsiteX1" fmla="*/ 7774784 w 7774784"/>
              <a:gd name="connsiteY1" fmla="*/ 0 h 8588873"/>
              <a:gd name="connsiteX2" fmla="*/ 1286658 w 7774784"/>
              <a:gd name="connsiteY2" fmla="*/ 8588873 h 8588873"/>
              <a:gd name="connsiteX3" fmla="*/ 0 w 7774784"/>
              <a:gd name="connsiteY3" fmla="*/ 8588873 h 8588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4784" h="8588873">
                <a:moveTo>
                  <a:pt x="0" y="0"/>
                </a:moveTo>
                <a:lnTo>
                  <a:pt x="7774784" y="0"/>
                </a:lnTo>
                <a:lnTo>
                  <a:pt x="1286658" y="8588873"/>
                </a:lnTo>
                <a:lnTo>
                  <a:pt x="0" y="85888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43" tIns="91422" rIns="182843" bIns="91422" rtlCol="0" anchor="ctr">
            <a:noAutofit/>
          </a:bodyPr>
          <a:lstStyle>
            <a:lvl1pPr>
              <a:defRPr lang="en-US" sz="2400" b="0" i="0" dirty="0">
                <a:solidFill>
                  <a:schemeClr val="lt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06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+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CFC5E-ED27-3936-797B-ABDE3E19E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76982" y="0"/>
            <a:ext cx="13800668" cy="13716000"/>
          </a:xfrm>
          <a:custGeom>
            <a:avLst/>
            <a:gdLst>
              <a:gd name="connsiteX0" fmla="*/ 6703428 w 7772400"/>
              <a:gd name="connsiteY0" fmla="*/ 0 h 7724716"/>
              <a:gd name="connsiteX1" fmla="*/ 7772400 w 7772400"/>
              <a:gd name="connsiteY1" fmla="*/ 0 h 7724716"/>
              <a:gd name="connsiteX2" fmla="*/ 7772400 w 7772400"/>
              <a:gd name="connsiteY2" fmla="*/ 7724716 h 7724716"/>
              <a:gd name="connsiteX3" fmla="*/ 0 w 7772400"/>
              <a:gd name="connsiteY3" fmla="*/ 7724716 h 772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2400" h="7724716">
                <a:moveTo>
                  <a:pt x="6703428" y="0"/>
                </a:moveTo>
                <a:lnTo>
                  <a:pt x="7772400" y="0"/>
                </a:lnTo>
                <a:lnTo>
                  <a:pt x="7772400" y="7724716"/>
                </a:lnTo>
                <a:lnTo>
                  <a:pt x="0" y="772471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400" b="0" i="0">
                <a:latin typeface="Red Hat Display" panose="02010303040201060303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Our C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5E3D3-98AB-7046-3929-0EE036D5F1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49142" y="3814080"/>
            <a:ext cx="7666819" cy="7495230"/>
          </a:xfrm>
          <a:custGeom>
            <a:avLst/>
            <a:gdLst>
              <a:gd name="connsiteX0" fmla="*/ 417507 w 6199842"/>
              <a:gd name="connsiteY0" fmla="*/ 0 h 6061085"/>
              <a:gd name="connsiteX1" fmla="*/ 5782332 w 6199842"/>
              <a:gd name="connsiteY1" fmla="*/ 0 h 6061085"/>
              <a:gd name="connsiteX2" fmla="*/ 6199839 w 6199842"/>
              <a:gd name="connsiteY2" fmla="*/ 417712 h 6061085"/>
              <a:gd name="connsiteX3" fmla="*/ 6199839 w 6199842"/>
              <a:gd name="connsiteY3" fmla="*/ 5642423 h 6061085"/>
              <a:gd name="connsiteX4" fmla="*/ 5783282 w 6199842"/>
              <a:gd name="connsiteY4" fmla="*/ 6061085 h 6061085"/>
              <a:gd name="connsiteX5" fmla="*/ 417507 w 6199842"/>
              <a:gd name="connsiteY5" fmla="*/ 6061085 h 6061085"/>
              <a:gd name="connsiteX6" fmla="*/ 0 w 6199842"/>
              <a:gd name="connsiteY6" fmla="*/ 5643374 h 6061085"/>
              <a:gd name="connsiteX7" fmla="*/ 0 w 6199842"/>
              <a:gd name="connsiteY7" fmla="*/ 417712 h 6061085"/>
              <a:gd name="connsiteX8" fmla="*/ 417507 w 6199842"/>
              <a:gd name="connsiteY8" fmla="*/ 0 h 60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9842" h="6061085">
                <a:moveTo>
                  <a:pt x="417507" y="0"/>
                </a:moveTo>
                <a:lnTo>
                  <a:pt x="5782332" y="0"/>
                </a:lnTo>
                <a:cubicBezTo>
                  <a:pt x="6013435" y="0"/>
                  <a:pt x="6199839" y="187446"/>
                  <a:pt x="6199839" y="417712"/>
                </a:cubicBezTo>
                <a:lnTo>
                  <a:pt x="6199839" y="5642423"/>
                </a:lnTo>
                <a:cubicBezTo>
                  <a:pt x="6200790" y="5873639"/>
                  <a:pt x="6013435" y="6061085"/>
                  <a:pt x="5783282" y="6061085"/>
                </a:cubicBezTo>
                <a:lnTo>
                  <a:pt x="417507" y="6061085"/>
                </a:lnTo>
                <a:cubicBezTo>
                  <a:pt x="186404" y="6061085"/>
                  <a:pt x="0" y="5873639"/>
                  <a:pt x="0" y="5643374"/>
                </a:cubicBezTo>
                <a:lnTo>
                  <a:pt x="0" y="417712"/>
                </a:lnTo>
                <a:cubicBezTo>
                  <a:pt x="0" y="186495"/>
                  <a:pt x="187355" y="0"/>
                  <a:pt x="4175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2400" b="0" i="0" dirty="0">
                <a:solidFill>
                  <a:schemeClr val="tx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49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ECED254-7C6B-5752-8F3E-547EDF991C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80529" y="3211549"/>
            <a:ext cx="4813548" cy="4705817"/>
          </a:xfrm>
          <a:custGeom>
            <a:avLst/>
            <a:gdLst>
              <a:gd name="connsiteX0" fmla="*/ 417507 w 6199842"/>
              <a:gd name="connsiteY0" fmla="*/ 0 h 6061085"/>
              <a:gd name="connsiteX1" fmla="*/ 5782332 w 6199842"/>
              <a:gd name="connsiteY1" fmla="*/ 0 h 6061085"/>
              <a:gd name="connsiteX2" fmla="*/ 6199839 w 6199842"/>
              <a:gd name="connsiteY2" fmla="*/ 417712 h 6061085"/>
              <a:gd name="connsiteX3" fmla="*/ 6199839 w 6199842"/>
              <a:gd name="connsiteY3" fmla="*/ 5642423 h 6061085"/>
              <a:gd name="connsiteX4" fmla="*/ 5783282 w 6199842"/>
              <a:gd name="connsiteY4" fmla="*/ 6061085 h 6061085"/>
              <a:gd name="connsiteX5" fmla="*/ 417507 w 6199842"/>
              <a:gd name="connsiteY5" fmla="*/ 6061085 h 6061085"/>
              <a:gd name="connsiteX6" fmla="*/ 0 w 6199842"/>
              <a:gd name="connsiteY6" fmla="*/ 5643374 h 6061085"/>
              <a:gd name="connsiteX7" fmla="*/ 0 w 6199842"/>
              <a:gd name="connsiteY7" fmla="*/ 417712 h 6061085"/>
              <a:gd name="connsiteX8" fmla="*/ 417507 w 6199842"/>
              <a:gd name="connsiteY8" fmla="*/ 0 h 60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9842" h="6061085">
                <a:moveTo>
                  <a:pt x="417507" y="0"/>
                </a:moveTo>
                <a:lnTo>
                  <a:pt x="5782332" y="0"/>
                </a:lnTo>
                <a:cubicBezTo>
                  <a:pt x="6013435" y="0"/>
                  <a:pt x="6199839" y="187446"/>
                  <a:pt x="6199839" y="417712"/>
                </a:cubicBezTo>
                <a:lnTo>
                  <a:pt x="6199839" y="5642423"/>
                </a:lnTo>
                <a:cubicBezTo>
                  <a:pt x="6200790" y="5873639"/>
                  <a:pt x="6013435" y="6061085"/>
                  <a:pt x="5783282" y="6061085"/>
                </a:cubicBezTo>
                <a:lnTo>
                  <a:pt x="417507" y="6061085"/>
                </a:lnTo>
                <a:cubicBezTo>
                  <a:pt x="186404" y="6061085"/>
                  <a:pt x="0" y="5873639"/>
                  <a:pt x="0" y="5643374"/>
                </a:cubicBezTo>
                <a:lnTo>
                  <a:pt x="0" y="417712"/>
                </a:lnTo>
                <a:cubicBezTo>
                  <a:pt x="0" y="186495"/>
                  <a:pt x="187355" y="0"/>
                  <a:pt x="4175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2400" b="0" i="0" dirty="0">
                <a:solidFill>
                  <a:schemeClr val="tx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F0B067-CAA3-FA5E-1C0D-6C00F1CF07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82051" y="3211549"/>
            <a:ext cx="4813548" cy="4705817"/>
          </a:xfrm>
          <a:custGeom>
            <a:avLst/>
            <a:gdLst>
              <a:gd name="connsiteX0" fmla="*/ 417507 w 6199842"/>
              <a:gd name="connsiteY0" fmla="*/ 0 h 6061085"/>
              <a:gd name="connsiteX1" fmla="*/ 5782332 w 6199842"/>
              <a:gd name="connsiteY1" fmla="*/ 0 h 6061085"/>
              <a:gd name="connsiteX2" fmla="*/ 6199839 w 6199842"/>
              <a:gd name="connsiteY2" fmla="*/ 417712 h 6061085"/>
              <a:gd name="connsiteX3" fmla="*/ 6199839 w 6199842"/>
              <a:gd name="connsiteY3" fmla="*/ 5642423 h 6061085"/>
              <a:gd name="connsiteX4" fmla="*/ 5783282 w 6199842"/>
              <a:gd name="connsiteY4" fmla="*/ 6061085 h 6061085"/>
              <a:gd name="connsiteX5" fmla="*/ 417507 w 6199842"/>
              <a:gd name="connsiteY5" fmla="*/ 6061085 h 6061085"/>
              <a:gd name="connsiteX6" fmla="*/ 0 w 6199842"/>
              <a:gd name="connsiteY6" fmla="*/ 5643374 h 6061085"/>
              <a:gd name="connsiteX7" fmla="*/ 0 w 6199842"/>
              <a:gd name="connsiteY7" fmla="*/ 417712 h 6061085"/>
              <a:gd name="connsiteX8" fmla="*/ 417507 w 6199842"/>
              <a:gd name="connsiteY8" fmla="*/ 0 h 60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9842" h="6061085">
                <a:moveTo>
                  <a:pt x="417507" y="0"/>
                </a:moveTo>
                <a:lnTo>
                  <a:pt x="5782332" y="0"/>
                </a:lnTo>
                <a:cubicBezTo>
                  <a:pt x="6013435" y="0"/>
                  <a:pt x="6199839" y="187446"/>
                  <a:pt x="6199839" y="417712"/>
                </a:cubicBezTo>
                <a:lnTo>
                  <a:pt x="6199839" y="5642423"/>
                </a:lnTo>
                <a:cubicBezTo>
                  <a:pt x="6200790" y="5873639"/>
                  <a:pt x="6013435" y="6061085"/>
                  <a:pt x="5783282" y="6061085"/>
                </a:cubicBezTo>
                <a:lnTo>
                  <a:pt x="417507" y="6061085"/>
                </a:lnTo>
                <a:cubicBezTo>
                  <a:pt x="186404" y="6061085"/>
                  <a:pt x="0" y="5873639"/>
                  <a:pt x="0" y="5643374"/>
                </a:cubicBezTo>
                <a:lnTo>
                  <a:pt x="0" y="417712"/>
                </a:lnTo>
                <a:cubicBezTo>
                  <a:pt x="0" y="186495"/>
                  <a:pt x="187355" y="0"/>
                  <a:pt x="4175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2400" b="0" i="0" dirty="0">
                <a:solidFill>
                  <a:schemeClr val="tx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1A7E514-3BFC-0E2C-85ED-DFD7854E45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383573" y="3211549"/>
            <a:ext cx="4813548" cy="4705817"/>
          </a:xfrm>
          <a:custGeom>
            <a:avLst/>
            <a:gdLst>
              <a:gd name="connsiteX0" fmla="*/ 417507 w 6199842"/>
              <a:gd name="connsiteY0" fmla="*/ 0 h 6061085"/>
              <a:gd name="connsiteX1" fmla="*/ 5782332 w 6199842"/>
              <a:gd name="connsiteY1" fmla="*/ 0 h 6061085"/>
              <a:gd name="connsiteX2" fmla="*/ 6199839 w 6199842"/>
              <a:gd name="connsiteY2" fmla="*/ 417712 h 6061085"/>
              <a:gd name="connsiteX3" fmla="*/ 6199839 w 6199842"/>
              <a:gd name="connsiteY3" fmla="*/ 5642423 h 6061085"/>
              <a:gd name="connsiteX4" fmla="*/ 5783282 w 6199842"/>
              <a:gd name="connsiteY4" fmla="*/ 6061085 h 6061085"/>
              <a:gd name="connsiteX5" fmla="*/ 417507 w 6199842"/>
              <a:gd name="connsiteY5" fmla="*/ 6061085 h 6061085"/>
              <a:gd name="connsiteX6" fmla="*/ 0 w 6199842"/>
              <a:gd name="connsiteY6" fmla="*/ 5643374 h 6061085"/>
              <a:gd name="connsiteX7" fmla="*/ 0 w 6199842"/>
              <a:gd name="connsiteY7" fmla="*/ 417712 h 6061085"/>
              <a:gd name="connsiteX8" fmla="*/ 417507 w 6199842"/>
              <a:gd name="connsiteY8" fmla="*/ 0 h 60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9842" h="6061085">
                <a:moveTo>
                  <a:pt x="417507" y="0"/>
                </a:moveTo>
                <a:lnTo>
                  <a:pt x="5782332" y="0"/>
                </a:lnTo>
                <a:cubicBezTo>
                  <a:pt x="6013435" y="0"/>
                  <a:pt x="6199839" y="187446"/>
                  <a:pt x="6199839" y="417712"/>
                </a:cubicBezTo>
                <a:lnTo>
                  <a:pt x="6199839" y="5642423"/>
                </a:lnTo>
                <a:cubicBezTo>
                  <a:pt x="6200790" y="5873639"/>
                  <a:pt x="6013435" y="6061085"/>
                  <a:pt x="5783282" y="6061085"/>
                </a:cubicBezTo>
                <a:lnTo>
                  <a:pt x="417507" y="6061085"/>
                </a:lnTo>
                <a:cubicBezTo>
                  <a:pt x="186404" y="6061085"/>
                  <a:pt x="0" y="5873639"/>
                  <a:pt x="0" y="5643374"/>
                </a:cubicBezTo>
                <a:lnTo>
                  <a:pt x="0" y="417712"/>
                </a:lnTo>
                <a:cubicBezTo>
                  <a:pt x="0" y="186495"/>
                  <a:pt x="187355" y="0"/>
                  <a:pt x="4175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2400" b="0" i="0" dirty="0">
                <a:solidFill>
                  <a:schemeClr val="tx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19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3">
            <a:extLst>
              <a:ext uri="{FF2B5EF4-FFF2-40B4-BE49-F238E27FC236}">
                <a16:creationId xmlns:a16="http://schemas.microsoft.com/office/drawing/2014/main" id="{8257B68E-22D5-4A9D-030D-E96ED1F91CF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24377650" cy="13716000"/>
          </a:xfrm>
          <a:custGeom>
            <a:avLst/>
            <a:gdLst>
              <a:gd name="connsiteX0" fmla="*/ 0 w 4669668"/>
              <a:gd name="connsiteY0" fmla="*/ 0 h 2559515"/>
              <a:gd name="connsiteX1" fmla="*/ 4669668 w 4669668"/>
              <a:gd name="connsiteY1" fmla="*/ 0 h 2559515"/>
              <a:gd name="connsiteX2" fmla="*/ 4669668 w 4669668"/>
              <a:gd name="connsiteY2" fmla="*/ 2559515 h 2559515"/>
              <a:gd name="connsiteX3" fmla="*/ 0 w 4669668"/>
              <a:gd name="connsiteY3" fmla="*/ 2559515 h 2559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9668" h="2559515">
                <a:moveTo>
                  <a:pt x="0" y="0"/>
                </a:moveTo>
                <a:lnTo>
                  <a:pt x="4669668" y="0"/>
                </a:lnTo>
                <a:lnTo>
                  <a:pt x="4669668" y="2559515"/>
                </a:lnTo>
                <a:lnTo>
                  <a:pt x="0" y="2559515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9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3">
            <a:extLst>
              <a:ext uri="{FF2B5EF4-FFF2-40B4-BE49-F238E27FC236}">
                <a16:creationId xmlns:a16="http://schemas.microsoft.com/office/drawing/2014/main" id="{8257B68E-22D5-4A9D-030D-E96ED1F91CF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24377650" cy="13716000"/>
          </a:xfrm>
          <a:custGeom>
            <a:avLst/>
            <a:gdLst>
              <a:gd name="connsiteX0" fmla="*/ 0 w 4669668"/>
              <a:gd name="connsiteY0" fmla="*/ 0 h 2559515"/>
              <a:gd name="connsiteX1" fmla="*/ 4669668 w 4669668"/>
              <a:gd name="connsiteY1" fmla="*/ 0 h 2559515"/>
              <a:gd name="connsiteX2" fmla="*/ 4669668 w 4669668"/>
              <a:gd name="connsiteY2" fmla="*/ 2559515 h 2559515"/>
              <a:gd name="connsiteX3" fmla="*/ 0 w 4669668"/>
              <a:gd name="connsiteY3" fmla="*/ 2559515 h 2559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9668" h="2559515">
                <a:moveTo>
                  <a:pt x="0" y="0"/>
                </a:moveTo>
                <a:lnTo>
                  <a:pt x="4669668" y="0"/>
                </a:lnTo>
                <a:lnTo>
                  <a:pt x="4669668" y="2559515"/>
                </a:lnTo>
                <a:lnTo>
                  <a:pt x="0" y="2559515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5E3D3-98AB-7046-3929-0EE036D5F1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2341" y="3536237"/>
            <a:ext cx="8680150" cy="8378541"/>
          </a:xfrm>
          <a:custGeom>
            <a:avLst/>
            <a:gdLst>
              <a:gd name="connsiteX0" fmla="*/ 417507 w 6199842"/>
              <a:gd name="connsiteY0" fmla="*/ 0 h 6061085"/>
              <a:gd name="connsiteX1" fmla="*/ 5782332 w 6199842"/>
              <a:gd name="connsiteY1" fmla="*/ 0 h 6061085"/>
              <a:gd name="connsiteX2" fmla="*/ 6199839 w 6199842"/>
              <a:gd name="connsiteY2" fmla="*/ 417712 h 6061085"/>
              <a:gd name="connsiteX3" fmla="*/ 6199839 w 6199842"/>
              <a:gd name="connsiteY3" fmla="*/ 5642423 h 6061085"/>
              <a:gd name="connsiteX4" fmla="*/ 5783282 w 6199842"/>
              <a:gd name="connsiteY4" fmla="*/ 6061085 h 6061085"/>
              <a:gd name="connsiteX5" fmla="*/ 417507 w 6199842"/>
              <a:gd name="connsiteY5" fmla="*/ 6061085 h 6061085"/>
              <a:gd name="connsiteX6" fmla="*/ 0 w 6199842"/>
              <a:gd name="connsiteY6" fmla="*/ 5643374 h 6061085"/>
              <a:gd name="connsiteX7" fmla="*/ 0 w 6199842"/>
              <a:gd name="connsiteY7" fmla="*/ 417712 h 6061085"/>
              <a:gd name="connsiteX8" fmla="*/ 417507 w 6199842"/>
              <a:gd name="connsiteY8" fmla="*/ 0 h 60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9842" h="6061085">
                <a:moveTo>
                  <a:pt x="417507" y="0"/>
                </a:moveTo>
                <a:lnTo>
                  <a:pt x="5782332" y="0"/>
                </a:lnTo>
                <a:cubicBezTo>
                  <a:pt x="6013435" y="0"/>
                  <a:pt x="6199839" y="187446"/>
                  <a:pt x="6199839" y="417712"/>
                </a:cubicBezTo>
                <a:lnTo>
                  <a:pt x="6199839" y="5642423"/>
                </a:lnTo>
                <a:cubicBezTo>
                  <a:pt x="6200790" y="5873639"/>
                  <a:pt x="6013435" y="6061085"/>
                  <a:pt x="5783282" y="6061085"/>
                </a:cubicBezTo>
                <a:lnTo>
                  <a:pt x="417507" y="6061085"/>
                </a:lnTo>
                <a:cubicBezTo>
                  <a:pt x="186404" y="6061085"/>
                  <a:pt x="0" y="5873639"/>
                  <a:pt x="0" y="5643374"/>
                </a:cubicBezTo>
                <a:lnTo>
                  <a:pt x="0" y="417712"/>
                </a:lnTo>
                <a:cubicBezTo>
                  <a:pt x="0" y="186495"/>
                  <a:pt x="187355" y="0"/>
                  <a:pt x="4175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2400" b="0" i="0" dirty="0">
                <a:solidFill>
                  <a:schemeClr val="tx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8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A5E3D3-98AB-7046-3929-0EE036D5F1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02250" y="3118339"/>
            <a:ext cx="8023658" cy="8894356"/>
          </a:xfrm>
          <a:custGeom>
            <a:avLst/>
            <a:gdLst>
              <a:gd name="connsiteX0" fmla="*/ 417507 w 6199842"/>
              <a:gd name="connsiteY0" fmla="*/ 0 h 6061085"/>
              <a:gd name="connsiteX1" fmla="*/ 5782332 w 6199842"/>
              <a:gd name="connsiteY1" fmla="*/ 0 h 6061085"/>
              <a:gd name="connsiteX2" fmla="*/ 6199839 w 6199842"/>
              <a:gd name="connsiteY2" fmla="*/ 417712 h 6061085"/>
              <a:gd name="connsiteX3" fmla="*/ 6199839 w 6199842"/>
              <a:gd name="connsiteY3" fmla="*/ 5642423 h 6061085"/>
              <a:gd name="connsiteX4" fmla="*/ 5783282 w 6199842"/>
              <a:gd name="connsiteY4" fmla="*/ 6061085 h 6061085"/>
              <a:gd name="connsiteX5" fmla="*/ 417507 w 6199842"/>
              <a:gd name="connsiteY5" fmla="*/ 6061085 h 6061085"/>
              <a:gd name="connsiteX6" fmla="*/ 0 w 6199842"/>
              <a:gd name="connsiteY6" fmla="*/ 5643374 h 6061085"/>
              <a:gd name="connsiteX7" fmla="*/ 0 w 6199842"/>
              <a:gd name="connsiteY7" fmla="*/ 417712 h 6061085"/>
              <a:gd name="connsiteX8" fmla="*/ 417507 w 6199842"/>
              <a:gd name="connsiteY8" fmla="*/ 0 h 60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9842" h="6061085">
                <a:moveTo>
                  <a:pt x="417507" y="0"/>
                </a:moveTo>
                <a:lnTo>
                  <a:pt x="5782332" y="0"/>
                </a:lnTo>
                <a:cubicBezTo>
                  <a:pt x="6013435" y="0"/>
                  <a:pt x="6199839" y="187446"/>
                  <a:pt x="6199839" y="417712"/>
                </a:cubicBezTo>
                <a:lnTo>
                  <a:pt x="6199839" y="5642423"/>
                </a:lnTo>
                <a:cubicBezTo>
                  <a:pt x="6200790" y="5873639"/>
                  <a:pt x="6013435" y="6061085"/>
                  <a:pt x="5783282" y="6061085"/>
                </a:cubicBezTo>
                <a:lnTo>
                  <a:pt x="417507" y="6061085"/>
                </a:lnTo>
                <a:cubicBezTo>
                  <a:pt x="186404" y="6061085"/>
                  <a:pt x="0" y="5873639"/>
                  <a:pt x="0" y="5643374"/>
                </a:cubicBezTo>
                <a:lnTo>
                  <a:pt x="0" y="417712"/>
                </a:lnTo>
                <a:cubicBezTo>
                  <a:pt x="0" y="186495"/>
                  <a:pt x="187355" y="0"/>
                  <a:pt x="4175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2400" b="0" i="0" dirty="0">
                <a:solidFill>
                  <a:schemeClr val="tx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C97BDD98-4762-7872-80C5-2529224E95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451742" y="3118339"/>
            <a:ext cx="8023658" cy="8894356"/>
          </a:xfrm>
          <a:custGeom>
            <a:avLst/>
            <a:gdLst>
              <a:gd name="connsiteX0" fmla="*/ 417507 w 6199842"/>
              <a:gd name="connsiteY0" fmla="*/ 0 h 6061085"/>
              <a:gd name="connsiteX1" fmla="*/ 5782332 w 6199842"/>
              <a:gd name="connsiteY1" fmla="*/ 0 h 6061085"/>
              <a:gd name="connsiteX2" fmla="*/ 6199839 w 6199842"/>
              <a:gd name="connsiteY2" fmla="*/ 417712 h 6061085"/>
              <a:gd name="connsiteX3" fmla="*/ 6199839 w 6199842"/>
              <a:gd name="connsiteY3" fmla="*/ 5642423 h 6061085"/>
              <a:gd name="connsiteX4" fmla="*/ 5783282 w 6199842"/>
              <a:gd name="connsiteY4" fmla="*/ 6061085 h 6061085"/>
              <a:gd name="connsiteX5" fmla="*/ 417507 w 6199842"/>
              <a:gd name="connsiteY5" fmla="*/ 6061085 h 6061085"/>
              <a:gd name="connsiteX6" fmla="*/ 0 w 6199842"/>
              <a:gd name="connsiteY6" fmla="*/ 5643374 h 6061085"/>
              <a:gd name="connsiteX7" fmla="*/ 0 w 6199842"/>
              <a:gd name="connsiteY7" fmla="*/ 417712 h 6061085"/>
              <a:gd name="connsiteX8" fmla="*/ 417507 w 6199842"/>
              <a:gd name="connsiteY8" fmla="*/ 0 h 60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9842" h="6061085">
                <a:moveTo>
                  <a:pt x="417507" y="0"/>
                </a:moveTo>
                <a:lnTo>
                  <a:pt x="5782332" y="0"/>
                </a:lnTo>
                <a:cubicBezTo>
                  <a:pt x="6013435" y="0"/>
                  <a:pt x="6199839" y="187446"/>
                  <a:pt x="6199839" y="417712"/>
                </a:cubicBezTo>
                <a:lnTo>
                  <a:pt x="6199839" y="5642423"/>
                </a:lnTo>
                <a:cubicBezTo>
                  <a:pt x="6200790" y="5873639"/>
                  <a:pt x="6013435" y="6061085"/>
                  <a:pt x="5783282" y="6061085"/>
                </a:cubicBezTo>
                <a:lnTo>
                  <a:pt x="417507" y="6061085"/>
                </a:lnTo>
                <a:cubicBezTo>
                  <a:pt x="186404" y="6061085"/>
                  <a:pt x="0" y="5873639"/>
                  <a:pt x="0" y="5643374"/>
                </a:cubicBezTo>
                <a:lnTo>
                  <a:pt x="0" y="417712"/>
                </a:lnTo>
                <a:cubicBezTo>
                  <a:pt x="0" y="186495"/>
                  <a:pt x="187355" y="0"/>
                  <a:pt x="4175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2400" b="0" i="0" dirty="0">
                <a:solidFill>
                  <a:schemeClr val="tx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104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p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ECED254-7C6B-5752-8F3E-547EDF991C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34466" y="3541749"/>
            <a:ext cx="4483393" cy="4383051"/>
          </a:xfrm>
          <a:custGeom>
            <a:avLst/>
            <a:gdLst>
              <a:gd name="connsiteX0" fmla="*/ 417507 w 6199842"/>
              <a:gd name="connsiteY0" fmla="*/ 0 h 6061085"/>
              <a:gd name="connsiteX1" fmla="*/ 5782332 w 6199842"/>
              <a:gd name="connsiteY1" fmla="*/ 0 h 6061085"/>
              <a:gd name="connsiteX2" fmla="*/ 6199839 w 6199842"/>
              <a:gd name="connsiteY2" fmla="*/ 417712 h 6061085"/>
              <a:gd name="connsiteX3" fmla="*/ 6199839 w 6199842"/>
              <a:gd name="connsiteY3" fmla="*/ 5642423 h 6061085"/>
              <a:gd name="connsiteX4" fmla="*/ 5783282 w 6199842"/>
              <a:gd name="connsiteY4" fmla="*/ 6061085 h 6061085"/>
              <a:gd name="connsiteX5" fmla="*/ 417507 w 6199842"/>
              <a:gd name="connsiteY5" fmla="*/ 6061085 h 6061085"/>
              <a:gd name="connsiteX6" fmla="*/ 0 w 6199842"/>
              <a:gd name="connsiteY6" fmla="*/ 5643374 h 6061085"/>
              <a:gd name="connsiteX7" fmla="*/ 0 w 6199842"/>
              <a:gd name="connsiteY7" fmla="*/ 417712 h 6061085"/>
              <a:gd name="connsiteX8" fmla="*/ 417507 w 6199842"/>
              <a:gd name="connsiteY8" fmla="*/ 0 h 60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9842" h="6061085">
                <a:moveTo>
                  <a:pt x="417507" y="0"/>
                </a:moveTo>
                <a:lnTo>
                  <a:pt x="5782332" y="0"/>
                </a:lnTo>
                <a:cubicBezTo>
                  <a:pt x="6013435" y="0"/>
                  <a:pt x="6199839" y="187446"/>
                  <a:pt x="6199839" y="417712"/>
                </a:cubicBezTo>
                <a:lnTo>
                  <a:pt x="6199839" y="5642423"/>
                </a:lnTo>
                <a:cubicBezTo>
                  <a:pt x="6200790" y="5873639"/>
                  <a:pt x="6013435" y="6061085"/>
                  <a:pt x="5783282" y="6061085"/>
                </a:cubicBezTo>
                <a:lnTo>
                  <a:pt x="417507" y="6061085"/>
                </a:lnTo>
                <a:cubicBezTo>
                  <a:pt x="186404" y="6061085"/>
                  <a:pt x="0" y="5873639"/>
                  <a:pt x="0" y="5643374"/>
                </a:cubicBezTo>
                <a:lnTo>
                  <a:pt x="0" y="417712"/>
                </a:lnTo>
                <a:cubicBezTo>
                  <a:pt x="0" y="186495"/>
                  <a:pt x="187355" y="0"/>
                  <a:pt x="4175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2400" b="0" i="0" dirty="0">
                <a:solidFill>
                  <a:schemeClr val="tx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F0B067-CAA3-FA5E-1C0D-6C00F1CF07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42908" y="3541749"/>
            <a:ext cx="4483393" cy="4383051"/>
          </a:xfrm>
          <a:custGeom>
            <a:avLst/>
            <a:gdLst>
              <a:gd name="connsiteX0" fmla="*/ 417507 w 6199842"/>
              <a:gd name="connsiteY0" fmla="*/ 0 h 6061085"/>
              <a:gd name="connsiteX1" fmla="*/ 5782332 w 6199842"/>
              <a:gd name="connsiteY1" fmla="*/ 0 h 6061085"/>
              <a:gd name="connsiteX2" fmla="*/ 6199839 w 6199842"/>
              <a:gd name="connsiteY2" fmla="*/ 417712 h 6061085"/>
              <a:gd name="connsiteX3" fmla="*/ 6199839 w 6199842"/>
              <a:gd name="connsiteY3" fmla="*/ 5642423 h 6061085"/>
              <a:gd name="connsiteX4" fmla="*/ 5783282 w 6199842"/>
              <a:gd name="connsiteY4" fmla="*/ 6061085 h 6061085"/>
              <a:gd name="connsiteX5" fmla="*/ 417507 w 6199842"/>
              <a:gd name="connsiteY5" fmla="*/ 6061085 h 6061085"/>
              <a:gd name="connsiteX6" fmla="*/ 0 w 6199842"/>
              <a:gd name="connsiteY6" fmla="*/ 5643374 h 6061085"/>
              <a:gd name="connsiteX7" fmla="*/ 0 w 6199842"/>
              <a:gd name="connsiteY7" fmla="*/ 417712 h 6061085"/>
              <a:gd name="connsiteX8" fmla="*/ 417507 w 6199842"/>
              <a:gd name="connsiteY8" fmla="*/ 0 h 60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9842" h="6061085">
                <a:moveTo>
                  <a:pt x="417507" y="0"/>
                </a:moveTo>
                <a:lnTo>
                  <a:pt x="5782332" y="0"/>
                </a:lnTo>
                <a:cubicBezTo>
                  <a:pt x="6013435" y="0"/>
                  <a:pt x="6199839" y="187446"/>
                  <a:pt x="6199839" y="417712"/>
                </a:cubicBezTo>
                <a:lnTo>
                  <a:pt x="6199839" y="5642423"/>
                </a:lnTo>
                <a:cubicBezTo>
                  <a:pt x="6200790" y="5873639"/>
                  <a:pt x="6013435" y="6061085"/>
                  <a:pt x="5783282" y="6061085"/>
                </a:cubicBezTo>
                <a:lnTo>
                  <a:pt x="417507" y="6061085"/>
                </a:lnTo>
                <a:cubicBezTo>
                  <a:pt x="186404" y="6061085"/>
                  <a:pt x="0" y="5873639"/>
                  <a:pt x="0" y="5643374"/>
                </a:cubicBezTo>
                <a:lnTo>
                  <a:pt x="0" y="417712"/>
                </a:lnTo>
                <a:cubicBezTo>
                  <a:pt x="0" y="186495"/>
                  <a:pt x="187355" y="0"/>
                  <a:pt x="4175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2400" b="0" i="0" dirty="0">
                <a:solidFill>
                  <a:schemeClr val="tx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1A7E514-3BFC-0E2C-85ED-DFD7854E45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51350" y="3541749"/>
            <a:ext cx="4483393" cy="4383051"/>
          </a:xfrm>
          <a:custGeom>
            <a:avLst/>
            <a:gdLst>
              <a:gd name="connsiteX0" fmla="*/ 417507 w 6199842"/>
              <a:gd name="connsiteY0" fmla="*/ 0 h 6061085"/>
              <a:gd name="connsiteX1" fmla="*/ 5782332 w 6199842"/>
              <a:gd name="connsiteY1" fmla="*/ 0 h 6061085"/>
              <a:gd name="connsiteX2" fmla="*/ 6199839 w 6199842"/>
              <a:gd name="connsiteY2" fmla="*/ 417712 h 6061085"/>
              <a:gd name="connsiteX3" fmla="*/ 6199839 w 6199842"/>
              <a:gd name="connsiteY3" fmla="*/ 5642423 h 6061085"/>
              <a:gd name="connsiteX4" fmla="*/ 5783282 w 6199842"/>
              <a:gd name="connsiteY4" fmla="*/ 6061085 h 6061085"/>
              <a:gd name="connsiteX5" fmla="*/ 417507 w 6199842"/>
              <a:gd name="connsiteY5" fmla="*/ 6061085 h 6061085"/>
              <a:gd name="connsiteX6" fmla="*/ 0 w 6199842"/>
              <a:gd name="connsiteY6" fmla="*/ 5643374 h 6061085"/>
              <a:gd name="connsiteX7" fmla="*/ 0 w 6199842"/>
              <a:gd name="connsiteY7" fmla="*/ 417712 h 6061085"/>
              <a:gd name="connsiteX8" fmla="*/ 417507 w 6199842"/>
              <a:gd name="connsiteY8" fmla="*/ 0 h 60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9842" h="6061085">
                <a:moveTo>
                  <a:pt x="417507" y="0"/>
                </a:moveTo>
                <a:lnTo>
                  <a:pt x="5782332" y="0"/>
                </a:lnTo>
                <a:cubicBezTo>
                  <a:pt x="6013435" y="0"/>
                  <a:pt x="6199839" y="187446"/>
                  <a:pt x="6199839" y="417712"/>
                </a:cubicBezTo>
                <a:lnTo>
                  <a:pt x="6199839" y="5642423"/>
                </a:lnTo>
                <a:cubicBezTo>
                  <a:pt x="6200790" y="5873639"/>
                  <a:pt x="6013435" y="6061085"/>
                  <a:pt x="5783282" y="6061085"/>
                </a:cubicBezTo>
                <a:lnTo>
                  <a:pt x="417507" y="6061085"/>
                </a:lnTo>
                <a:cubicBezTo>
                  <a:pt x="186404" y="6061085"/>
                  <a:pt x="0" y="5873639"/>
                  <a:pt x="0" y="5643374"/>
                </a:cubicBezTo>
                <a:lnTo>
                  <a:pt x="0" y="417712"/>
                </a:lnTo>
                <a:cubicBezTo>
                  <a:pt x="0" y="186495"/>
                  <a:pt x="187355" y="0"/>
                  <a:pt x="4175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2400" b="0" i="0" dirty="0">
                <a:solidFill>
                  <a:schemeClr val="tx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00D9A90-C6EE-79F3-B59D-5AF2CD7448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059791" y="3541749"/>
            <a:ext cx="4483393" cy="4383051"/>
          </a:xfrm>
          <a:custGeom>
            <a:avLst/>
            <a:gdLst>
              <a:gd name="connsiteX0" fmla="*/ 417507 w 6199842"/>
              <a:gd name="connsiteY0" fmla="*/ 0 h 6061085"/>
              <a:gd name="connsiteX1" fmla="*/ 5782332 w 6199842"/>
              <a:gd name="connsiteY1" fmla="*/ 0 h 6061085"/>
              <a:gd name="connsiteX2" fmla="*/ 6199839 w 6199842"/>
              <a:gd name="connsiteY2" fmla="*/ 417712 h 6061085"/>
              <a:gd name="connsiteX3" fmla="*/ 6199839 w 6199842"/>
              <a:gd name="connsiteY3" fmla="*/ 5642423 h 6061085"/>
              <a:gd name="connsiteX4" fmla="*/ 5783282 w 6199842"/>
              <a:gd name="connsiteY4" fmla="*/ 6061085 h 6061085"/>
              <a:gd name="connsiteX5" fmla="*/ 417507 w 6199842"/>
              <a:gd name="connsiteY5" fmla="*/ 6061085 h 6061085"/>
              <a:gd name="connsiteX6" fmla="*/ 0 w 6199842"/>
              <a:gd name="connsiteY6" fmla="*/ 5643374 h 6061085"/>
              <a:gd name="connsiteX7" fmla="*/ 0 w 6199842"/>
              <a:gd name="connsiteY7" fmla="*/ 417712 h 6061085"/>
              <a:gd name="connsiteX8" fmla="*/ 417507 w 6199842"/>
              <a:gd name="connsiteY8" fmla="*/ 0 h 606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9842" h="6061085">
                <a:moveTo>
                  <a:pt x="417507" y="0"/>
                </a:moveTo>
                <a:lnTo>
                  <a:pt x="5782332" y="0"/>
                </a:lnTo>
                <a:cubicBezTo>
                  <a:pt x="6013435" y="0"/>
                  <a:pt x="6199839" y="187446"/>
                  <a:pt x="6199839" y="417712"/>
                </a:cubicBezTo>
                <a:lnTo>
                  <a:pt x="6199839" y="5642423"/>
                </a:lnTo>
                <a:cubicBezTo>
                  <a:pt x="6200790" y="5873639"/>
                  <a:pt x="6013435" y="6061085"/>
                  <a:pt x="5783282" y="6061085"/>
                </a:cubicBezTo>
                <a:lnTo>
                  <a:pt x="417507" y="6061085"/>
                </a:lnTo>
                <a:cubicBezTo>
                  <a:pt x="186404" y="6061085"/>
                  <a:pt x="0" y="5873639"/>
                  <a:pt x="0" y="5643374"/>
                </a:cubicBezTo>
                <a:lnTo>
                  <a:pt x="0" y="417712"/>
                </a:lnTo>
                <a:cubicBezTo>
                  <a:pt x="0" y="186495"/>
                  <a:pt x="187355" y="0"/>
                  <a:pt x="4175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>
              <a:buNone/>
              <a:defRPr lang="en-US" sz="2400" b="0" i="0" dirty="0">
                <a:solidFill>
                  <a:schemeClr val="tx1"/>
                </a:solidFill>
                <a:latin typeface="Red Hat Display" panose="02010303040201060303" pitchFamily="2" charset="0"/>
                <a:ea typeface="+mn-ea"/>
                <a:cs typeface="Red Hat Display" panose="02010303040201060303" pitchFamily="2" charset="0"/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784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3">
            <a:extLst>
              <a:ext uri="{FF2B5EF4-FFF2-40B4-BE49-F238E27FC236}">
                <a16:creationId xmlns:a16="http://schemas.microsoft.com/office/drawing/2014/main" id="{8257B68E-22D5-4A9D-030D-E96ED1F91CF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24377650" cy="13716000"/>
          </a:xfrm>
          <a:custGeom>
            <a:avLst/>
            <a:gdLst>
              <a:gd name="connsiteX0" fmla="*/ 0 w 4669668"/>
              <a:gd name="connsiteY0" fmla="*/ 0 h 2559515"/>
              <a:gd name="connsiteX1" fmla="*/ 4669668 w 4669668"/>
              <a:gd name="connsiteY1" fmla="*/ 0 h 2559515"/>
              <a:gd name="connsiteX2" fmla="*/ 4669668 w 4669668"/>
              <a:gd name="connsiteY2" fmla="*/ 2559515 h 2559515"/>
              <a:gd name="connsiteX3" fmla="*/ 0 w 4669668"/>
              <a:gd name="connsiteY3" fmla="*/ 2559515 h 2559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9668" h="2559515">
                <a:moveTo>
                  <a:pt x="0" y="0"/>
                </a:moveTo>
                <a:lnTo>
                  <a:pt x="4669668" y="0"/>
                </a:lnTo>
                <a:lnTo>
                  <a:pt x="4669668" y="2559515"/>
                </a:lnTo>
                <a:lnTo>
                  <a:pt x="0" y="2559515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4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Device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B28AF1-2E2B-22D1-861B-44E96518D0DE}"/>
              </a:ext>
            </a:extLst>
          </p:cNvPr>
          <p:cNvGrpSpPr/>
          <p:nvPr userDrawn="1"/>
        </p:nvGrpSpPr>
        <p:grpSpPr>
          <a:xfrm>
            <a:off x="1965174" y="2344616"/>
            <a:ext cx="4604997" cy="9124120"/>
            <a:chOff x="19601840" y="3549898"/>
            <a:chExt cx="2357437" cy="4670913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48C60144-D756-4772-2E61-C68A0058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3821" y="3549898"/>
              <a:ext cx="2307981" cy="4670913"/>
            </a:xfrm>
            <a:custGeom>
              <a:avLst/>
              <a:gdLst>
                <a:gd name="T0" fmla="*/ 1830 w 1854"/>
                <a:gd name="T1" fmla="*/ 3460 h 3747"/>
                <a:gd name="T2" fmla="*/ 1830 w 1854"/>
                <a:gd name="T3" fmla="*/ 3460 h 3747"/>
                <a:gd name="T4" fmla="*/ 1568 w 1854"/>
                <a:gd name="T5" fmla="*/ 3723 h 3747"/>
                <a:gd name="T6" fmla="*/ 302 w 1854"/>
                <a:gd name="T7" fmla="*/ 3723 h 3747"/>
                <a:gd name="T8" fmla="*/ 302 w 1854"/>
                <a:gd name="T9" fmla="*/ 3723 h 3747"/>
                <a:gd name="T10" fmla="*/ 23 w 1854"/>
                <a:gd name="T11" fmla="*/ 3444 h 3747"/>
                <a:gd name="T12" fmla="*/ 23 w 1854"/>
                <a:gd name="T13" fmla="*/ 310 h 3747"/>
                <a:gd name="T14" fmla="*/ 23 w 1854"/>
                <a:gd name="T15" fmla="*/ 310 h 3747"/>
                <a:gd name="T16" fmla="*/ 310 w 1854"/>
                <a:gd name="T17" fmla="*/ 24 h 3747"/>
                <a:gd name="T18" fmla="*/ 1534 w 1854"/>
                <a:gd name="T19" fmla="*/ 24 h 3747"/>
                <a:gd name="T20" fmla="*/ 1534 w 1854"/>
                <a:gd name="T21" fmla="*/ 24 h 3747"/>
                <a:gd name="T22" fmla="*/ 1830 w 1854"/>
                <a:gd name="T23" fmla="*/ 320 h 3747"/>
                <a:gd name="T24" fmla="*/ 1830 w 1854"/>
                <a:gd name="T25" fmla="*/ 3460 h 3747"/>
                <a:gd name="T26" fmla="*/ 1534 w 1854"/>
                <a:gd name="T27" fmla="*/ 0 h 3747"/>
                <a:gd name="T28" fmla="*/ 310 w 1854"/>
                <a:gd name="T29" fmla="*/ 0 h 3747"/>
                <a:gd name="T30" fmla="*/ 310 w 1854"/>
                <a:gd name="T31" fmla="*/ 0 h 3747"/>
                <a:gd name="T32" fmla="*/ 0 w 1854"/>
                <a:gd name="T33" fmla="*/ 310 h 3747"/>
                <a:gd name="T34" fmla="*/ 0 w 1854"/>
                <a:gd name="T35" fmla="*/ 3444 h 3747"/>
                <a:gd name="T36" fmla="*/ 0 w 1854"/>
                <a:gd name="T37" fmla="*/ 3444 h 3747"/>
                <a:gd name="T38" fmla="*/ 302 w 1854"/>
                <a:gd name="T39" fmla="*/ 3746 h 3747"/>
                <a:gd name="T40" fmla="*/ 1568 w 1854"/>
                <a:gd name="T41" fmla="*/ 3746 h 3747"/>
                <a:gd name="T42" fmla="*/ 1568 w 1854"/>
                <a:gd name="T43" fmla="*/ 3746 h 3747"/>
                <a:gd name="T44" fmla="*/ 1853 w 1854"/>
                <a:gd name="T45" fmla="*/ 3460 h 3747"/>
                <a:gd name="T46" fmla="*/ 1853 w 1854"/>
                <a:gd name="T47" fmla="*/ 320 h 3747"/>
                <a:gd name="T48" fmla="*/ 1853 w 1854"/>
                <a:gd name="T49" fmla="*/ 320 h 3747"/>
                <a:gd name="T50" fmla="*/ 1534 w 1854"/>
                <a:gd name="T51" fmla="*/ 0 h 3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54" h="3747">
                  <a:moveTo>
                    <a:pt x="1830" y="3460"/>
                  </a:moveTo>
                  <a:lnTo>
                    <a:pt x="1830" y="3460"/>
                  </a:lnTo>
                  <a:cubicBezTo>
                    <a:pt x="1830" y="3605"/>
                    <a:pt x="1713" y="3723"/>
                    <a:pt x="1568" y="3723"/>
                  </a:cubicBezTo>
                  <a:lnTo>
                    <a:pt x="302" y="3723"/>
                  </a:lnTo>
                  <a:lnTo>
                    <a:pt x="302" y="3723"/>
                  </a:lnTo>
                  <a:cubicBezTo>
                    <a:pt x="148" y="3723"/>
                    <a:pt x="23" y="3598"/>
                    <a:pt x="23" y="3444"/>
                  </a:cubicBezTo>
                  <a:lnTo>
                    <a:pt x="23" y="310"/>
                  </a:lnTo>
                  <a:lnTo>
                    <a:pt x="23" y="310"/>
                  </a:lnTo>
                  <a:cubicBezTo>
                    <a:pt x="23" y="152"/>
                    <a:pt x="152" y="24"/>
                    <a:pt x="310" y="24"/>
                  </a:cubicBezTo>
                  <a:lnTo>
                    <a:pt x="1534" y="24"/>
                  </a:lnTo>
                  <a:lnTo>
                    <a:pt x="1534" y="24"/>
                  </a:lnTo>
                  <a:cubicBezTo>
                    <a:pt x="1697" y="24"/>
                    <a:pt x="1830" y="156"/>
                    <a:pt x="1830" y="320"/>
                  </a:cubicBezTo>
                  <a:lnTo>
                    <a:pt x="1830" y="3460"/>
                  </a:lnTo>
                  <a:close/>
                  <a:moveTo>
                    <a:pt x="1534" y="0"/>
                  </a:moveTo>
                  <a:lnTo>
                    <a:pt x="310" y="0"/>
                  </a:lnTo>
                  <a:lnTo>
                    <a:pt x="310" y="0"/>
                  </a:lnTo>
                  <a:cubicBezTo>
                    <a:pt x="139" y="0"/>
                    <a:pt x="0" y="140"/>
                    <a:pt x="0" y="310"/>
                  </a:cubicBezTo>
                  <a:lnTo>
                    <a:pt x="0" y="3444"/>
                  </a:lnTo>
                  <a:lnTo>
                    <a:pt x="0" y="3444"/>
                  </a:lnTo>
                  <a:cubicBezTo>
                    <a:pt x="0" y="3611"/>
                    <a:pt x="136" y="3746"/>
                    <a:pt x="302" y="3746"/>
                  </a:cubicBezTo>
                  <a:lnTo>
                    <a:pt x="1568" y="3746"/>
                  </a:lnTo>
                  <a:lnTo>
                    <a:pt x="1568" y="3746"/>
                  </a:lnTo>
                  <a:cubicBezTo>
                    <a:pt x="1726" y="3746"/>
                    <a:pt x="1853" y="3618"/>
                    <a:pt x="1853" y="3460"/>
                  </a:cubicBezTo>
                  <a:lnTo>
                    <a:pt x="1853" y="320"/>
                  </a:lnTo>
                  <a:lnTo>
                    <a:pt x="1853" y="320"/>
                  </a:lnTo>
                  <a:cubicBezTo>
                    <a:pt x="1853" y="144"/>
                    <a:pt x="1710" y="0"/>
                    <a:pt x="1534" y="0"/>
                  </a:cubicBezTo>
                  <a:close/>
                </a:path>
              </a:pathLst>
            </a:custGeom>
            <a:solidFill>
              <a:srgbClr val="ACAFB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99C474E7-4764-AE2C-385C-B46D5915A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1296" y="3577373"/>
              <a:ext cx="2253029" cy="4610465"/>
            </a:xfrm>
            <a:custGeom>
              <a:avLst/>
              <a:gdLst>
                <a:gd name="T0" fmla="*/ 1511 w 1808"/>
                <a:gd name="T1" fmla="*/ 0 h 3700"/>
                <a:gd name="T2" fmla="*/ 287 w 1808"/>
                <a:gd name="T3" fmla="*/ 0 h 3700"/>
                <a:gd name="T4" fmla="*/ 287 w 1808"/>
                <a:gd name="T5" fmla="*/ 0 h 3700"/>
                <a:gd name="T6" fmla="*/ 0 w 1808"/>
                <a:gd name="T7" fmla="*/ 286 h 3700"/>
                <a:gd name="T8" fmla="*/ 0 w 1808"/>
                <a:gd name="T9" fmla="*/ 3420 h 3700"/>
                <a:gd name="T10" fmla="*/ 0 w 1808"/>
                <a:gd name="T11" fmla="*/ 3420 h 3700"/>
                <a:gd name="T12" fmla="*/ 279 w 1808"/>
                <a:gd name="T13" fmla="*/ 3699 h 3700"/>
                <a:gd name="T14" fmla="*/ 1545 w 1808"/>
                <a:gd name="T15" fmla="*/ 3699 h 3700"/>
                <a:gd name="T16" fmla="*/ 1545 w 1808"/>
                <a:gd name="T17" fmla="*/ 3699 h 3700"/>
                <a:gd name="T18" fmla="*/ 1807 w 1808"/>
                <a:gd name="T19" fmla="*/ 3436 h 3700"/>
                <a:gd name="T20" fmla="*/ 1807 w 1808"/>
                <a:gd name="T21" fmla="*/ 296 h 3700"/>
                <a:gd name="T22" fmla="*/ 1807 w 1808"/>
                <a:gd name="T23" fmla="*/ 296 h 3700"/>
                <a:gd name="T24" fmla="*/ 1511 w 1808"/>
                <a:gd name="T25" fmla="*/ 0 h 3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08" h="3700">
                  <a:moveTo>
                    <a:pt x="1511" y="0"/>
                  </a:moveTo>
                  <a:lnTo>
                    <a:pt x="287" y="0"/>
                  </a:lnTo>
                  <a:lnTo>
                    <a:pt x="287" y="0"/>
                  </a:lnTo>
                  <a:cubicBezTo>
                    <a:pt x="129" y="0"/>
                    <a:pt x="0" y="128"/>
                    <a:pt x="0" y="286"/>
                  </a:cubicBezTo>
                  <a:lnTo>
                    <a:pt x="0" y="3420"/>
                  </a:lnTo>
                  <a:lnTo>
                    <a:pt x="0" y="3420"/>
                  </a:lnTo>
                  <a:cubicBezTo>
                    <a:pt x="0" y="3574"/>
                    <a:pt x="125" y="3699"/>
                    <a:pt x="279" y="3699"/>
                  </a:cubicBezTo>
                  <a:lnTo>
                    <a:pt x="1545" y="3699"/>
                  </a:lnTo>
                  <a:lnTo>
                    <a:pt x="1545" y="3699"/>
                  </a:lnTo>
                  <a:cubicBezTo>
                    <a:pt x="1690" y="3699"/>
                    <a:pt x="1807" y="3581"/>
                    <a:pt x="1807" y="3436"/>
                  </a:cubicBezTo>
                  <a:lnTo>
                    <a:pt x="1807" y="296"/>
                  </a:lnTo>
                  <a:lnTo>
                    <a:pt x="1807" y="296"/>
                  </a:lnTo>
                  <a:cubicBezTo>
                    <a:pt x="1807" y="132"/>
                    <a:pt x="1674" y="0"/>
                    <a:pt x="1511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C98AF5D7-97D7-47AB-0322-BE7CC847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5707" y="3670791"/>
              <a:ext cx="2049705" cy="4423631"/>
            </a:xfrm>
            <a:custGeom>
              <a:avLst/>
              <a:gdLst>
                <a:gd name="T0" fmla="*/ 1404 w 1646"/>
                <a:gd name="T1" fmla="*/ 0 h 3548"/>
                <a:gd name="T2" fmla="*/ 1189 w 1646"/>
                <a:gd name="T3" fmla="*/ 0 h 3548"/>
                <a:gd name="T4" fmla="*/ 1189 w 1646"/>
                <a:gd name="T5" fmla="*/ 0 h 3548"/>
                <a:gd name="T6" fmla="*/ 1160 w 1646"/>
                <a:gd name="T7" fmla="*/ 29 h 3548"/>
                <a:gd name="T8" fmla="*/ 1160 w 1646"/>
                <a:gd name="T9" fmla="*/ 87 h 3548"/>
                <a:gd name="T10" fmla="*/ 1160 w 1646"/>
                <a:gd name="T11" fmla="*/ 87 h 3548"/>
                <a:gd name="T12" fmla="*/ 1096 w 1646"/>
                <a:gd name="T13" fmla="*/ 151 h 3548"/>
                <a:gd name="T14" fmla="*/ 549 w 1646"/>
                <a:gd name="T15" fmla="*/ 151 h 3548"/>
                <a:gd name="T16" fmla="*/ 549 w 1646"/>
                <a:gd name="T17" fmla="*/ 151 h 3548"/>
                <a:gd name="T18" fmla="*/ 486 w 1646"/>
                <a:gd name="T19" fmla="*/ 87 h 3548"/>
                <a:gd name="T20" fmla="*/ 486 w 1646"/>
                <a:gd name="T21" fmla="*/ 23 h 3548"/>
                <a:gd name="T22" fmla="*/ 486 w 1646"/>
                <a:gd name="T23" fmla="*/ 23 h 3548"/>
                <a:gd name="T24" fmla="*/ 462 w 1646"/>
                <a:gd name="T25" fmla="*/ 0 h 3548"/>
                <a:gd name="T26" fmla="*/ 233 w 1646"/>
                <a:gd name="T27" fmla="*/ 0 h 3548"/>
                <a:gd name="T28" fmla="*/ 233 w 1646"/>
                <a:gd name="T29" fmla="*/ 0 h 3548"/>
                <a:gd name="T30" fmla="*/ 0 w 1646"/>
                <a:gd name="T31" fmla="*/ 232 h 3548"/>
                <a:gd name="T32" fmla="*/ 0 w 1646"/>
                <a:gd name="T33" fmla="*/ 3322 h 3548"/>
                <a:gd name="T34" fmla="*/ 0 w 1646"/>
                <a:gd name="T35" fmla="*/ 3322 h 3548"/>
                <a:gd name="T36" fmla="*/ 225 w 1646"/>
                <a:gd name="T37" fmla="*/ 3547 h 3548"/>
                <a:gd name="T38" fmla="*/ 1436 w 1646"/>
                <a:gd name="T39" fmla="*/ 3547 h 3548"/>
                <a:gd name="T40" fmla="*/ 1436 w 1646"/>
                <a:gd name="T41" fmla="*/ 3547 h 3548"/>
                <a:gd name="T42" fmla="*/ 1645 w 1646"/>
                <a:gd name="T43" fmla="*/ 3337 h 3548"/>
                <a:gd name="T44" fmla="*/ 1645 w 1646"/>
                <a:gd name="T45" fmla="*/ 240 h 3548"/>
                <a:gd name="T46" fmla="*/ 1645 w 1646"/>
                <a:gd name="T47" fmla="*/ 240 h 3548"/>
                <a:gd name="T48" fmla="*/ 1404 w 1646"/>
                <a:gd name="T49" fmla="*/ 0 h 3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46" h="3548">
                  <a:moveTo>
                    <a:pt x="1404" y="0"/>
                  </a:moveTo>
                  <a:lnTo>
                    <a:pt x="1189" y="0"/>
                  </a:lnTo>
                  <a:lnTo>
                    <a:pt x="1189" y="0"/>
                  </a:lnTo>
                  <a:cubicBezTo>
                    <a:pt x="1173" y="0"/>
                    <a:pt x="1160" y="13"/>
                    <a:pt x="1160" y="29"/>
                  </a:cubicBezTo>
                  <a:lnTo>
                    <a:pt x="1160" y="87"/>
                  </a:lnTo>
                  <a:lnTo>
                    <a:pt x="1160" y="87"/>
                  </a:lnTo>
                  <a:cubicBezTo>
                    <a:pt x="1160" y="122"/>
                    <a:pt x="1131" y="151"/>
                    <a:pt x="1096" y="151"/>
                  </a:cubicBezTo>
                  <a:lnTo>
                    <a:pt x="549" y="151"/>
                  </a:lnTo>
                  <a:lnTo>
                    <a:pt x="549" y="151"/>
                  </a:lnTo>
                  <a:cubicBezTo>
                    <a:pt x="515" y="151"/>
                    <a:pt x="486" y="122"/>
                    <a:pt x="486" y="87"/>
                  </a:cubicBezTo>
                  <a:lnTo>
                    <a:pt x="486" y="23"/>
                  </a:lnTo>
                  <a:lnTo>
                    <a:pt x="486" y="23"/>
                  </a:lnTo>
                  <a:cubicBezTo>
                    <a:pt x="486" y="10"/>
                    <a:pt x="476" y="0"/>
                    <a:pt x="462" y="0"/>
                  </a:cubicBezTo>
                  <a:lnTo>
                    <a:pt x="233" y="0"/>
                  </a:lnTo>
                  <a:lnTo>
                    <a:pt x="233" y="0"/>
                  </a:lnTo>
                  <a:cubicBezTo>
                    <a:pt x="104" y="0"/>
                    <a:pt x="0" y="104"/>
                    <a:pt x="0" y="232"/>
                  </a:cubicBezTo>
                  <a:lnTo>
                    <a:pt x="0" y="3322"/>
                  </a:lnTo>
                  <a:lnTo>
                    <a:pt x="0" y="3322"/>
                  </a:lnTo>
                  <a:cubicBezTo>
                    <a:pt x="0" y="3446"/>
                    <a:pt x="101" y="3547"/>
                    <a:pt x="225" y="3547"/>
                  </a:cubicBezTo>
                  <a:lnTo>
                    <a:pt x="1436" y="3547"/>
                  </a:lnTo>
                  <a:lnTo>
                    <a:pt x="1436" y="3547"/>
                  </a:lnTo>
                  <a:cubicBezTo>
                    <a:pt x="1551" y="3547"/>
                    <a:pt x="1645" y="3453"/>
                    <a:pt x="1645" y="3337"/>
                  </a:cubicBezTo>
                  <a:lnTo>
                    <a:pt x="1645" y="240"/>
                  </a:lnTo>
                  <a:lnTo>
                    <a:pt x="1645" y="240"/>
                  </a:lnTo>
                  <a:cubicBezTo>
                    <a:pt x="1645" y="108"/>
                    <a:pt x="1537" y="0"/>
                    <a:pt x="1404" y="0"/>
                  </a:cubicBezTo>
                </a:path>
              </a:pathLst>
            </a:custGeom>
            <a:solidFill>
              <a:srgbClr val="EBDD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9" name="Freeform 18">
              <a:extLst>
                <a:ext uri="{FF2B5EF4-FFF2-40B4-BE49-F238E27FC236}">
                  <a16:creationId xmlns:a16="http://schemas.microsoft.com/office/drawing/2014/main" id="{B0374869-0F27-C149-C4FD-BE0BBB629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1840" y="4330216"/>
              <a:ext cx="27475" cy="346199"/>
            </a:xfrm>
            <a:custGeom>
              <a:avLst/>
              <a:gdLst>
                <a:gd name="T0" fmla="*/ 0 w 21"/>
                <a:gd name="T1" fmla="*/ 7 h 280"/>
                <a:gd name="T2" fmla="*/ 0 w 21"/>
                <a:gd name="T3" fmla="*/ 273 h 280"/>
                <a:gd name="T4" fmla="*/ 0 w 21"/>
                <a:gd name="T5" fmla="*/ 273 h 280"/>
                <a:gd name="T6" fmla="*/ 6 w 21"/>
                <a:gd name="T7" fmla="*/ 279 h 280"/>
                <a:gd name="T8" fmla="*/ 20 w 21"/>
                <a:gd name="T9" fmla="*/ 279 h 280"/>
                <a:gd name="T10" fmla="*/ 20 w 21"/>
                <a:gd name="T11" fmla="*/ 0 h 280"/>
                <a:gd name="T12" fmla="*/ 6 w 21"/>
                <a:gd name="T13" fmla="*/ 0 h 280"/>
                <a:gd name="T14" fmla="*/ 6 w 21"/>
                <a:gd name="T15" fmla="*/ 0 h 280"/>
                <a:gd name="T16" fmla="*/ 0 w 21"/>
                <a:gd name="T17" fmla="*/ 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280">
                  <a:moveTo>
                    <a:pt x="0" y="7"/>
                  </a:moveTo>
                  <a:lnTo>
                    <a:pt x="0" y="273"/>
                  </a:lnTo>
                  <a:lnTo>
                    <a:pt x="0" y="273"/>
                  </a:lnTo>
                  <a:cubicBezTo>
                    <a:pt x="0" y="277"/>
                    <a:pt x="3" y="279"/>
                    <a:pt x="6" y="279"/>
                  </a:cubicBezTo>
                  <a:lnTo>
                    <a:pt x="20" y="279"/>
                  </a:lnTo>
                  <a:lnTo>
                    <a:pt x="20" y="0"/>
                  </a:lnTo>
                  <a:lnTo>
                    <a:pt x="6" y="0"/>
                  </a:lnTo>
                  <a:lnTo>
                    <a:pt x="6" y="0"/>
                  </a:lnTo>
                  <a:cubicBezTo>
                    <a:pt x="3" y="0"/>
                    <a:pt x="0" y="3"/>
                    <a:pt x="0" y="7"/>
                  </a:cubicBezTo>
                </a:path>
              </a:pathLst>
            </a:custGeom>
            <a:solidFill>
              <a:srgbClr val="5C5B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0" name="Freeform 19">
              <a:extLst>
                <a:ext uri="{FF2B5EF4-FFF2-40B4-BE49-F238E27FC236}">
                  <a16:creationId xmlns:a16="http://schemas.microsoft.com/office/drawing/2014/main" id="{DDE565CC-1D08-2A33-A809-44BDA6DE8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1840" y="5105038"/>
              <a:ext cx="27475" cy="274759"/>
            </a:xfrm>
            <a:custGeom>
              <a:avLst/>
              <a:gdLst>
                <a:gd name="T0" fmla="*/ 0 w 21"/>
                <a:gd name="T1" fmla="*/ 7 h 221"/>
                <a:gd name="T2" fmla="*/ 0 w 21"/>
                <a:gd name="T3" fmla="*/ 213 h 221"/>
                <a:gd name="T4" fmla="*/ 0 w 21"/>
                <a:gd name="T5" fmla="*/ 213 h 221"/>
                <a:gd name="T6" fmla="*/ 6 w 21"/>
                <a:gd name="T7" fmla="*/ 220 h 221"/>
                <a:gd name="T8" fmla="*/ 20 w 21"/>
                <a:gd name="T9" fmla="*/ 220 h 221"/>
                <a:gd name="T10" fmla="*/ 20 w 21"/>
                <a:gd name="T11" fmla="*/ 0 h 221"/>
                <a:gd name="T12" fmla="*/ 6 w 21"/>
                <a:gd name="T13" fmla="*/ 0 h 221"/>
                <a:gd name="T14" fmla="*/ 6 w 21"/>
                <a:gd name="T15" fmla="*/ 0 h 221"/>
                <a:gd name="T16" fmla="*/ 0 w 21"/>
                <a:gd name="T17" fmla="*/ 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221">
                  <a:moveTo>
                    <a:pt x="0" y="7"/>
                  </a:moveTo>
                  <a:lnTo>
                    <a:pt x="0" y="213"/>
                  </a:lnTo>
                  <a:lnTo>
                    <a:pt x="0" y="213"/>
                  </a:lnTo>
                  <a:cubicBezTo>
                    <a:pt x="0" y="217"/>
                    <a:pt x="3" y="220"/>
                    <a:pt x="6" y="220"/>
                  </a:cubicBezTo>
                  <a:lnTo>
                    <a:pt x="20" y="220"/>
                  </a:lnTo>
                  <a:lnTo>
                    <a:pt x="20" y="0"/>
                  </a:lnTo>
                  <a:lnTo>
                    <a:pt x="6" y="0"/>
                  </a:lnTo>
                  <a:lnTo>
                    <a:pt x="6" y="0"/>
                  </a:lnTo>
                  <a:cubicBezTo>
                    <a:pt x="3" y="0"/>
                    <a:pt x="0" y="3"/>
                    <a:pt x="0" y="7"/>
                  </a:cubicBezTo>
                </a:path>
              </a:pathLst>
            </a:custGeom>
            <a:solidFill>
              <a:srgbClr val="5C5B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1" name="Freeform 20">
              <a:extLst>
                <a:ext uri="{FF2B5EF4-FFF2-40B4-BE49-F238E27FC236}">
                  <a16:creationId xmlns:a16="http://schemas.microsoft.com/office/drawing/2014/main" id="{78F38063-E610-FB38-40E9-C40110379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1840" y="5451234"/>
              <a:ext cx="27475" cy="274759"/>
            </a:xfrm>
            <a:custGeom>
              <a:avLst/>
              <a:gdLst>
                <a:gd name="T0" fmla="*/ 0 w 21"/>
                <a:gd name="T1" fmla="*/ 5 h 219"/>
                <a:gd name="T2" fmla="*/ 0 w 21"/>
                <a:gd name="T3" fmla="*/ 212 h 219"/>
                <a:gd name="T4" fmla="*/ 0 w 21"/>
                <a:gd name="T5" fmla="*/ 212 h 219"/>
                <a:gd name="T6" fmla="*/ 6 w 21"/>
                <a:gd name="T7" fmla="*/ 218 h 219"/>
                <a:gd name="T8" fmla="*/ 20 w 21"/>
                <a:gd name="T9" fmla="*/ 218 h 219"/>
                <a:gd name="T10" fmla="*/ 20 w 21"/>
                <a:gd name="T11" fmla="*/ 0 h 219"/>
                <a:gd name="T12" fmla="*/ 6 w 21"/>
                <a:gd name="T13" fmla="*/ 0 h 219"/>
                <a:gd name="T14" fmla="*/ 6 w 21"/>
                <a:gd name="T15" fmla="*/ 0 h 219"/>
                <a:gd name="T16" fmla="*/ 0 w 21"/>
                <a:gd name="T17" fmla="*/ 5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219">
                  <a:moveTo>
                    <a:pt x="0" y="5"/>
                  </a:moveTo>
                  <a:lnTo>
                    <a:pt x="0" y="212"/>
                  </a:lnTo>
                  <a:lnTo>
                    <a:pt x="0" y="212"/>
                  </a:lnTo>
                  <a:cubicBezTo>
                    <a:pt x="0" y="216"/>
                    <a:pt x="3" y="218"/>
                    <a:pt x="6" y="218"/>
                  </a:cubicBezTo>
                  <a:lnTo>
                    <a:pt x="20" y="218"/>
                  </a:lnTo>
                  <a:lnTo>
                    <a:pt x="20" y="0"/>
                  </a:lnTo>
                  <a:lnTo>
                    <a:pt x="6" y="0"/>
                  </a:lnTo>
                  <a:lnTo>
                    <a:pt x="6" y="0"/>
                  </a:lnTo>
                  <a:cubicBezTo>
                    <a:pt x="3" y="0"/>
                    <a:pt x="0" y="2"/>
                    <a:pt x="0" y="5"/>
                  </a:cubicBezTo>
                </a:path>
              </a:pathLst>
            </a:custGeom>
            <a:solidFill>
              <a:srgbClr val="5C5B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2" name="Freeform 21">
              <a:extLst>
                <a:ext uri="{FF2B5EF4-FFF2-40B4-BE49-F238E27FC236}">
                  <a16:creationId xmlns:a16="http://schemas.microsoft.com/office/drawing/2014/main" id="{BFF3264F-7D4E-58EC-19F8-33FB5CCA2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1802" y="4357693"/>
              <a:ext cx="27475" cy="626451"/>
            </a:xfrm>
            <a:custGeom>
              <a:avLst/>
              <a:gdLst>
                <a:gd name="T0" fmla="*/ 11 w 22"/>
                <a:gd name="T1" fmla="*/ 0 h 503"/>
                <a:gd name="T2" fmla="*/ 0 w 22"/>
                <a:gd name="T3" fmla="*/ 0 h 503"/>
                <a:gd name="T4" fmla="*/ 0 w 22"/>
                <a:gd name="T5" fmla="*/ 502 h 503"/>
                <a:gd name="T6" fmla="*/ 11 w 22"/>
                <a:gd name="T7" fmla="*/ 502 h 503"/>
                <a:gd name="T8" fmla="*/ 11 w 22"/>
                <a:gd name="T9" fmla="*/ 502 h 503"/>
                <a:gd name="T10" fmla="*/ 21 w 22"/>
                <a:gd name="T11" fmla="*/ 492 h 503"/>
                <a:gd name="T12" fmla="*/ 21 w 22"/>
                <a:gd name="T13" fmla="*/ 8 h 503"/>
                <a:gd name="T14" fmla="*/ 21 w 22"/>
                <a:gd name="T15" fmla="*/ 8 h 503"/>
                <a:gd name="T16" fmla="*/ 11 w 22"/>
                <a:gd name="T17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503">
                  <a:moveTo>
                    <a:pt x="11" y="0"/>
                  </a:moveTo>
                  <a:lnTo>
                    <a:pt x="0" y="0"/>
                  </a:lnTo>
                  <a:lnTo>
                    <a:pt x="0" y="502"/>
                  </a:lnTo>
                  <a:lnTo>
                    <a:pt x="11" y="502"/>
                  </a:lnTo>
                  <a:lnTo>
                    <a:pt x="11" y="502"/>
                  </a:lnTo>
                  <a:cubicBezTo>
                    <a:pt x="16" y="502"/>
                    <a:pt x="21" y="497"/>
                    <a:pt x="21" y="492"/>
                  </a:cubicBezTo>
                  <a:lnTo>
                    <a:pt x="21" y="8"/>
                  </a:lnTo>
                  <a:lnTo>
                    <a:pt x="21" y="8"/>
                  </a:lnTo>
                  <a:cubicBezTo>
                    <a:pt x="21" y="4"/>
                    <a:pt x="16" y="0"/>
                    <a:pt x="11" y="0"/>
                  </a:cubicBezTo>
                </a:path>
              </a:pathLst>
            </a:custGeom>
            <a:solidFill>
              <a:srgbClr val="5C5B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13" name="Picture Placeholder 130">
            <a:extLst>
              <a:ext uri="{FF2B5EF4-FFF2-40B4-BE49-F238E27FC236}">
                <a16:creationId xmlns:a16="http://schemas.microsoft.com/office/drawing/2014/main" id="{C7973B5A-47EF-9524-8206-E5C99B4B17B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258861" y="2563908"/>
            <a:ext cx="4001439" cy="8638645"/>
          </a:xfrm>
          <a:custGeom>
            <a:avLst/>
            <a:gdLst>
              <a:gd name="connsiteX0" fmla="*/ 290146 w 2048458"/>
              <a:gd name="connsiteY0" fmla="*/ 0 h 4422384"/>
              <a:gd name="connsiteX1" fmla="*/ 575312 w 2048458"/>
              <a:gd name="connsiteY1" fmla="*/ 0 h 4422384"/>
              <a:gd name="connsiteX2" fmla="*/ 605198 w 2048458"/>
              <a:gd name="connsiteY2" fmla="*/ 28677 h 4422384"/>
              <a:gd name="connsiteX3" fmla="*/ 605198 w 2048458"/>
              <a:gd name="connsiteY3" fmla="*/ 108472 h 4422384"/>
              <a:gd name="connsiteX4" fmla="*/ 683650 w 2048458"/>
              <a:gd name="connsiteY4" fmla="*/ 188267 h 4422384"/>
              <a:gd name="connsiteX5" fmla="*/ 1364808 w 2048458"/>
              <a:gd name="connsiteY5" fmla="*/ 188267 h 4422384"/>
              <a:gd name="connsiteX6" fmla="*/ 1444506 w 2048458"/>
              <a:gd name="connsiteY6" fmla="*/ 108472 h 4422384"/>
              <a:gd name="connsiteX7" fmla="*/ 1444506 w 2048458"/>
              <a:gd name="connsiteY7" fmla="*/ 36157 h 4422384"/>
              <a:gd name="connsiteX8" fmla="*/ 1480618 w 2048458"/>
              <a:gd name="connsiteY8" fmla="*/ 0 h 4422384"/>
              <a:gd name="connsiteX9" fmla="*/ 1748350 w 2048458"/>
              <a:gd name="connsiteY9" fmla="*/ 0 h 4422384"/>
              <a:gd name="connsiteX10" fmla="*/ 2048458 w 2048458"/>
              <a:gd name="connsiteY10" fmla="*/ 299231 h 4422384"/>
              <a:gd name="connsiteX11" fmla="*/ 2048458 w 2048458"/>
              <a:gd name="connsiteY11" fmla="*/ 4160557 h 4422384"/>
              <a:gd name="connsiteX12" fmla="*/ 1788198 w 2048458"/>
              <a:gd name="connsiteY12" fmla="*/ 4422384 h 4422384"/>
              <a:gd name="connsiteX13" fmla="*/ 280184 w 2048458"/>
              <a:gd name="connsiteY13" fmla="*/ 4422384 h 4422384"/>
              <a:gd name="connsiteX14" fmla="*/ 0 w 2048458"/>
              <a:gd name="connsiteY14" fmla="*/ 4141855 h 4422384"/>
              <a:gd name="connsiteX15" fmla="*/ 0 w 2048458"/>
              <a:gd name="connsiteY15" fmla="*/ 289257 h 4422384"/>
              <a:gd name="connsiteX16" fmla="*/ 290146 w 2048458"/>
              <a:gd name="connsiteY16" fmla="*/ 0 h 442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48458" h="4422384">
                <a:moveTo>
                  <a:pt x="290146" y="0"/>
                </a:moveTo>
                <a:lnTo>
                  <a:pt x="575312" y="0"/>
                </a:lnTo>
                <a:cubicBezTo>
                  <a:pt x="592744" y="0"/>
                  <a:pt x="605198" y="12468"/>
                  <a:pt x="605198" y="28677"/>
                </a:cubicBezTo>
                <a:lnTo>
                  <a:pt x="605198" y="108472"/>
                </a:lnTo>
                <a:cubicBezTo>
                  <a:pt x="605198" y="152109"/>
                  <a:pt x="641310" y="188267"/>
                  <a:pt x="683650" y="188267"/>
                </a:cubicBezTo>
                <a:lnTo>
                  <a:pt x="1364808" y="188267"/>
                </a:lnTo>
                <a:cubicBezTo>
                  <a:pt x="1408392" y="188267"/>
                  <a:pt x="1444506" y="152109"/>
                  <a:pt x="1444506" y="108472"/>
                </a:cubicBezTo>
                <a:lnTo>
                  <a:pt x="1444506" y="36157"/>
                </a:lnTo>
                <a:cubicBezTo>
                  <a:pt x="1444506" y="16209"/>
                  <a:pt x="1460694" y="0"/>
                  <a:pt x="1480618" y="0"/>
                </a:cubicBezTo>
                <a:lnTo>
                  <a:pt x="1748350" y="0"/>
                </a:lnTo>
                <a:cubicBezTo>
                  <a:pt x="1913970" y="0"/>
                  <a:pt x="2048458" y="134654"/>
                  <a:pt x="2048458" y="299231"/>
                </a:cubicBezTo>
                <a:lnTo>
                  <a:pt x="2048458" y="4160557"/>
                </a:lnTo>
                <a:cubicBezTo>
                  <a:pt x="2048458" y="4305186"/>
                  <a:pt x="1931404" y="4422384"/>
                  <a:pt x="1788198" y="4422384"/>
                </a:cubicBezTo>
                <a:lnTo>
                  <a:pt x="280184" y="4422384"/>
                </a:lnTo>
                <a:cubicBezTo>
                  <a:pt x="125770" y="4422384"/>
                  <a:pt x="0" y="4296458"/>
                  <a:pt x="0" y="4141855"/>
                </a:cubicBezTo>
                <a:lnTo>
                  <a:pt x="0" y="289257"/>
                </a:lnTo>
                <a:cubicBezTo>
                  <a:pt x="0" y="129667"/>
                  <a:pt x="129506" y="0"/>
                  <a:pt x="290146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28F3F7-3F74-7639-618C-6C09D1571822}"/>
              </a:ext>
            </a:extLst>
          </p:cNvPr>
          <p:cNvGrpSpPr/>
          <p:nvPr userDrawn="1"/>
        </p:nvGrpSpPr>
        <p:grpSpPr>
          <a:xfrm>
            <a:off x="7706131" y="2344616"/>
            <a:ext cx="4604997" cy="9124120"/>
            <a:chOff x="19601840" y="3549898"/>
            <a:chExt cx="2357437" cy="4670913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E12FFEDF-339B-D1CA-007A-58FDF1E74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3821" y="3549898"/>
              <a:ext cx="2307981" cy="4670913"/>
            </a:xfrm>
            <a:custGeom>
              <a:avLst/>
              <a:gdLst>
                <a:gd name="T0" fmla="*/ 1830 w 1854"/>
                <a:gd name="T1" fmla="*/ 3460 h 3747"/>
                <a:gd name="T2" fmla="*/ 1830 w 1854"/>
                <a:gd name="T3" fmla="*/ 3460 h 3747"/>
                <a:gd name="T4" fmla="*/ 1568 w 1854"/>
                <a:gd name="T5" fmla="*/ 3723 h 3747"/>
                <a:gd name="T6" fmla="*/ 302 w 1854"/>
                <a:gd name="T7" fmla="*/ 3723 h 3747"/>
                <a:gd name="T8" fmla="*/ 302 w 1854"/>
                <a:gd name="T9" fmla="*/ 3723 h 3747"/>
                <a:gd name="T10" fmla="*/ 23 w 1854"/>
                <a:gd name="T11" fmla="*/ 3444 h 3747"/>
                <a:gd name="T12" fmla="*/ 23 w 1854"/>
                <a:gd name="T13" fmla="*/ 310 h 3747"/>
                <a:gd name="T14" fmla="*/ 23 w 1854"/>
                <a:gd name="T15" fmla="*/ 310 h 3747"/>
                <a:gd name="T16" fmla="*/ 310 w 1854"/>
                <a:gd name="T17" fmla="*/ 24 h 3747"/>
                <a:gd name="T18" fmla="*/ 1534 w 1854"/>
                <a:gd name="T19" fmla="*/ 24 h 3747"/>
                <a:gd name="T20" fmla="*/ 1534 w 1854"/>
                <a:gd name="T21" fmla="*/ 24 h 3747"/>
                <a:gd name="T22" fmla="*/ 1830 w 1854"/>
                <a:gd name="T23" fmla="*/ 320 h 3747"/>
                <a:gd name="T24" fmla="*/ 1830 w 1854"/>
                <a:gd name="T25" fmla="*/ 3460 h 3747"/>
                <a:gd name="T26" fmla="*/ 1534 w 1854"/>
                <a:gd name="T27" fmla="*/ 0 h 3747"/>
                <a:gd name="T28" fmla="*/ 310 w 1854"/>
                <a:gd name="T29" fmla="*/ 0 h 3747"/>
                <a:gd name="T30" fmla="*/ 310 w 1854"/>
                <a:gd name="T31" fmla="*/ 0 h 3747"/>
                <a:gd name="T32" fmla="*/ 0 w 1854"/>
                <a:gd name="T33" fmla="*/ 310 h 3747"/>
                <a:gd name="T34" fmla="*/ 0 w 1854"/>
                <a:gd name="T35" fmla="*/ 3444 h 3747"/>
                <a:gd name="T36" fmla="*/ 0 w 1854"/>
                <a:gd name="T37" fmla="*/ 3444 h 3747"/>
                <a:gd name="T38" fmla="*/ 302 w 1854"/>
                <a:gd name="T39" fmla="*/ 3746 h 3747"/>
                <a:gd name="T40" fmla="*/ 1568 w 1854"/>
                <a:gd name="T41" fmla="*/ 3746 h 3747"/>
                <a:gd name="T42" fmla="*/ 1568 w 1854"/>
                <a:gd name="T43" fmla="*/ 3746 h 3747"/>
                <a:gd name="T44" fmla="*/ 1853 w 1854"/>
                <a:gd name="T45" fmla="*/ 3460 h 3747"/>
                <a:gd name="T46" fmla="*/ 1853 w 1854"/>
                <a:gd name="T47" fmla="*/ 320 h 3747"/>
                <a:gd name="T48" fmla="*/ 1853 w 1854"/>
                <a:gd name="T49" fmla="*/ 320 h 3747"/>
                <a:gd name="T50" fmla="*/ 1534 w 1854"/>
                <a:gd name="T51" fmla="*/ 0 h 3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54" h="3747">
                  <a:moveTo>
                    <a:pt x="1830" y="3460"/>
                  </a:moveTo>
                  <a:lnTo>
                    <a:pt x="1830" y="3460"/>
                  </a:lnTo>
                  <a:cubicBezTo>
                    <a:pt x="1830" y="3605"/>
                    <a:pt x="1713" y="3723"/>
                    <a:pt x="1568" y="3723"/>
                  </a:cubicBezTo>
                  <a:lnTo>
                    <a:pt x="302" y="3723"/>
                  </a:lnTo>
                  <a:lnTo>
                    <a:pt x="302" y="3723"/>
                  </a:lnTo>
                  <a:cubicBezTo>
                    <a:pt x="148" y="3723"/>
                    <a:pt x="23" y="3598"/>
                    <a:pt x="23" y="3444"/>
                  </a:cubicBezTo>
                  <a:lnTo>
                    <a:pt x="23" y="310"/>
                  </a:lnTo>
                  <a:lnTo>
                    <a:pt x="23" y="310"/>
                  </a:lnTo>
                  <a:cubicBezTo>
                    <a:pt x="23" y="152"/>
                    <a:pt x="152" y="24"/>
                    <a:pt x="310" y="24"/>
                  </a:cubicBezTo>
                  <a:lnTo>
                    <a:pt x="1534" y="24"/>
                  </a:lnTo>
                  <a:lnTo>
                    <a:pt x="1534" y="24"/>
                  </a:lnTo>
                  <a:cubicBezTo>
                    <a:pt x="1697" y="24"/>
                    <a:pt x="1830" y="156"/>
                    <a:pt x="1830" y="320"/>
                  </a:cubicBezTo>
                  <a:lnTo>
                    <a:pt x="1830" y="3460"/>
                  </a:lnTo>
                  <a:close/>
                  <a:moveTo>
                    <a:pt x="1534" y="0"/>
                  </a:moveTo>
                  <a:lnTo>
                    <a:pt x="310" y="0"/>
                  </a:lnTo>
                  <a:lnTo>
                    <a:pt x="310" y="0"/>
                  </a:lnTo>
                  <a:cubicBezTo>
                    <a:pt x="139" y="0"/>
                    <a:pt x="0" y="140"/>
                    <a:pt x="0" y="310"/>
                  </a:cubicBezTo>
                  <a:lnTo>
                    <a:pt x="0" y="3444"/>
                  </a:lnTo>
                  <a:lnTo>
                    <a:pt x="0" y="3444"/>
                  </a:lnTo>
                  <a:cubicBezTo>
                    <a:pt x="0" y="3611"/>
                    <a:pt x="136" y="3746"/>
                    <a:pt x="302" y="3746"/>
                  </a:cubicBezTo>
                  <a:lnTo>
                    <a:pt x="1568" y="3746"/>
                  </a:lnTo>
                  <a:lnTo>
                    <a:pt x="1568" y="3746"/>
                  </a:lnTo>
                  <a:cubicBezTo>
                    <a:pt x="1726" y="3746"/>
                    <a:pt x="1853" y="3618"/>
                    <a:pt x="1853" y="3460"/>
                  </a:cubicBezTo>
                  <a:lnTo>
                    <a:pt x="1853" y="320"/>
                  </a:lnTo>
                  <a:lnTo>
                    <a:pt x="1853" y="320"/>
                  </a:lnTo>
                  <a:cubicBezTo>
                    <a:pt x="1853" y="144"/>
                    <a:pt x="1710" y="0"/>
                    <a:pt x="1534" y="0"/>
                  </a:cubicBezTo>
                  <a:close/>
                </a:path>
              </a:pathLst>
            </a:custGeom>
            <a:solidFill>
              <a:srgbClr val="ACAFB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AA37B22A-155B-CDDF-BC78-CCAD09908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1296" y="3577373"/>
              <a:ext cx="2253029" cy="4610465"/>
            </a:xfrm>
            <a:custGeom>
              <a:avLst/>
              <a:gdLst>
                <a:gd name="T0" fmla="*/ 1511 w 1808"/>
                <a:gd name="T1" fmla="*/ 0 h 3700"/>
                <a:gd name="T2" fmla="*/ 287 w 1808"/>
                <a:gd name="T3" fmla="*/ 0 h 3700"/>
                <a:gd name="T4" fmla="*/ 287 w 1808"/>
                <a:gd name="T5" fmla="*/ 0 h 3700"/>
                <a:gd name="T6" fmla="*/ 0 w 1808"/>
                <a:gd name="T7" fmla="*/ 286 h 3700"/>
                <a:gd name="T8" fmla="*/ 0 w 1808"/>
                <a:gd name="T9" fmla="*/ 3420 h 3700"/>
                <a:gd name="T10" fmla="*/ 0 w 1808"/>
                <a:gd name="T11" fmla="*/ 3420 h 3700"/>
                <a:gd name="T12" fmla="*/ 279 w 1808"/>
                <a:gd name="T13" fmla="*/ 3699 h 3700"/>
                <a:gd name="T14" fmla="*/ 1545 w 1808"/>
                <a:gd name="T15" fmla="*/ 3699 h 3700"/>
                <a:gd name="T16" fmla="*/ 1545 w 1808"/>
                <a:gd name="T17" fmla="*/ 3699 h 3700"/>
                <a:gd name="T18" fmla="*/ 1807 w 1808"/>
                <a:gd name="T19" fmla="*/ 3436 h 3700"/>
                <a:gd name="T20" fmla="*/ 1807 w 1808"/>
                <a:gd name="T21" fmla="*/ 296 h 3700"/>
                <a:gd name="T22" fmla="*/ 1807 w 1808"/>
                <a:gd name="T23" fmla="*/ 296 h 3700"/>
                <a:gd name="T24" fmla="*/ 1511 w 1808"/>
                <a:gd name="T25" fmla="*/ 0 h 3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08" h="3700">
                  <a:moveTo>
                    <a:pt x="1511" y="0"/>
                  </a:moveTo>
                  <a:lnTo>
                    <a:pt x="287" y="0"/>
                  </a:lnTo>
                  <a:lnTo>
                    <a:pt x="287" y="0"/>
                  </a:lnTo>
                  <a:cubicBezTo>
                    <a:pt x="129" y="0"/>
                    <a:pt x="0" y="128"/>
                    <a:pt x="0" y="286"/>
                  </a:cubicBezTo>
                  <a:lnTo>
                    <a:pt x="0" y="3420"/>
                  </a:lnTo>
                  <a:lnTo>
                    <a:pt x="0" y="3420"/>
                  </a:lnTo>
                  <a:cubicBezTo>
                    <a:pt x="0" y="3574"/>
                    <a:pt x="125" y="3699"/>
                    <a:pt x="279" y="3699"/>
                  </a:cubicBezTo>
                  <a:lnTo>
                    <a:pt x="1545" y="3699"/>
                  </a:lnTo>
                  <a:lnTo>
                    <a:pt x="1545" y="3699"/>
                  </a:lnTo>
                  <a:cubicBezTo>
                    <a:pt x="1690" y="3699"/>
                    <a:pt x="1807" y="3581"/>
                    <a:pt x="1807" y="3436"/>
                  </a:cubicBezTo>
                  <a:lnTo>
                    <a:pt x="1807" y="296"/>
                  </a:lnTo>
                  <a:lnTo>
                    <a:pt x="1807" y="296"/>
                  </a:lnTo>
                  <a:cubicBezTo>
                    <a:pt x="1807" y="132"/>
                    <a:pt x="1674" y="0"/>
                    <a:pt x="1511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23DA5A6C-E228-E494-266C-379B0C374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5707" y="3670791"/>
              <a:ext cx="2049705" cy="4423631"/>
            </a:xfrm>
            <a:custGeom>
              <a:avLst/>
              <a:gdLst>
                <a:gd name="T0" fmla="*/ 1404 w 1646"/>
                <a:gd name="T1" fmla="*/ 0 h 3548"/>
                <a:gd name="T2" fmla="*/ 1189 w 1646"/>
                <a:gd name="T3" fmla="*/ 0 h 3548"/>
                <a:gd name="T4" fmla="*/ 1189 w 1646"/>
                <a:gd name="T5" fmla="*/ 0 h 3548"/>
                <a:gd name="T6" fmla="*/ 1160 w 1646"/>
                <a:gd name="T7" fmla="*/ 29 h 3548"/>
                <a:gd name="T8" fmla="*/ 1160 w 1646"/>
                <a:gd name="T9" fmla="*/ 87 h 3548"/>
                <a:gd name="T10" fmla="*/ 1160 w 1646"/>
                <a:gd name="T11" fmla="*/ 87 h 3548"/>
                <a:gd name="T12" fmla="*/ 1096 w 1646"/>
                <a:gd name="T13" fmla="*/ 151 h 3548"/>
                <a:gd name="T14" fmla="*/ 549 w 1646"/>
                <a:gd name="T15" fmla="*/ 151 h 3548"/>
                <a:gd name="T16" fmla="*/ 549 w 1646"/>
                <a:gd name="T17" fmla="*/ 151 h 3548"/>
                <a:gd name="T18" fmla="*/ 486 w 1646"/>
                <a:gd name="T19" fmla="*/ 87 h 3548"/>
                <a:gd name="T20" fmla="*/ 486 w 1646"/>
                <a:gd name="T21" fmla="*/ 23 h 3548"/>
                <a:gd name="T22" fmla="*/ 486 w 1646"/>
                <a:gd name="T23" fmla="*/ 23 h 3548"/>
                <a:gd name="T24" fmla="*/ 462 w 1646"/>
                <a:gd name="T25" fmla="*/ 0 h 3548"/>
                <a:gd name="T26" fmla="*/ 233 w 1646"/>
                <a:gd name="T27" fmla="*/ 0 h 3548"/>
                <a:gd name="T28" fmla="*/ 233 w 1646"/>
                <a:gd name="T29" fmla="*/ 0 h 3548"/>
                <a:gd name="T30" fmla="*/ 0 w 1646"/>
                <a:gd name="T31" fmla="*/ 232 h 3548"/>
                <a:gd name="T32" fmla="*/ 0 w 1646"/>
                <a:gd name="T33" fmla="*/ 3322 h 3548"/>
                <a:gd name="T34" fmla="*/ 0 w 1646"/>
                <a:gd name="T35" fmla="*/ 3322 h 3548"/>
                <a:gd name="T36" fmla="*/ 225 w 1646"/>
                <a:gd name="T37" fmla="*/ 3547 h 3548"/>
                <a:gd name="T38" fmla="*/ 1436 w 1646"/>
                <a:gd name="T39" fmla="*/ 3547 h 3548"/>
                <a:gd name="T40" fmla="*/ 1436 w 1646"/>
                <a:gd name="T41" fmla="*/ 3547 h 3548"/>
                <a:gd name="T42" fmla="*/ 1645 w 1646"/>
                <a:gd name="T43" fmla="*/ 3337 h 3548"/>
                <a:gd name="T44" fmla="*/ 1645 w 1646"/>
                <a:gd name="T45" fmla="*/ 240 h 3548"/>
                <a:gd name="T46" fmla="*/ 1645 w 1646"/>
                <a:gd name="T47" fmla="*/ 240 h 3548"/>
                <a:gd name="T48" fmla="*/ 1404 w 1646"/>
                <a:gd name="T49" fmla="*/ 0 h 3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46" h="3548">
                  <a:moveTo>
                    <a:pt x="1404" y="0"/>
                  </a:moveTo>
                  <a:lnTo>
                    <a:pt x="1189" y="0"/>
                  </a:lnTo>
                  <a:lnTo>
                    <a:pt x="1189" y="0"/>
                  </a:lnTo>
                  <a:cubicBezTo>
                    <a:pt x="1173" y="0"/>
                    <a:pt x="1160" y="13"/>
                    <a:pt x="1160" y="29"/>
                  </a:cubicBezTo>
                  <a:lnTo>
                    <a:pt x="1160" y="87"/>
                  </a:lnTo>
                  <a:lnTo>
                    <a:pt x="1160" y="87"/>
                  </a:lnTo>
                  <a:cubicBezTo>
                    <a:pt x="1160" y="122"/>
                    <a:pt x="1131" y="151"/>
                    <a:pt x="1096" y="151"/>
                  </a:cubicBezTo>
                  <a:lnTo>
                    <a:pt x="549" y="151"/>
                  </a:lnTo>
                  <a:lnTo>
                    <a:pt x="549" y="151"/>
                  </a:lnTo>
                  <a:cubicBezTo>
                    <a:pt x="515" y="151"/>
                    <a:pt x="486" y="122"/>
                    <a:pt x="486" y="87"/>
                  </a:cubicBezTo>
                  <a:lnTo>
                    <a:pt x="486" y="23"/>
                  </a:lnTo>
                  <a:lnTo>
                    <a:pt x="486" y="23"/>
                  </a:lnTo>
                  <a:cubicBezTo>
                    <a:pt x="486" y="10"/>
                    <a:pt x="476" y="0"/>
                    <a:pt x="462" y="0"/>
                  </a:cubicBezTo>
                  <a:lnTo>
                    <a:pt x="233" y="0"/>
                  </a:lnTo>
                  <a:lnTo>
                    <a:pt x="233" y="0"/>
                  </a:lnTo>
                  <a:cubicBezTo>
                    <a:pt x="104" y="0"/>
                    <a:pt x="0" y="104"/>
                    <a:pt x="0" y="232"/>
                  </a:cubicBezTo>
                  <a:lnTo>
                    <a:pt x="0" y="3322"/>
                  </a:lnTo>
                  <a:lnTo>
                    <a:pt x="0" y="3322"/>
                  </a:lnTo>
                  <a:cubicBezTo>
                    <a:pt x="0" y="3446"/>
                    <a:pt x="101" y="3547"/>
                    <a:pt x="225" y="3547"/>
                  </a:cubicBezTo>
                  <a:lnTo>
                    <a:pt x="1436" y="3547"/>
                  </a:lnTo>
                  <a:lnTo>
                    <a:pt x="1436" y="3547"/>
                  </a:lnTo>
                  <a:cubicBezTo>
                    <a:pt x="1551" y="3547"/>
                    <a:pt x="1645" y="3453"/>
                    <a:pt x="1645" y="3337"/>
                  </a:cubicBezTo>
                  <a:lnTo>
                    <a:pt x="1645" y="240"/>
                  </a:lnTo>
                  <a:lnTo>
                    <a:pt x="1645" y="240"/>
                  </a:lnTo>
                  <a:cubicBezTo>
                    <a:pt x="1645" y="108"/>
                    <a:pt x="1537" y="0"/>
                    <a:pt x="1404" y="0"/>
                  </a:cubicBezTo>
                </a:path>
              </a:pathLst>
            </a:custGeom>
            <a:solidFill>
              <a:srgbClr val="EBDD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E8EBDFAA-0548-3E3F-43BF-4A2292D4C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1840" y="4330216"/>
              <a:ext cx="27475" cy="346199"/>
            </a:xfrm>
            <a:custGeom>
              <a:avLst/>
              <a:gdLst>
                <a:gd name="T0" fmla="*/ 0 w 21"/>
                <a:gd name="T1" fmla="*/ 7 h 280"/>
                <a:gd name="T2" fmla="*/ 0 w 21"/>
                <a:gd name="T3" fmla="*/ 273 h 280"/>
                <a:gd name="T4" fmla="*/ 0 w 21"/>
                <a:gd name="T5" fmla="*/ 273 h 280"/>
                <a:gd name="T6" fmla="*/ 6 w 21"/>
                <a:gd name="T7" fmla="*/ 279 h 280"/>
                <a:gd name="T8" fmla="*/ 20 w 21"/>
                <a:gd name="T9" fmla="*/ 279 h 280"/>
                <a:gd name="T10" fmla="*/ 20 w 21"/>
                <a:gd name="T11" fmla="*/ 0 h 280"/>
                <a:gd name="T12" fmla="*/ 6 w 21"/>
                <a:gd name="T13" fmla="*/ 0 h 280"/>
                <a:gd name="T14" fmla="*/ 6 w 21"/>
                <a:gd name="T15" fmla="*/ 0 h 280"/>
                <a:gd name="T16" fmla="*/ 0 w 21"/>
                <a:gd name="T17" fmla="*/ 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280">
                  <a:moveTo>
                    <a:pt x="0" y="7"/>
                  </a:moveTo>
                  <a:lnTo>
                    <a:pt x="0" y="273"/>
                  </a:lnTo>
                  <a:lnTo>
                    <a:pt x="0" y="273"/>
                  </a:lnTo>
                  <a:cubicBezTo>
                    <a:pt x="0" y="277"/>
                    <a:pt x="3" y="279"/>
                    <a:pt x="6" y="279"/>
                  </a:cubicBezTo>
                  <a:lnTo>
                    <a:pt x="20" y="279"/>
                  </a:lnTo>
                  <a:lnTo>
                    <a:pt x="20" y="0"/>
                  </a:lnTo>
                  <a:lnTo>
                    <a:pt x="6" y="0"/>
                  </a:lnTo>
                  <a:lnTo>
                    <a:pt x="6" y="0"/>
                  </a:lnTo>
                  <a:cubicBezTo>
                    <a:pt x="3" y="0"/>
                    <a:pt x="0" y="3"/>
                    <a:pt x="0" y="7"/>
                  </a:cubicBezTo>
                </a:path>
              </a:pathLst>
            </a:custGeom>
            <a:solidFill>
              <a:srgbClr val="5C5B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ECED989F-69DB-4800-0C43-76A6849CB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1840" y="5105038"/>
              <a:ext cx="27475" cy="274759"/>
            </a:xfrm>
            <a:custGeom>
              <a:avLst/>
              <a:gdLst>
                <a:gd name="T0" fmla="*/ 0 w 21"/>
                <a:gd name="T1" fmla="*/ 7 h 221"/>
                <a:gd name="T2" fmla="*/ 0 w 21"/>
                <a:gd name="T3" fmla="*/ 213 h 221"/>
                <a:gd name="T4" fmla="*/ 0 w 21"/>
                <a:gd name="T5" fmla="*/ 213 h 221"/>
                <a:gd name="T6" fmla="*/ 6 w 21"/>
                <a:gd name="T7" fmla="*/ 220 h 221"/>
                <a:gd name="T8" fmla="*/ 20 w 21"/>
                <a:gd name="T9" fmla="*/ 220 h 221"/>
                <a:gd name="T10" fmla="*/ 20 w 21"/>
                <a:gd name="T11" fmla="*/ 0 h 221"/>
                <a:gd name="T12" fmla="*/ 6 w 21"/>
                <a:gd name="T13" fmla="*/ 0 h 221"/>
                <a:gd name="T14" fmla="*/ 6 w 21"/>
                <a:gd name="T15" fmla="*/ 0 h 221"/>
                <a:gd name="T16" fmla="*/ 0 w 21"/>
                <a:gd name="T17" fmla="*/ 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221">
                  <a:moveTo>
                    <a:pt x="0" y="7"/>
                  </a:moveTo>
                  <a:lnTo>
                    <a:pt x="0" y="213"/>
                  </a:lnTo>
                  <a:lnTo>
                    <a:pt x="0" y="213"/>
                  </a:lnTo>
                  <a:cubicBezTo>
                    <a:pt x="0" y="217"/>
                    <a:pt x="3" y="220"/>
                    <a:pt x="6" y="220"/>
                  </a:cubicBezTo>
                  <a:lnTo>
                    <a:pt x="20" y="220"/>
                  </a:lnTo>
                  <a:lnTo>
                    <a:pt x="20" y="0"/>
                  </a:lnTo>
                  <a:lnTo>
                    <a:pt x="6" y="0"/>
                  </a:lnTo>
                  <a:lnTo>
                    <a:pt x="6" y="0"/>
                  </a:lnTo>
                  <a:cubicBezTo>
                    <a:pt x="3" y="0"/>
                    <a:pt x="0" y="3"/>
                    <a:pt x="0" y="7"/>
                  </a:cubicBezTo>
                </a:path>
              </a:pathLst>
            </a:custGeom>
            <a:solidFill>
              <a:srgbClr val="5C5B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D4AF3BCF-D200-DBE7-8C3C-408F601F4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1840" y="5451234"/>
              <a:ext cx="27475" cy="274759"/>
            </a:xfrm>
            <a:custGeom>
              <a:avLst/>
              <a:gdLst>
                <a:gd name="T0" fmla="*/ 0 w 21"/>
                <a:gd name="T1" fmla="*/ 5 h 219"/>
                <a:gd name="T2" fmla="*/ 0 w 21"/>
                <a:gd name="T3" fmla="*/ 212 h 219"/>
                <a:gd name="T4" fmla="*/ 0 w 21"/>
                <a:gd name="T5" fmla="*/ 212 h 219"/>
                <a:gd name="T6" fmla="*/ 6 w 21"/>
                <a:gd name="T7" fmla="*/ 218 h 219"/>
                <a:gd name="T8" fmla="*/ 20 w 21"/>
                <a:gd name="T9" fmla="*/ 218 h 219"/>
                <a:gd name="T10" fmla="*/ 20 w 21"/>
                <a:gd name="T11" fmla="*/ 0 h 219"/>
                <a:gd name="T12" fmla="*/ 6 w 21"/>
                <a:gd name="T13" fmla="*/ 0 h 219"/>
                <a:gd name="T14" fmla="*/ 6 w 21"/>
                <a:gd name="T15" fmla="*/ 0 h 219"/>
                <a:gd name="T16" fmla="*/ 0 w 21"/>
                <a:gd name="T17" fmla="*/ 5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219">
                  <a:moveTo>
                    <a:pt x="0" y="5"/>
                  </a:moveTo>
                  <a:lnTo>
                    <a:pt x="0" y="212"/>
                  </a:lnTo>
                  <a:lnTo>
                    <a:pt x="0" y="212"/>
                  </a:lnTo>
                  <a:cubicBezTo>
                    <a:pt x="0" y="216"/>
                    <a:pt x="3" y="218"/>
                    <a:pt x="6" y="218"/>
                  </a:cubicBezTo>
                  <a:lnTo>
                    <a:pt x="20" y="218"/>
                  </a:lnTo>
                  <a:lnTo>
                    <a:pt x="20" y="0"/>
                  </a:lnTo>
                  <a:lnTo>
                    <a:pt x="6" y="0"/>
                  </a:lnTo>
                  <a:lnTo>
                    <a:pt x="6" y="0"/>
                  </a:lnTo>
                  <a:cubicBezTo>
                    <a:pt x="3" y="0"/>
                    <a:pt x="0" y="2"/>
                    <a:pt x="0" y="5"/>
                  </a:cubicBezTo>
                </a:path>
              </a:pathLst>
            </a:custGeom>
            <a:solidFill>
              <a:srgbClr val="5C5B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E0B37212-C4DD-85E0-A160-9438F019A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1802" y="4357693"/>
              <a:ext cx="27475" cy="626451"/>
            </a:xfrm>
            <a:custGeom>
              <a:avLst/>
              <a:gdLst>
                <a:gd name="T0" fmla="*/ 11 w 22"/>
                <a:gd name="T1" fmla="*/ 0 h 503"/>
                <a:gd name="T2" fmla="*/ 0 w 22"/>
                <a:gd name="T3" fmla="*/ 0 h 503"/>
                <a:gd name="T4" fmla="*/ 0 w 22"/>
                <a:gd name="T5" fmla="*/ 502 h 503"/>
                <a:gd name="T6" fmla="*/ 11 w 22"/>
                <a:gd name="T7" fmla="*/ 502 h 503"/>
                <a:gd name="T8" fmla="*/ 11 w 22"/>
                <a:gd name="T9" fmla="*/ 502 h 503"/>
                <a:gd name="T10" fmla="*/ 21 w 22"/>
                <a:gd name="T11" fmla="*/ 492 h 503"/>
                <a:gd name="T12" fmla="*/ 21 w 22"/>
                <a:gd name="T13" fmla="*/ 8 h 503"/>
                <a:gd name="T14" fmla="*/ 21 w 22"/>
                <a:gd name="T15" fmla="*/ 8 h 503"/>
                <a:gd name="T16" fmla="*/ 11 w 22"/>
                <a:gd name="T17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503">
                  <a:moveTo>
                    <a:pt x="11" y="0"/>
                  </a:moveTo>
                  <a:lnTo>
                    <a:pt x="0" y="0"/>
                  </a:lnTo>
                  <a:lnTo>
                    <a:pt x="0" y="502"/>
                  </a:lnTo>
                  <a:lnTo>
                    <a:pt x="11" y="502"/>
                  </a:lnTo>
                  <a:lnTo>
                    <a:pt x="11" y="502"/>
                  </a:lnTo>
                  <a:cubicBezTo>
                    <a:pt x="16" y="502"/>
                    <a:pt x="21" y="497"/>
                    <a:pt x="21" y="492"/>
                  </a:cubicBezTo>
                  <a:lnTo>
                    <a:pt x="21" y="8"/>
                  </a:lnTo>
                  <a:lnTo>
                    <a:pt x="21" y="8"/>
                  </a:lnTo>
                  <a:cubicBezTo>
                    <a:pt x="21" y="4"/>
                    <a:pt x="16" y="0"/>
                    <a:pt x="11" y="0"/>
                  </a:cubicBezTo>
                </a:path>
              </a:pathLst>
            </a:custGeom>
            <a:solidFill>
              <a:srgbClr val="5C5B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19" name="Picture Placeholder 130">
            <a:extLst>
              <a:ext uri="{FF2B5EF4-FFF2-40B4-BE49-F238E27FC236}">
                <a16:creationId xmlns:a16="http://schemas.microsoft.com/office/drawing/2014/main" id="{62EF1C95-2711-2E51-C1E9-B3214264F14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99818" y="2563908"/>
            <a:ext cx="4001439" cy="8638645"/>
          </a:xfrm>
          <a:custGeom>
            <a:avLst/>
            <a:gdLst>
              <a:gd name="connsiteX0" fmla="*/ 290146 w 2048458"/>
              <a:gd name="connsiteY0" fmla="*/ 0 h 4422384"/>
              <a:gd name="connsiteX1" fmla="*/ 575312 w 2048458"/>
              <a:gd name="connsiteY1" fmla="*/ 0 h 4422384"/>
              <a:gd name="connsiteX2" fmla="*/ 605198 w 2048458"/>
              <a:gd name="connsiteY2" fmla="*/ 28677 h 4422384"/>
              <a:gd name="connsiteX3" fmla="*/ 605198 w 2048458"/>
              <a:gd name="connsiteY3" fmla="*/ 108472 h 4422384"/>
              <a:gd name="connsiteX4" fmla="*/ 683650 w 2048458"/>
              <a:gd name="connsiteY4" fmla="*/ 188267 h 4422384"/>
              <a:gd name="connsiteX5" fmla="*/ 1364808 w 2048458"/>
              <a:gd name="connsiteY5" fmla="*/ 188267 h 4422384"/>
              <a:gd name="connsiteX6" fmla="*/ 1444506 w 2048458"/>
              <a:gd name="connsiteY6" fmla="*/ 108472 h 4422384"/>
              <a:gd name="connsiteX7" fmla="*/ 1444506 w 2048458"/>
              <a:gd name="connsiteY7" fmla="*/ 36157 h 4422384"/>
              <a:gd name="connsiteX8" fmla="*/ 1480618 w 2048458"/>
              <a:gd name="connsiteY8" fmla="*/ 0 h 4422384"/>
              <a:gd name="connsiteX9" fmla="*/ 1748350 w 2048458"/>
              <a:gd name="connsiteY9" fmla="*/ 0 h 4422384"/>
              <a:gd name="connsiteX10" fmla="*/ 2048458 w 2048458"/>
              <a:gd name="connsiteY10" fmla="*/ 299231 h 4422384"/>
              <a:gd name="connsiteX11" fmla="*/ 2048458 w 2048458"/>
              <a:gd name="connsiteY11" fmla="*/ 4160557 h 4422384"/>
              <a:gd name="connsiteX12" fmla="*/ 1788198 w 2048458"/>
              <a:gd name="connsiteY12" fmla="*/ 4422384 h 4422384"/>
              <a:gd name="connsiteX13" fmla="*/ 280184 w 2048458"/>
              <a:gd name="connsiteY13" fmla="*/ 4422384 h 4422384"/>
              <a:gd name="connsiteX14" fmla="*/ 0 w 2048458"/>
              <a:gd name="connsiteY14" fmla="*/ 4141855 h 4422384"/>
              <a:gd name="connsiteX15" fmla="*/ 0 w 2048458"/>
              <a:gd name="connsiteY15" fmla="*/ 289257 h 4422384"/>
              <a:gd name="connsiteX16" fmla="*/ 290146 w 2048458"/>
              <a:gd name="connsiteY16" fmla="*/ 0 h 4422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48458" h="4422384">
                <a:moveTo>
                  <a:pt x="290146" y="0"/>
                </a:moveTo>
                <a:lnTo>
                  <a:pt x="575312" y="0"/>
                </a:lnTo>
                <a:cubicBezTo>
                  <a:pt x="592744" y="0"/>
                  <a:pt x="605198" y="12468"/>
                  <a:pt x="605198" y="28677"/>
                </a:cubicBezTo>
                <a:lnTo>
                  <a:pt x="605198" y="108472"/>
                </a:lnTo>
                <a:cubicBezTo>
                  <a:pt x="605198" y="152109"/>
                  <a:pt x="641310" y="188267"/>
                  <a:pt x="683650" y="188267"/>
                </a:cubicBezTo>
                <a:lnTo>
                  <a:pt x="1364808" y="188267"/>
                </a:lnTo>
                <a:cubicBezTo>
                  <a:pt x="1408392" y="188267"/>
                  <a:pt x="1444506" y="152109"/>
                  <a:pt x="1444506" y="108472"/>
                </a:cubicBezTo>
                <a:lnTo>
                  <a:pt x="1444506" y="36157"/>
                </a:lnTo>
                <a:cubicBezTo>
                  <a:pt x="1444506" y="16209"/>
                  <a:pt x="1460694" y="0"/>
                  <a:pt x="1480618" y="0"/>
                </a:cubicBezTo>
                <a:lnTo>
                  <a:pt x="1748350" y="0"/>
                </a:lnTo>
                <a:cubicBezTo>
                  <a:pt x="1913970" y="0"/>
                  <a:pt x="2048458" y="134654"/>
                  <a:pt x="2048458" y="299231"/>
                </a:cubicBezTo>
                <a:lnTo>
                  <a:pt x="2048458" y="4160557"/>
                </a:lnTo>
                <a:cubicBezTo>
                  <a:pt x="2048458" y="4305186"/>
                  <a:pt x="1931404" y="4422384"/>
                  <a:pt x="1788198" y="4422384"/>
                </a:cubicBezTo>
                <a:lnTo>
                  <a:pt x="280184" y="4422384"/>
                </a:lnTo>
                <a:cubicBezTo>
                  <a:pt x="125770" y="4422384"/>
                  <a:pt x="0" y="4296458"/>
                  <a:pt x="0" y="4141855"/>
                </a:cubicBezTo>
                <a:lnTo>
                  <a:pt x="0" y="289257"/>
                </a:lnTo>
                <a:cubicBezTo>
                  <a:pt x="0" y="129667"/>
                  <a:pt x="129506" y="0"/>
                  <a:pt x="290146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20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Device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ACB25C6-A745-7649-11C4-AB528D056F10}"/>
              </a:ext>
            </a:extLst>
          </p:cNvPr>
          <p:cNvGrpSpPr/>
          <p:nvPr userDrawn="1"/>
        </p:nvGrpSpPr>
        <p:grpSpPr>
          <a:xfrm>
            <a:off x="10949083" y="3561316"/>
            <a:ext cx="11907742" cy="6835922"/>
            <a:chOff x="12848246" y="3401528"/>
            <a:chExt cx="5934809" cy="340701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A124635-80D5-5113-EB86-E984771F8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92272" y="3412520"/>
              <a:ext cx="4846761" cy="3264145"/>
            </a:xfrm>
            <a:custGeom>
              <a:avLst/>
              <a:gdLst>
                <a:gd name="T0" fmla="*/ 3883 w 3890"/>
                <a:gd name="T1" fmla="*/ 121 h 2620"/>
                <a:gd name="T2" fmla="*/ 3883 w 3890"/>
                <a:gd name="T3" fmla="*/ 121 h 2620"/>
                <a:gd name="T4" fmla="*/ 3763 w 3890"/>
                <a:gd name="T5" fmla="*/ 0 h 2620"/>
                <a:gd name="T6" fmla="*/ 126 w 3890"/>
                <a:gd name="T7" fmla="*/ 0 h 2620"/>
                <a:gd name="T8" fmla="*/ 126 w 3890"/>
                <a:gd name="T9" fmla="*/ 0 h 2620"/>
                <a:gd name="T10" fmla="*/ 4 w 3890"/>
                <a:gd name="T11" fmla="*/ 121 h 2620"/>
                <a:gd name="T12" fmla="*/ 4 w 3890"/>
                <a:gd name="T13" fmla="*/ 2619 h 2620"/>
                <a:gd name="T14" fmla="*/ 0 w 3890"/>
                <a:gd name="T15" fmla="*/ 2619 h 2620"/>
                <a:gd name="T16" fmla="*/ 0 w 3890"/>
                <a:gd name="T17" fmla="*/ 2619 h 2620"/>
                <a:gd name="T18" fmla="*/ 3889 w 3890"/>
                <a:gd name="T19" fmla="*/ 2619 h 2620"/>
                <a:gd name="T20" fmla="*/ 3889 w 3890"/>
                <a:gd name="T21" fmla="*/ 2619 h 2620"/>
                <a:gd name="T22" fmla="*/ 3883 w 3890"/>
                <a:gd name="T23" fmla="*/ 2619 h 2620"/>
                <a:gd name="T24" fmla="*/ 3883 w 3890"/>
                <a:gd name="T25" fmla="*/ 121 h 2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90" h="2620">
                  <a:moveTo>
                    <a:pt x="3883" y="121"/>
                  </a:moveTo>
                  <a:lnTo>
                    <a:pt x="3883" y="121"/>
                  </a:lnTo>
                  <a:cubicBezTo>
                    <a:pt x="3883" y="54"/>
                    <a:pt x="3829" y="0"/>
                    <a:pt x="3763" y="0"/>
                  </a:cubicBezTo>
                  <a:lnTo>
                    <a:pt x="126" y="0"/>
                  </a:lnTo>
                  <a:lnTo>
                    <a:pt x="126" y="0"/>
                  </a:lnTo>
                  <a:cubicBezTo>
                    <a:pt x="59" y="0"/>
                    <a:pt x="4" y="54"/>
                    <a:pt x="4" y="121"/>
                  </a:cubicBezTo>
                  <a:lnTo>
                    <a:pt x="4" y="2619"/>
                  </a:lnTo>
                  <a:lnTo>
                    <a:pt x="0" y="2619"/>
                  </a:lnTo>
                  <a:lnTo>
                    <a:pt x="0" y="2619"/>
                  </a:lnTo>
                  <a:lnTo>
                    <a:pt x="3889" y="2619"/>
                  </a:lnTo>
                  <a:lnTo>
                    <a:pt x="3889" y="2619"/>
                  </a:lnTo>
                  <a:lnTo>
                    <a:pt x="3883" y="2619"/>
                  </a:lnTo>
                  <a:lnTo>
                    <a:pt x="3883" y="121"/>
                  </a:lnTo>
                </a:path>
              </a:pathLst>
            </a:custGeom>
            <a:solidFill>
              <a:srgbClr val="02020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FE70B280-B3F7-89CD-239D-244CC100C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6775" y="3401528"/>
              <a:ext cx="4857750" cy="3275134"/>
            </a:xfrm>
            <a:custGeom>
              <a:avLst/>
              <a:gdLst>
                <a:gd name="T0" fmla="*/ 3768 w 3900"/>
                <a:gd name="T1" fmla="*/ 0 h 2630"/>
                <a:gd name="T2" fmla="*/ 131 w 3900"/>
                <a:gd name="T3" fmla="*/ 0 h 2630"/>
                <a:gd name="T4" fmla="*/ 131 w 3900"/>
                <a:gd name="T5" fmla="*/ 0 h 2630"/>
                <a:gd name="T6" fmla="*/ 0 w 3900"/>
                <a:gd name="T7" fmla="*/ 131 h 2630"/>
                <a:gd name="T8" fmla="*/ 0 w 3900"/>
                <a:gd name="T9" fmla="*/ 2629 h 2630"/>
                <a:gd name="T10" fmla="*/ 5 w 3900"/>
                <a:gd name="T11" fmla="*/ 2629 h 2630"/>
                <a:gd name="T12" fmla="*/ 9 w 3900"/>
                <a:gd name="T13" fmla="*/ 2629 h 2630"/>
                <a:gd name="T14" fmla="*/ 9 w 3900"/>
                <a:gd name="T15" fmla="*/ 131 h 2630"/>
                <a:gd name="T16" fmla="*/ 9 w 3900"/>
                <a:gd name="T17" fmla="*/ 131 h 2630"/>
                <a:gd name="T18" fmla="*/ 131 w 3900"/>
                <a:gd name="T19" fmla="*/ 10 h 2630"/>
                <a:gd name="T20" fmla="*/ 3768 w 3900"/>
                <a:gd name="T21" fmla="*/ 10 h 2630"/>
                <a:gd name="T22" fmla="*/ 3768 w 3900"/>
                <a:gd name="T23" fmla="*/ 10 h 2630"/>
                <a:gd name="T24" fmla="*/ 3888 w 3900"/>
                <a:gd name="T25" fmla="*/ 131 h 2630"/>
                <a:gd name="T26" fmla="*/ 3888 w 3900"/>
                <a:gd name="T27" fmla="*/ 2629 h 2630"/>
                <a:gd name="T28" fmla="*/ 3894 w 3900"/>
                <a:gd name="T29" fmla="*/ 2629 h 2630"/>
                <a:gd name="T30" fmla="*/ 3899 w 3900"/>
                <a:gd name="T31" fmla="*/ 2629 h 2630"/>
                <a:gd name="T32" fmla="*/ 3899 w 3900"/>
                <a:gd name="T33" fmla="*/ 131 h 2630"/>
                <a:gd name="T34" fmla="*/ 3899 w 3900"/>
                <a:gd name="T35" fmla="*/ 131 h 2630"/>
                <a:gd name="T36" fmla="*/ 3768 w 3900"/>
                <a:gd name="T37" fmla="*/ 0 h 2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00" h="2630">
                  <a:moveTo>
                    <a:pt x="3768" y="0"/>
                  </a:moveTo>
                  <a:lnTo>
                    <a:pt x="131" y="0"/>
                  </a:lnTo>
                  <a:lnTo>
                    <a:pt x="131" y="0"/>
                  </a:lnTo>
                  <a:cubicBezTo>
                    <a:pt x="58" y="0"/>
                    <a:pt x="0" y="59"/>
                    <a:pt x="0" y="131"/>
                  </a:cubicBezTo>
                  <a:lnTo>
                    <a:pt x="0" y="2629"/>
                  </a:lnTo>
                  <a:lnTo>
                    <a:pt x="5" y="2629"/>
                  </a:lnTo>
                  <a:lnTo>
                    <a:pt x="9" y="2629"/>
                  </a:lnTo>
                  <a:lnTo>
                    <a:pt x="9" y="131"/>
                  </a:lnTo>
                  <a:lnTo>
                    <a:pt x="9" y="131"/>
                  </a:lnTo>
                  <a:cubicBezTo>
                    <a:pt x="9" y="64"/>
                    <a:pt x="64" y="10"/>
                    <a:pt x="131" y="10"/>
                  </a:cubicBezTo>
                  <a:lnTo>
                    <a:pt x="3768" y="10"/>
                  </a:lnTo>
                  <a:lnTo>
                    <a:pt x="3768" y="10"/>
                  </a:lnTo>
                  <a:cubicBezTo>
                    <a:pt x="3834" y="10"/>
                    <a:pt x="3888" y="64"/>
                    <a:pt x="3888" y="131"/>
                  </a:cubicBezTo>
                  <a:lnTo>
                    <a:pt x="3888" y="2629"/>
                  </a:lnTo>
                  <a:lnTo>
                    <a:pt x="3894" y="2629"/>
                  </a:lnTo>
                  <a:lnTo>
                    <a:pt x="3899" y="2629"/>
                  </a:lnTo>
                  <a:lnTo>
                    <a:pt x="3899" y="131"/>
                  </a:lnTo>
                  <a:lnTo>
                    <a:pt x="3899" y="131"/>
                  </a:lnTo>
                  <a:cubicBezTo>
                    <a:pt x="3899" y="59"/>
                    <a:pt x="3840" y="0"/>
                    <a:pt x="3768" y="0"/>
                  </a:cubicBezTo>
                </a:path>
              </a:pathLst>
            </a:custGeom>
            <a:solidFill>
              <a:srgbClr val="7F7F8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E1381131-6869-1EC2-5865-83159ABFC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48246" y="6676662"/>
              <a:ext cx="5934809" cy="131884"/>
            </a:xfrm>
            <a:custGeom>
              <a:avLst/>
              <a:gdLst>
                <a:gd name="T0" fmla="*/ 0 w 4762"/>
                <a:gd name="T1" fmla="*/ 0 h 105"/>
                <a:gd name="T2" fmla="*/ 0 w 4762"/>
                <a:gd name="T3" fmla="*/ 0 h 105"/>
                <a:gd name="T4" fmla="*/ 104 w 4762"/>
                <a:gd name="T5" fmla="*/ 104 h 105"/>
                <a:gd name="T6" fmla="*/ 4656 w 4762"/>
                <a:gd name="T7" fmla="*/ 104 h 105"/>
                <a:gd name="T8" fmla="*/ 4656 w 4762"/>
                <a:gd name="T9" fmla="*/ 104 h 105"/>
                <a:gd name="T10" fmla="*/ 4761 w 4762"/>
                <a:gd name="T11" fmla="*/ 0 h 105"/>
                <a:gd name="T12" fmla="*/ 0 w 4762"/>
                <a:gd name="T1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62" h="105">
                  <a:moveTo>
                    <a:pt x="0" y="0"/>
                  </a:moveTo>
                  <a:lnTo>
                    <a:pt x="0" y="0"/>
                  </a:lnTo>
                  <a:cubicBezTo>
                    <a:pt x="0" y="58"/>
                    <a:pt x="46" y="104"/>
                    <a:pt x="104" y="104"/>
                  </a:cubicBezTo>
                  <a:lnTo>
                    <a:pt x="4656" y="104"/>
                  </a:lnTo>
                  <a:lnTo>
                    <a:pt x="4656" y="104"/>
                  </a:lnTo>
                  <a:cubicBezTo>
                    <a:pt x="4714" y="104"/>
                    <a:pt x="4761" y="58"/>
                    <a:pt x="4761" y="0"/>
                  </a:cubicBezTo>
                  <a:lnTo>
                    <a:pt x="0" y="0"/>
                  </a:lnTo>
                </a:path>
              </a:pathLst>
            </a:custGeom>
            <a:solidFill>
              <a:srgbClr val="ACAFB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113EF2B-2445-4A4F-F040-1EDD581C3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10091" y="6676662"/>
              <a:ext cx="1016613" cy="60445"/>
            </a:xfrm>
            <a:custGeom>
              <a:avLst/>
              <a:gdLst>
                <a:gd name="T0" fmla="*/ 0 w 817"/>
                <a:gd name="T1" fmla="*/ 0 h 50"/>
                <a:gd name="T2" fmla="*/ 0 w 817"/>
                <a:gd name="T3" fmla="*/ 0 h 50"/>
                <a:gd name="T4" fmla="*/ 50 w 817"/>
                <a:gd name="T5" fmla="*/ 49 h 50"/>
                <a:gd name="T6" fmla="*/ 767 w 817"/>
                <a:gd name="T7" fmla="*/ 49 h 50"/>
                <a:gd name="T8" fmla="*/ 767 w 817"/>
                <a:gd name="T9" fmla="*/ 49 h 50"/>
                <a:gd name="T10" fmla="*/ 816 w 817"/>
                <a:gd name="T11" fmla="*/ 0 h 50"/>
                <a:gd name="T12" fmla="*/ 0 w 817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7" h="50">
                  <a:moveTo>
                    <a:pt x="0" y="0"/>
                  </a:moveTo>
                  <a:lnTo>
                    <a:pt x="0" y="0"/>
                  </a:lnTo>
                  <a:cubicBezTo>
                    <a:pt x="0" y="28"/>
                    <a:pt x="22" y="49"/>
                    <a:pt x="50" y="49"/>
                  </a:cubicBezTo>
                  <a:lnTo>
                    <a:pt x="767" y="49"/>
                  </a:lnTo>
                  <a:lnTo>
                    <a:pt x="767" y="49"/>
                  </a:lnTo>
                  <a:cubicBezTo>
                    <a:pt x="794" y="49"/>
                    <a:pt x="816" y="28"/>
                    <a:pt x="816" y="0"/>
                  </a:cubicBezTo>
                  <a:lnTo>
                    <a:pt x="0" y="0"/>
                  </a:lnTo>
                </a:path>
              </a:pathLst>
            </a:custGeom>
            <a:solidFill>
              <a:srgbClr val="5C5B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90396EE-DACF-A90F-AE80-AD17213C3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2678" y="3467470"/>
              <a:ext cx="65943" cy="65943"/>
            </a:xfrm>
            <a:custGeom>
              <a:avLst/>
              <a:gdLst>
                <a:gd name="T0" fmla="*/ 26 w 54"/>
                <a:gd name="T1" fmla="*/ 0 h 54"/>
                <a:gd name="T2" fmla="*/ 26 w 54"/>
                <a:gd name="T3" fmla="*/ 0 h 54"/>
                <a:gd name="T4" fmla="*/ 0 w 54"/>
                <a:gd name="T5" fmla="*/ 27 h 54"/>
                <a:gd name="T6" fmla="*/ 0 w 54"/>
                <a:gd name="T7" fmla="*/ 27 h 54"/>
                <a:gd name="T8" fmla="*/ 26 w 54"/>
                <a:gd name="T9" fmla="*/ 53 h 54"/>
                <a:gd name="T10" fmla="*/ 26 w 54"/>
                <a:gd name="T11" fmla="*/ 53 h 54"/>
                <a:gd name="T12" fmla="*/ 53 w 54"/>
                <a:gd name="T13" fmla="*/ 27 h 54"/>
                <a:gd name="T14" fmla="*/ 53 w 54"/>
                <a:gd name="T15" fmla="*/ 27 h 54"/>
                <a:gd name="T16" fmla="*/ 26 w 54"/>
                <a:gd name="T17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54">
                  <a:moveTo>
                    <a:pt x="26" y="0"/>
                  </a:moveTo>
                  <a:lnTo>
                    <a:pt x="26" y="0"/>
                  </a:lnTo>
                  <a:cubicBezTo>
                    <a:pt x="12" y="0"/>
                    <a:pt x="0" y="12"/>
                    <a:pt x="0" y="27"/>
                  </a:cubicBezTo>
                  <a:lnTo>
                    <a:pt x="0" y="27"/>
                  </a:lnTo>
                  <a:cubicBezTo>
                    <a:pt x="0" y="41"/>
                    <a:pt x="12" y="53"/>
                    <a:pt x="26" y="53"/>
                  </a:cubicBezTo>
                  <a:lnTo>
                    <a:pt x="26" y="53"/>
                  </a:lnTo>
                  <a:cubicBezTo>
                    <a:pt x="41" y="53"/>
                    <a:pt x="53" y="41"/>
                    <a:pt x="53" y="27"/>
                  </a:cubicBezTo>
                  <a:lnTo>
                    <a:pt x="53" y="27"/>
                  </a:lnTo>
                  <a:cubicBezTo>
                    <a:pt x="53" y="12"/>
                    <a:pt x="41" y="0"/>
                    <a:pt x="26" y="0"/>
                  </a:cubicBezTo>
                </a:path>
              </a:pathLst>
            </a:custGeom>
            <a:solidFill>
              <a:srgbClr val="5C5B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8AEC76E5-BDE2-F372-F924-28962528F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99167" y="3483955"/>
              <a:ext cx="32972" cy="32972"/>
            </a:xfrm>
            <a:custGeom>
              <a:avLst/>
              <a:gdLst>
                <a:gd name="T0" fmla="*/ 12 w 27"/>
                <a:gd name="T1" fmla="*/ 0 h 28"/>
                <a:gd name="T2" fmla="*/ 12 w 27"/>
                <a:gd name="T3" fmla="*/ 0 h 28"/>
                <a:gd name="T4" fmla="*/ 0 w 27"/>
                <a:gd name="T5" fmla="*/ 14 h 28"/>
                <a:gd name="T6" fmla="*/ 0 w 27"/>
                <a:gd name="T7" fmla="*/ 14 h 28"/>
                <a:gd name="T8" fmla="*/ 12 w 27"/>
                <a:gd name="T9" fmla="*/ 27 h 28"/>
                <a:gd name="T10" fmla="*/ 12 w 27"/>
                <a:gd name="T11" fmla="*/ 27 h 28"/>
                <a:gd name="T12" fmla="*/ 26 w 27"/>
                <a:gd name="T13" fmla="*/ 14 h 28"/>
                <a:gd name="T14" fmla="*/ 26 w 27"/>
                <a:gd name="T15" fmla="*/ 14 h 28"/>
                <a:gd name="T16" fmla="*/ 12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12" y="0"/>
                  </a:moveTo>
                  <a:lnTo>
                    <a:pt x="12" y="0"/>
                  </a:lnTo>
                  <a:cubicBezTo>
                    <a:pt x="5" y="0"/>
                    <a:pt x="0" y="6"/>
                    <a:pt x="0" y="14"/>
                  </a:cubicBezTo>
                  <a:lnTo>
                    <a:pt x="0" y="14"/>
                  </a:lnTo>
                  <a:cubicBezTo>
                    <a:pt x="0" y="21"/>
                    <a:pt x="5" y="27"/>
                    <a:pt x="12" y="27"/>
                  </a:cubicBezTo>
                  <a:lnTo>
                    <a:pt x="12" y="27"/>
                  </a:lnTo>
                  <a:cubicBezTo>
                    <a:pt x="20" y="27"/>
                    <a:pt x="26" y="21"/>
                    <a:pt x="26" y="14"/>
                  </a:cubicBezTo>
                  <a:lnTo>
                    <a:pt x="26" y="14"/>
                  </a:lnTo>
                  <a:cubicBezTo>
                    <a:pt x="26" y="6"/>
                    <a:pt x="20" y="0"/>
                    <a:pt x="12" y="0"/>
                  </a:cubicBezTo>
                </a:path>
              </a:pathLst>
            </a:custGeom>
            <a:solidFill>
              <a:srgbClr val="ADACB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2E397C2E-94B8-DAE3-516A-B717D0D74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4156" y="3610347"/>
              <a:ext cx="4588485" cy="2890471"/>
            </a:xfrm>
            <a:custGeom>
              <a:avLst/>
              <a:gdLst>
                <a:gd name="T0" fmla="*/ 0 w 3682"/>
                <a:gd name="T1" fmla="*/ 2317 h 2318"/>
                <a:gd name="T2" fmla="*/ 3681 w 3682"/>
                <a:gd name="T3" fmla="*/ 2317 h 2318"/>
                <a:gd name="T4" fmla="*/ 3681 w 3682"/>
                <a:gd name="T5" fmla="*/ 0 h 2318"/>
                <a:gd name="T6" fmla="*/ 0 w 3682"/>
                <a:gd name="T7" fmla="*/ 0 h 2318"/>
                <a:gd name="T8" fmla="*/ 0 w 3682"/>
                <a:gd name="T9" fmla="*/ 2317 h 2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82" h="2318">
                  <a:moveTo>
                    <a:pt x="0" y="2317"/>
                  </a:moveTo>
                  <a:lnTo>
                    <a:pt x="3681" y="2317"/>
                  </a:lnTo>
                  <a:lnTo>
                    <a:pt x="3681" y="0"/>
                  </a:lnTo>
                  <a:lnTo>
                    <a:pt x="0" y="0"/>
                  </a:lnTo>
                  <a:lnTo>
                    <a:pt x="0" y="2317"/>
                  </a:lnTo>
                </a:path>
              </a:pathLst>
            </a:custGeom>
            <a:solidFill>
              <a:srgbClr val="EBDD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b="0" i="0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18" name="Picture Placeholder 129">
            <a:extLst>
              <a:ext uri="{FF2B5EF4-FFF2-40B4-BE49-F238E27FC236}">
                <a16:creationId xmlns:a16="http://schemas.microsoft.com/office/drawing/2014/main" id="{F885ACD0-899F-7633-7236-D764793979E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2294227" y="3981798"/>
            <a:ext cx="9203946" cy="5797007"/>
          </a:xfrm>
          <a:custGeom>
            <a:avLst/>
            <a:gdLst>
              <a:gd name="connsiteX0" fmla="*/ 0 w 4587240"/>
              <a:gd name="connsiteY0" fmla="*/ 0 h 2889224"/>
              <a:gd name="connsiteX1" fmla="*/ 4587240 w 4587240"/>
              <a:gd name="connsiteY1" fmla="*/ 0 h 2889224"/>
              <a:gd name="connsiteX2" fmla="*/ 4587240 w 4587240"/>
              <a:gd name="connsiteY2" fmla="*/ 2889224 h 2889224"/>
              <a:gd name="connsiteX3" fmla="*/ 0 w 4587240"/>
              <a:gd name="connsiteY3" fmla="*/ 2889224 h 2889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240" h="2889224">
                <a:moveTo>
                  <a:pt x="0" y="0"/>
                </a:moveTo>
                <a:lnTo>
                  <a:pt x="4587240" y="0"/>
                </a:lnTo>
                <a:lnTo>
                  <a:pt x="4587240" y="2889224"/>
                </a:lnTo>
                <a:lnTo>
                  <a:pt x="0" y="288922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10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1" r:id="rId2"/>
    <p:sldLayoutId id="2147484022" r:id="rId3"/>
    <p:sldLayoutId id="2147484023" r:id="rId4"/>
    <p:sldLayoutId id="2147484024" r:id="rId5"/>
    <p:sldLayoutId id="2147484031" r:id="rId6"/>
    <p:sldLayoutId id="2147484032" r:id="rId7"/>
    <p:sldLayoutId id="2147484034" r:id="rId8"/>
    <p:sldLayoutId id="2147484035" r:id="rId9"/>
    <p:sldLayoutId id="2147484036" r:id="rId10"/>
    <p:sldLayoutId id="2147484037" r:id="rId11"/>
    <p:sldLayoutId id="2147484033" r:id="rId12"/>
    <p:sldLayoutId id="2147484027" r:id="rId13"/>
    <p:sldLayoutId id="2147484029" r:id="rId14"/>
  </p:sldLayoutIdLst>
  <p:hf hdr="0" ftr="0" dt="0"/>
  <p:txStyles>
    <p:titleStyle>
      <a:lvl1pPr algn="ctr" defTabSz="1828434" rtl="0" eaLnBrk="1" latinLnBrk="0" hangingPunct="1">
        <a:lnSpc>
          <a:spcPct val="90000"/>
        </a:lnSpc>
        <a:spcBef>
          <a:spcPct val="0"/>
        </a:spcBef>
        <a:buNone/>
        <a:defRPr lang="en-US" sz="8800" b="0" i="0" kern="1200">
          <a:solidFill>
            <a:schemeClr val="tx2"/>
          </a:solidFill>
          <a:latin typeface="Red Hat Display" panose="02010303040201060303" pitchFamily="2" charset="0"/>
          <a:ea typeface="Arimo" panose="020B0604020202020204" pitchFamily="34" charset="0"/>
          <a:cs typeface="Arimo" panose="020B0604020202020204" pitchFamily="34" charset="0"/>
        </a:defRPr>
      </a:lvl1pPr>
    </p:titleStyle>
    <p:bodyStyle>
      <a:lvl1pPr marL="457109" indent="-457109" algn="l" defTabSz="1828434" rtl="0" eaLnBrk="1" latinLnBrk="0" hangingPunct="1">
        <a:lnSpc>
          <a:spcPts val="4200"/>
        </a:lnSpc>
        <a:spcBef>
          <a:spcPts val="2000"/>
        </a:spcBef>
        <a:buFont typeface="Arial" panose="020B0604020202020204" pitchFamily="34" charset="0"/>
        <a:buChar char="•"/>
        <a:defRPr lang="en-US" sz="4000" b="0" i="0" kern="1200" dirty="0" smtClean="0">
          <a:solidFill>
            <a:schemeClr val="tx1"/>
          </a:solidFill>
          <a:effectLst/>
          <a:latin typeface="Red Hat Display" panose="02010303040201060303" pitchFamily="2" charset="0"/>
          <a:ea typeface="Open Sans Light" panose="020B0306030504020204" pitchFamily="34" charset="0"/>
          <a:cs typeface="Open Sans" charset="0"/>
        </a:defRPr>
      </a:lvl1pPr>
      <a:lvl2pPr marL="1371326" indent="-457109" algn="l" defTabSz="1828434" rtl="0" eaLnBrk="1" latinLnBrk="0" hangingPunct="1">
        <a:lnSpc>
          <a:spcPts val="42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dirty="0" smtClean="0">
          <a:solidFill>
            <a:schemeClr val="tx1"/>
          </a:solidFill>
          <a:effectLst/>
          <a:latin typeface="Red Hat Display" panose="02010303040201060303" pitchFamily="2" charset="0"/>
          <a:ea typeface="Open Sans Light" panose="020B0306030504020204" pitchFamily="34" charset="0"/>
          <a:cs typeface="Open Sans" charset="0"/>
        </a:defRPr>
      </a:lvl2pPr>
      <a:lvl3pPr marL="2285543" indent="-457109" algn="l" defTabSz="1828434" rtl="0" eaLnBrk="1" latinLnBrk="0" hangingPunct="1">
        <a:lnSpc>
          <a:spcPts val="4200"/>
        </a:lnSpc>
        <a:spcBef>
          <a:spcPts val="1000"/>
        </a:spcBef>
        <a:buFont typeface="Arial" panose="020B0604020202020204" pitchFamily="34" charset="0"/>
        <a:buChar char="•"/>
        <a:defRPr lang="en-US" sz="2800" b="0" i="0" kern="1200" dirty="0" smtClean="0">
          <a:solidFill>
            <a:schemeClr val="tx1"/>
          </a:solidFill>
          <a:effectLst/>
          <a:latin typeface="Red Hat Display" panose="02010303040201060303" pitchFamily="2" charset="0"/>
          <a:ea typeface="Open Sans Light" panose="020B0306030504020204" pitchFamily="34" charset="0"/>
          <a:cs typeface="Open Sans" charset="0"/>
        </a:defRPr>
      </a:lvl3pPr>
      <a:lvl4pPr marL="3199760" indent="-457109" algn="l" defTabSz="1828434" rtl="0" eaLnBrk="1" latinLnBrk="0" hangingPunct="1">
        <a:lnSpc>
          <a:spcPts val="42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Red Hat Display" panose="02010303040201060303" pitchFamily="2" charset="0"/>
          <a:ea typeface="Open Sans Light" panose="020B0306030504020204" pitchFamily="34" charset="0"/>
          <a:cs typeface="Open Sans" charset="0"/>
        </a:defRPr>
      </a:lvl4pPr>
      <a:lvl5pPr marL="4113977" indent="-457109" algn="l" defTabSz="1828434" rtl="0" eaLnBrk="1" latinLnBrk="0" hangingPunct="1">
        <a:lnSpc>
          <a:spcPts val="42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>
          <a:solidFill>
            <a:schemeClr val="tx1"/>
          </a:solidFill>
          <a:effectLst/>
          <a:latin typeface="Red Hat Display" panose="02010303040201060303" pitchFamily="2" charset="0"/>
          <a:ea typeface="Open Sans Light" panose="020B0306030504020204" pitchFamily="34" charset="0"/>
          <a:cs typeface="Open Sans" charset="0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78" userDrawn="1">
          <p15:clr>
            <a:srgbClr val="A4A3A4"/>
          </p15:clr>
        </p15:guide>
        <p15:guide id="3" pos="958" userDrawn="1">
          <p15:clr>
            <a:srgbClr val="A4A3A4"/>
          </p15:clr>
        </p15:guide>
        <p15:guide id="4" pos="14398" userDrawn="1">
          <p15:clr>
            <a:srgbClr val="A4A3A4"/>
          </p15:clr>
        </p15:guide>
        <p15:guide id="5" orient="horz" pos="8160" userDrawn="1">
          <p15:clr>
            <a:srgbClr val="A4A3A4"/>
          </p15:clr>
        </p15:guide>
        <p15:guide id="6" orient="horz" pos="48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computer with a screen and keyboard&#10;&#10;Description automatically generated">
            <a:extLst>
              <a:ext uri="{FF2B5EF4-FFF2-40B4-BE49-F238E27FC236}">
                <a16:creationId xmlns:a16="http://schemas.microsoft.com/office/drawing/2014/main" id="{2A2DE5E2-CD99-5202-C03F-AF545E898600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4377650" cy="13716000"/>
          </a:xfrm>
        </p:spPr>
      </p:pic>
      <p:grpSp>
        <p:nvGrpSpPr>
          <p:cNvPr id="7" name="Graphic 44">
            <a:extLst>
              <a:ext uri="{FF2B5EF4-FFF2-40B4-BE49-F238E27FC236}">
                <a16:creationId xmlns:a16="http://schemas.microsoft.com/office/drawing/2014/main" id="{23345D1C-9666-07B0-5981-9E7DB505AB84}"/>
              </a:ext>
            </a:extLst>
          </p:cNvPr>
          <p:cNvGrpSpPr/>
          <p:nvPr/>
        </p:nvGrpSpPr>
        <p:grpSpPr>
          <a:xfrm rot="939546">
            <a:off x="19652164" y="3903508"/>
            <a:ext cx="1872665" cy="2219455"/>
            <a:chOff x="22165217" y="1707479"/>
            <a:chExt cx="1028700" cy="1219200"/>
          </a:xfrm>
          <a:solidFill>
            <a:schemeClr val="bg1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1E6A176-1231-8826-81DC-AE4C85D51CB8}"/>
                </a:ext>
              </a:extLst>
            </p:cNvPr>
            <p:cNvSpPr/>
            <p:nvPr/>
          </p:nvSpPr>
          <p:spPr>
            <a:xfrm>
              <a:off x="22165217" y="1707479"/>
              <a:ext cx="1028700" cy="1219200"/>
            </a:xfrm>
            <a:custGeom>
              <a:avLst/>
              <a:gdLst>
                <a:gd name="connsiteX0" fmla="*/ 900113 w 1028700"/>
                <a:gd name="connsiteY0" fmla="*/ 295275 h 1219200"/>
                <a:gd name="connsiteX1" fmla="*/ 866775 w 1028700"/>
                <a:gd name="connsiteY1" fmla="*/ 295275 h 1219200"/>
                <a:gd name="connsiteX2" fmla="*/ 866775 w 1028700"/>
                <a:gd name="connsiteY2" fmla="*/ 128588 h 1219200"/>
                <a:gd name="connsiteX3" fmla="*/ 738188 w 1028700"/>
                <a:gd name="connsiteY3" fmla="*/ 0 h 1219200"/>
                <a:gd name="connsiteX4" fmla="*/ 290513 w 1028700"/>
                <a:gd name="connsiteY4" fmla="*/ 0 h 1219200"/>
                <a:gd name="connsiteX5" fmla="*/ 161925 w 1028700"/>
                <a:gd name="connsiteY5" fmla="*/ 128588 h 1219200"/>
                <a:gd name="connsiteX6" fmla="*/ 161925 w 1028700"/>
                <a:gd name="connsiteY6" fmla="*/ 295275 h 1219200"/>
                <a:gd name="connsiteX7" fmla="*/ 128588 w 1028700"/>
                <a:gd name="connsiteY7" fmla="*/ 295275 h 1219200"/>
                <a:gd name="connsiteX8" fmla="*/ 0 w 1028700"/>
                <a:gd name="connsiteY8" fmla="*/ 423863 h 1219200"/>
                <a:gd name="connsiteX9" fmla="*/ 0 w 1028700"/>
                <a:gd name="connsiteY9" fmla="*/ 1090613 h 1219200"/>
                <a:gd name="connsiteX10" fmla="*/ 128588 w 1028700"/>
                <a:gd name="connsiteY10" fmla="*/ 1219200 h 1219200"/>
                <a:gd name="connsiteX11" fmla="*/ 900113 w 1028700"/>
                <a:gd name="connsiteY11" fmla="*/ 1219200 h 1219200"/>
                <a:gd name="connsiteX12" fmla="*/ 1028700 w 1028700"/>
                <a:gd name="connsiteY12" fmla="*/ 1090613 h 1219200"/>
                <a:gd name="connsiteX13" fmla="*/ 1028700 w 1028700"/>
                <a:gd name="connsiteY13" fmla="*/ 423863 h 1219200"/>
                <a:gd name="connsiteX14" fmla="*/ 900113 w 1028700"/>
                <a:gd name="connsiteY14" fmla="*/ 295275 h 1219200"/>
                <a:gd name="connsiteX15" fmla="*/ 190500 w 1028700"/>
                <a:gd name="connsiteY15" fmla="*/ 128588 h 1219200"/>
                <a:gd name="connsiteX16" fmla="*/ 290513 w 1028700"/>
                <a:gd name="connsiteY16" fmla="*/ 28575 h 1219200"/>
                <a:gd name="connsiteX17" fmla="*/ 738188 w 1028700"/>
                <a:gd name="connsiteY17" fmla="*/ 28575 h 1219200"/>
                <a:gd name="connsiteX18" fmla="*/ 838200 w 1028700"/>
                <a:gd name="connsiteY18" fmla="*/ 128588 h 1219200"/>
                <a:gd name="connsiteX19" fmla="*/ 838200 w 1028700"/>
                <a:gd name="connsiteY19" fmla="*/ 295275 h 1219200"/>
                <a:gd name="connsiteX20" fmla="*/ 190500 w 1028700"/>
                <a:gd name="connsiteY20" fmla="*/ 295275 h 1219200"/>
                <a:gd name="connsiteX21" fmla="*/ 190500 w 1028700"/>
                <a:gd name="connsiteY21" fmla="*/ 128588 h 1219200"/>
                <a:gd name="connsiteX22" fmla="*/ 1000125 w 1028700"/>
                <a:gd name="connsiteY22" fmla="*/ 1090613 h 1219200"/>
                <a:gd name="connsiteX23" fmla="*/ 900113 w 1028700"/>
                <a:gd name="connsiteY23" fmla="*/ 1190625 h 1219200"/>
                <a:gd name="connsiteX24" fmla="*/ 128588 w 1028700"/>
                <a:gd name="connsiteY24" fmla="*/ 1190625 h 1219200"/>
                <a:gd name="connsiteX25" fmla="*/ 28575 w 1028700"/>
                <a:gd name="connsiteY25" fmla="*/ 1090613 h 1219200"/>
                <a:gd name="connsiteX26" fmla="*/ 28575 w 1028700"/>
                <a:gd name="connsiteY26" fmla="*/ 423863 h 1219200"/>
                <a:gd name="connsiteX27" fmla="*/ 128588 w 1028700"/>
                <a:gd name="connsiteY27" fmla="*/ 323850 h 1219200"/>
                <a:gd name="connsiteX28" fmla="*/ 900113 w 1028700"/>
                <a:gd name="connsiteY28" fmla="*/ 323850 h 1219200"/>
                <a:gd name="connsiteX29" fmla="*/ 1000125 w 1028700"/>
                <a:gd name="connsiteY29" fmla="*/ 423863 h 1219200"/>
                <a:gd name="connsiteX30" fmla="*/ 1000125 w 1028700"/>
                <a:gd name="connsiteY30" fmla="*/ 1090613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028700" h="1219200">
                  <a:moveTo>
                    <a:pt x="900113" y="295275"/>
                  </a:moveTo>
                  <a:lnTo>
                    <a:pt x="866775" y="295275"/>
                  </a:lnTo>
                  <a:lnTo>
                    <a:pt x="866775" y="128588"/>
                  </a:lnTo>
                  <a:cubicBezTo>
                    <a:pt x="866775" y="58103"/>
                    <a:pt x="808673" y="0"/>
                    <a:pt x="738188" y="0"/>
                  </a:cubicBezTo>
                  <a:lnTo>
                    <a:pt x="290513" y="0"/>
                  </a:lnTo>
                  <a:cubicBezTo>
                    <a:pt x="220028" y="0"/>
                    <a:pt x="161925" y="58103"/>
                    <a:pt x="161925" y="128588"/>
                  </a:cubicBezTo>
                  <a:lnTo>
                    <a:pt x="161925" y="295275"/>
                  </a:lnTo>
                  <a:lnTo>
                    <a:pt x="128588" y="295275"/>
                  </a:lnTo>
                  <a:cubicBezTo>
                    <a:pt x="58103" y="295275"/>
                    <a:pt x="0" y="353378"/>
                    <a:pt x="0" y="423863"/>
                  </a:cubicBezTo>
                  <a:lnTo>
                    <a:pt x="0" y="1090613"/>
                  </a:lnTo>
                  <a:cubicBezTo>
                    <a:pt x="0" y="1161098"/>
                    <a:pt x="58103" y="1219200"/>
                    <a:pt x="128588" y="1219200"/>
                  </a:cubicBezTo>
                  <a:lnTo>
                    <a:pt x="900113" y="1219200"/>
                  </a:lnTo>
                  <a:cubicBezTo>
                    <a:pt x="970598" y="1219200"/>
                    <a:pt x="1028700" y="1161098"/>
                    <a:pt x="1028700" y="1090613"/>
                  </a:cubicBezTo>
                  <a:lnTo>
                    <a:pt x="1028700" y="423863"/>
                  </a:lnTo>
                  <a:cubicBezTo>
                    <a:pt x="1028700" y="353378"/>
                    <a:pt x="970598" y="295275"/>
                    <a:pt x="900113" y="295275"/>
                  </a:cubicBezTo>
                  <a:close/>
                  <a:moveTo>
                    <a:pt x="190500" y="128588"/>
                  </a:moveTo>
                  <a:cubicBezTo>
                    <a:pt x="190500" y="73343"/>
                    <a:pt x="235268" y="28575"/>
                    <a:pt x="290513" y="28575"/>
                  </a:cubicBezTo>
                  <a:lnTo>
                    <a:pt x="738188" y="28575"/>
                  </a:lnTo>
                  <a:cubicBezTo>
                    <a:pt x="793433" y="28575"/>
                    <a:pt x="838200" y="73343"/>
                    <a:pt x="838200" y="128588"/>
                  </a:cubicBezTo>
                  <a:lnTo>
                    <a:pt x="838200" y="295275"/>
                  </a:lnTo>
                  <a:lnTo>
                    <a:pt x="190500" y="295275"/>
                  </a:lnTo>
                  <a:lnTo>
                    <a:pt x="190500" y="128588"/>
                  </a:lnTo>
                  <a:close/>
                  <a:moveTo>
                    <a:pt x="1000125" y="1090613"/>
                  </a:moveTo>
                  <a:cubicBezTo>
                    <a:pt x="1000125" y="1145858"/>
                    <a:pt x="955358" y="1190625"/>
                    <a:pt x="900113" y="1190625"/>
                  </a:cubicBezTo>
                  <a:lnTo>
                    <a:pt x="128588" y="1190625"/>
                  </a:lnTo>
                  <a:cubicBezTo>
                    <a:pt x="73343" y="1190625"/>
                    <a:pt x="28575" y="1145858"/>
                    <a:pt x="28575" y="1090613"/>
                  </a:cubicBezTo>
                  <a:lnTo>
                    <a:pt x="28575" y="423863"/>
                  </a:lnTo>
                  <a:cubicBezTo>
                    <a:pt x="28575" y="368618"/>
                    <a:pt x="73343" y="323850"/>
                    <a:pt x="128588" y="323850"/>
                  </a:cubicBezTo>
                  <a:lnTo>
                    <a:pt x="900113" y="323850"/>
                  </a:lnTo>
                  <a:cubicBezTo>
                    <a:pt x="955358" y="323850"/>
                    <a:pt x="1000125" y="368618"/>
                    <a:pt x="1000125" y="423863"/>
                  </a:cubicBezTo>
                  <a:lnTo>
                    <a:pt x="1000125" y="10906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  <a:latin typeface="Red Hat Display" panose="02010303040201060303" pitchFamily="2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A7DC2E6-A6C7-C607-7A3D-494F95362DE1}"/>
                </a:ext>
              </a:extLst>
            </p:cNvPr>
            <p:cNvSpPr/>
            <p:nvPr/>
          </p:nvSpPr>
          <p:spPr>
            <a:xfrm>
              <a:off x="22570029" y="2250404"/>
              <a:ext cx="219075" cy="447675"/>
            </a:xfrm>
            <a:custGeom>
              <a:avLst/>
              <a:gdLst>
                <a:gd name="connsiteX0" fmla="*/ 109538 w 219075"/>
                <a:gd name="connsiteY0" fmla="*/ 0 h 447675"/>
                <a:gd name="connsiteX1" fmla="*/ 0 w 219075"/>
                <a:gd name="connsiteY1" fmla="*/ 109538 h 447675"/>
                <a:gd name="connsiteX2" fmla="*/ 61913 w 219075"/>
                <a:gd name="connsiteY2" fmla="*/ 207645 h 447675"/>
                <a:gd name="connsiteX3" fmla="*/ 61913 w 219075"/>
                <a:gd name="connsiteY3" fmla="*/ 400050 h 447675"/>
                <a:gd name="connsiteX4" fmla="*/ 109538 w 219075"/>
                <a:gd name="connsiteY4" fmla="*/ 447675 h 447675"/>
                <a:gd name="connsiteX5" fmla="*/ 157163 w 219075"/>
                <a:gd name="connsiteY5" fmla="*/ 400050 h 447675"/>
                <a:gd name="connsiteX6" fmla="*/ 157163 w 219075"/>
                <a:gd name="connsiteY6" fmla="*/ 207645 h 447675"/>
                <a:gd name="connsiteX7" fmla="*/ 219075 w 219075"/>
                <a:gd name="connsiteY7" fmla="*/ 109538 h 447675"/>
                <a:gd name="connsiteX8" fmla="*/ 109538 w 219075"/>
                <a:gd name="connsiteY8" fmla="*/ 0 h 447675"/>
                <a:gd name="connsiteX9" fmla="*/ 138113 w 219075"/>
                <a:gd name="connsiteY9" fmla="*/ 185738 h 447675"/>
                <a:gd name="connsiteX10" fmla="*/ 128588 w 219075"/>
                <a:gd name="connsiteY10" fmla="*/ 189548 h 447675"/>
                <a:gd name="connsiteX11" fmla="*/ 128588 w 219075"/>
                <a:gd name="connsiteY11" fmla="*/ 400050 h 447675"/>
                <a:gd name="connsiteX12" fmla="*/ 109538 w 219075"/>
                <a:gd name="connsiteY12" fmla="*/ 419100 h 447675"/>
                <a:gd name="connsiteX13" fmla="*/ 90488 w 219075"/>
                <a:gd name="connsiteY13" fmla="*/ 400050 h 447675"/>
                <a:gd name="connsiteX14" fmla="*/ 90488 w 219075"/>
                <a:gd name="connsiteY14" fmla="*/ 188595 h 447675"/>
                <a:gd name="connsiteX15" fmla="*/ 80963 w 219075"/>
                <a:gd name="connsiteY15" fmla="*/ 184785 h 447675"/>
                <a:gd name="connsiteX16" fmla="*/ 28575 w 219075"/>
                <a:gd name="connsiteY16" fmla="*/ 108585 h 447675"/>
                <a:gd name="connsiteX17" fmla="*/ 109538 w 219075"/>
                <a:gd name="connsiteY17" fmla="*/ 27623 h 447675"/>
                <a:gd name="connsiteX18" fmla="*/ 190500 w 219075"/>
                <a:gd name="connsiteY18" fmla="*/ 108585 h 447675"/>
                <a:gd name="connsiteX19" fmla="*/ 138113 w 219075"/>
                <a:gd name="connsiteY19" fmla="*/ 185738 h 4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9075" h="447675">
                  <a:moveTo>
                    <a:pt x="109538" y="0"/>
                  </a:moveTo>
                  <a:cubicBezTo>
                    <a:pt x="49530" y="0"/>
                    <a:pt x="0" y="49530"/>
                    <a:pt x="0" y="109538"/>
                  </a:cubicBezTo>
                  <a:cubicBezTo>
                    <a:pt x="0" y="151448"/>
                    <a:pt x="24765" y="189548"/>
                    <a:pt x="61913" y="207645"/>
                  </a:cubicBezTo>
                  <a:lnTo>
                    <a:pt x="61913" y="400050"/>
                  </a:lnTo>
                  <a:cubicBezTo>
                    <a:pt x="61913" y="426720"/>
                    <a:pt x="82868" y="447675"/>
                    <a:pt x="109538" y="447675"/>
                  </a:cubicBezTo>
                  <a:cubicBezTo>
                    <a:pt x="136208" y="447675"/>
                    <a:pt x="157163" y="426720"/>
                    <a:pt x="157163" y="400050"/>
                  </a:cubicBezTo>
                  <a:lnTo>
                    <a:pt x="157163" y="207645"/>
                  </a:lnTo>
                  <a:cubicBezTo>
                    <a:pt x="194310" y="189548"/>
                    <a:pt x="219075" y="151448"/>
                    <a:pt x="219075" y="109538"/>
                  </a:cubicBezTo>
                  <a:cubicBezTo>
                    <a:pt x="219075" y="49530"/>
                    <a:pt x="169545" y="0"/>
                    <a:pt x="109538" y="0"/>
                  </a:cubicBezTo>
                  <a:close/>
                  <a:moveTo>
                    <a:pt x="138113" y="185738"/>
                  </a:moveTo>
                  <a:lnTo>
                    <a:pt x="128588" y="189548"/>
                  </a:lnTo>
                  <a:lnTo>
                    <a:pt x="128588" y="400050"/>
                  </a:lnTo>
                  <a:cubicBezTo>
                    <a:pt x="128588" y="410528"/>
                    <a:pt x="120015" y="419100"/>
                    <a:pt x="109538" y="419100"/>
                  </a:cubicBezTo>
                  <a:cubicBezTo>
                    <a:pt x="99060" y="419100"/>
                    <a:pt x="90488" y="410528"/>
                    <a:pt x="90488" y="400050"/>
                  </a:cubicBezTo>
                  <a:lnTo>
                    <a:pt x="90488" y="188595"/>
                  </a:lnTo>
                  <a:lnTo>
                    <a:pt x="80963" y="184785"/>
                  </a:lnTo>
                  <a:cubicBezTo>
                    <a:pt x="49530" y="173355"/>
                    <a:pt x="28575" y="142875"/>
                    <a:pt x="28575" y="108585"/>
                  </a:cubicBezTo>
                  <a:cubicBezTo>
                    <a:pt x="28575" y="63818"/>
                    <a:pt x="64770" y="27623"/>
                    <a:pt x="109538" y="27623"/>
                  </a:cubicBezTo>
                  <a:cubicBezTo>
                    <a:pt x="154305" y="27623"/>
                    <a:pt x="190500" y="63818"/>
                    <a:pt x="190500" y="108585"/>
                  </a:cubicBezTo>
                  <a:cubicBezTo>
                    <a:pt x="190500" y="142875"/>
                    <a:pt x="169545" y="173355"/>
                    <a:pt x="138113" y="1857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bg1"/>
                </a:solidFill>
                <a:latin typeface="Red Hat Display" panose="02010303040201060303" pitchFamily="2" charset="0"/>
              </a:endParaRPr>
            </a:p>
          </p:txBody>
        </p:sp>
      </p:grpSp>
      <p:sp>
        <p:nvSpPr>
          <p:cNvPr id="10" name="Graphic 38">
            <a:extLst>
              <a:ext uri="{FF2B5EF4-FFF2-40B4-BE49-F238E27FC236}">
                <a16:creationId xmlns:a16="http://schemas.microsoft.com/office/drawing/2014/main" id="{5E739974-A24D-EAFF-70DB-1462F99BC702}"/>
              </a:ext>
            </a:extLst>
          </p:cNvPr>
          <p:cNvSpPr/>
          <p:nvPr/>
        </p:nvSpPr>
        <p:spPr>
          <a:xfrm>
            <a:off x="2713671" y="6334504"/>
            <a:ext cx="1287551" cy="1248443"/>
          </a:xfrm>
          <a:custGeom>
            <a:avLst/>
            <a:gdLst>
              <a:gd name="connsiteX0" fmla="*/ 567212 w 707283"/>
              <a:gd name="connsiteY0" fmla="*/ 685800 h 685800"/>
              <a:gd name="connsiteX1" fmla="*/ 140492 w 707283"/>
              <a:gd name="connsiteY1" fmla="*/ 685800 h 685800"/>
              <a:gd name="connsiteX2" fmla="*/ 140492 w 707283"/>
              <a:gd name="connsiteY2" fmla="*/ 438150 h 685800"/>
              <a:gd name="connsiteX3" fmla="*/ 68424 w 707283"/>
              <a:gd name="connsiteY3" fmla="*/ 438150 h 685800"/>
              <a:gd name="connsiteX4" fmla="*/ 5839 w 707283"/>
              <a:gd name="connsiteY4" fmla="*/ 397193 h 685800"/>
              <a:gd name="connsiteX5" fmla="*/ 19114 w 707283"/>
              <a:gd name="connsiteY5" fmla="*/ 322898 h 685800"/>
              <a:gd name="connsiteX6" fmla="*/ 304543 w 707283"/>
              <a:gd name="connsiteY6" fmla="*/ 20955 h 685800"/>
              <a:gd name="connsiteX7" fmla="*/ 353852 w 707283"/>
              <a:gd name="connsiteY7" fmla="*/ 0 h 685800"/>
              <a:gd name="connsiteX8" fmla="*/ 403162 w 707283"/>
              <a:gd name="connsiteY8" fmla="*/ 20955 h 685800"/>
              <a:gd name="connsiteX9" fmla="*/ 688591 w 707283"/>
              <a:gd name="connsiteY9" fmla="*/ 322898 h 685800"/>
              <a:gd name="connsiteX10" fmla="*/ 701866 w 707283"/>
              <a:gd name="connsiteY10" fmla="*/ 396240 h 685800"/>
              <a:gd name="connsiteX11" fmla="*/ 639281 w 707283"/>
              <a:gd name="connsiteY11" fmla="*/ 438150 h 685800"/>
              <a:gd name="connsiteX12" fmla="*/ 567212 w 707283"/>
              <a:gd name="connsiteY12" fmla="*/ 438150 h 685800"/>
              <a:gd name="connsiteX13" fmla="*/ 567212 w 707283"/>
              <a:gd name="connsiteY13" fmla="*/ 685800 h 685800"/>
              <a:gd name="connsiteX14" fmla="*/ 168940 w 707283"/>
              <a:gd name="connsiteY14" fmla="*/ 657225 h 685800"/>
              <a:gd name="connsiteX15" fmla="*/ 538764 w 707283"/>
              <a:gd name="connsiteY15" fmla="*/ 657225 h 685800"/>
              <a:gd name="connsiteX16" fmla="*/ 538764 w 707283"/>
              <a:gd name="connsiteY16" fmla="*/ 409575 h 685800"/>
              <a:gd name="connsiteX17" fmla="*/ 639281 w 707283"/>
              <a:gd name="connsiteY17" fmla="*/ 409575 h 685800"/>
              <a:gd name="connsiteX18" fmla="*/ 675315 w 707283"/>
              <a:gd name="connsiteY18" fmla="*/ 385763 h 685800"/>
              <a:gd name="connsiteX19" fmla="*/ 667729 w 707283"/>
              <a:gd name="connsiteY19" fmla="*/ 342900 h 685800"/>
              <a:gd name="connsiteX20" fmla="*/ 382300 w 707283"/>
              <a:gd name="connsiteY20" fmla="*/ 40958 h 685800"/>
              <a:gd name="connsiteX21" fmla="*/ 353852 w 707283"/>
              <a:gd name="connsiteY21" fmla="*/ 28575 h 685800"/>
              <a:gd name="connsiteX22" fmla="*/ 325404 w 707283"/>
              <a:gd name="connsiteY22" fmla="*/ 40958 h 685800"/>
              <a:gd name="connsiteX23" fmla="*/ 39976 w 707283"/>
              <a:gd name="connsiteY23" fmla="*/ 341948 h 685800"/>
              <a:gd name="connsiteX24" fmla="*/ 32390 w 707283"/>
              <a:gd name="connsiteY24" fmla="*/ 384810 h 685800"/>
              <a:gd name="connsiteX25" fmla="*/ 68424 w 707283"/>
              <a:gd name="connsiteY25" fmla="*/ 409575 h 685800"/>
              <a:gd name="connsiteX26" fmla="*/ 168940 w 707283"/>
              <a:gd name="connsiteY26" fmla="*/ 409575 h 685800"/>
              <a:gd name="connsiteX27" fmla="*/ 168940 w 707283"/>
              <a:gd name="connsiteY27" fmla="*/ 657225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07283" h="685800">
                <a:moveTo>
                  <a:pt x="567212" y="685800"/>
                </a:moveTo>
                <a:lnTo>
                  <a:pt x="140492" y="685800"/>
                </a:lnTo>
                <a:lnTo>
                  <a:pt x="140492" y="438150"/>
                </a:lnTo>
                <a:lnTo>
                  <a:pt x="68424" y="438150"/>
                </a:lnTo>
                <a:cubicBezTo>
                  <a:pt x="40924" y="438150"/>
                  <a:pt x="17218" y="421958"/>
                  <a:pt x="5839" y="397193"/>
                </a:cubicBezTo>
                <a:cubicBezTo>
                  <a:pt x="-5541" y="372428"/>
                  <a:pt x="149" y="342900"/>
                  <a:pt x="19114" y="322898"/>
                </a:cubicBezTo>
                <a:lnTo>
                  <a:pt x="304543" y="20955"/>
                </a:lnTo>
                <a:cubicBezTo>
                  <a:pt x="317818" y="7620"/>
                  <a:pt x="334887" y="0"/>
                  <a:pt x="353852" y="0"/>
                </a:cubicBezTo>
                <a:cubicBezTo>
                  <a:pt x="372818" y="0"/>
                  <a:pt x="389887" y="7620"/>
                  <a:pt x="403162" y="20955"/>
                </a:cubicBezTo>
                <a:lnTo>
                  <a:pt x="688591" y="322898"/>
                </a:lnTo>
                <a:cubicBezTo>
                  <a:pt x="707556" y="342900"/>
                  <a:pt x="712297" y="371475"/>
                  <a:pt x="701866" y="396240"/>
                </a:cubicBezTo>
                <a:cubicBezTo>
                  <a:pt x="691435" y="421005"/>
                  <a:pt x="666780" y="438150"/>
                  <a:pt x="639281" y="438150"/>
                </a:cubicBezTo>
                <a:lnTo>
                  <a:pt x="567212" y="438150"/>
                </a:lnTo>
                <a:lnTo>
                  <a:pt x="567212" y="685800"/>
                </a:lnTo>
                <a:close/>
                <a:moveTo>
                  <a:pt x="168940" y="657225"/>
                </a:moveTo>
                <a:lnTo>
                  <a:pt x="538764" y="657225"/>
                </a:lnTo>
                <a:lnTo>
                  <a:pt x="538764" y="409575"/>
                </a:lnTo>
                <a:lnTo>
                  <a:pt x="639281" y="409575"/>
                </a:lnTo>
                <a:cubicBezTo>
                  <a:pt x="658246" y="409575"/>
                  <a:pt x="670573" y="397193"/>
                  <a:pt x="675315" y="385763"/>
                </a:cubicBezTo>
                <a:cubicBezTo>
                  <a:pt x="680056" y="374333"/>
                  <a:pt x="681004" y="357188"/>
                  <a:pt x="667729" y="342900"/>
                </a:cubicBezTo>
                <a:lnTo>
                  <a:pt x="382300" y="40958"/>
                </a:lnTo>
                <a:cubicBezTo>
                  <a:pt x="374714" y="33338"/>
                  <a:pt x="364283" y="28575"/>
                  <a:pt x="353852" y="28575"/>
                </a:cubicBezTo>
                <a:cubicBezTo>
                  <a:pt x="343421" y="28575"/>
                  <a:pt x="332991" y="33338"/>
                  <a:pt x="325404" y="40958"/>
                </a:cubicBezTo>
                <a:lnTo>
                  <a:pt x="39976" y="341948"/>
                </a:lnTo>
                <a:cubicBezTo>
                  <a:pt x="26700" y="356235"/>
                  <a:pt x="27649" y="373380"/>
                  <a:pt x="32390" y="384810"/>
                </a:cubicBezTo>
                <a:cubicBezTo>
                  <a:pt x="37131" y="397193"/>
                  <a:pt x="48511" y="409575"/>
                  <a:pt x="68424" y="409575"/>
                </a:cubicBezTo>
                <a:lnTo>
                  <a:pt x="168940" y="409575"/>
                </a:lnTo>
                <a:lnTo>
                  <a:pt x="168940" y="657225"/>
                </a:lnTo>
                <a:close/>
              </a:path>
            </a:pathLst>
          </a:custGeom>
          <a:solidFill>
            <a:schemeClr val="bg1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E9692B1-1333-A6F5-ACE6-95015FDA0CB9}"/>
              </a:ext>
            </a:extLst>
          </p:cNvPr>
          <p:cNvSpPr/>
          <p:nvPr/>
        </p:nvSpPr>
        <p:spPr>
          <a:xfrm>
            <a:off x="2180367" y="7252551"/>
            <a:ext cx="2277754" cy="772265"/>
          </a:xfrm>
          <a:custGeom>
            <a:avLst/>
            <a:gdLst>
              <a:gd name="connsiteX0" fmla="*/ 1189613 w 1251226"/>
              <a:gd name="connsiteY0" fmla="*/ 424225 h 424224"/>
              <a:gd name="connsiteX1" fmla="*/ 61613 w 1251226"/>
              <a:gd name="connsiteY1" fmla="*/ 424225 h 424224"/>
              <a:gd name="connsiteX2" fmla="*/ 0 w 1251226"/>
              <a:gd name="connsiteY2" fmla="*/ 362674 h 424224"/>
              <a:gd name="connsiteX3" fmla="*/ 0 w 1251226"/>
              <a:gd name="connsiteY3" fmla="*/ 59657 h 424224"/>
              <a:gd name="connsiteX4" fmla="*/ 61613 w 1251226"/>
              <a:gd name="connsiteY4" fmla="*/ 0 h 424224"/>
              <a:gd name="connsiteX5" fmla="*/ 123227 w 1251226"/>
              <a:gd name="connsiteY5" fmla="*/ 59657 h 424224"/>
              <a:gd name="connsiteX6" fmla="*/ 123227 w 1251226"/>
              <a:gd name="connsiteY6" fmla="*/ 301124 h 424224"/>
              <a:gd name="connsiteX7" fmla="*/ 1127999 w 1251226"/>
              <a:gd name="connsiteY7" fmla="*/ 301124 h 424224"/>
              <a:gd name="connsiteX8" fmla="*/ 1127999 w 1251226"/>
              <a:gd name="connsiteY8" fmla="*/ 59657 h 424224"/>
              <a:gd name="connsiteX9" fmla="*/ 1189613 w 1251226"/>
              <a:gd name="connsiteY9" fmla="*/ 0 h 424224"/>
              <a:gd name="connsiteX10" fmla="*/ 1251226 w 1251226"/>
              <a:gd name="connsiteY10" fmla="*/ 59657 h 424224"/>
              <a:gd name="connsiteX11" fmla="*/ 1251226 w 1251226"/>
              <a:gd name="connsiteY11" fmla="*/ 362674 h 424224"/>
              <a:gd name="connsiteX12" fmla="*/ 1189613 w 1251226"/>
              <a:gd name="connsiteY12" fmla="*/ 424225 h 424224"/>
              <a:gd name="connsiteX13" fmla="*/ 61613 w 1251226"/>
              <a:gd name="connsiteY13" fmla="*/ 28408 h 424224"/>
              <a:gd name="connsiteX14" fmla="*/ 28437 w 1251226"/>
              <a:gd name="connsiteY14" fmla="*/ 59657 h 424224"/>
              <a:gd name="connsiteX15" fmla="*/ 28437 w 1251226"/>
              <a:gd name="connsiteY15" fmla="*/ 362674 h 424224"/>
              <a:gd name="connsiteX16" fmla="*/ 61613 w 1251226"/>
              <a:gd name="connsiteY16" fmla="*/ 395817 h 424224"/>
              <a:gd name="connsiteX17" fmla="*/ 1189613 w 1251226"/>
              <a:gd name="connsiteY17" fmla="*/ 395817 h 424224"/>
              <a:gd name="connsiteX18" fmla="*/ 1222789 w 1251226"/>
              <a:gd name="connsiteY18" fmla="*/ 362674 h 424224"/>
              <a:gd name="connsiteX19" fmla="*/ 1222789 w 1251226"/>
              <a:gd name="connsiteY19" fmla="*/ 59657 h 424224"/>
              <a:gd name="connsiteX20" fmla="*/ 1189613 w 1251226"/>
              <a:gd name="connsiteY20" fmla="*/ 28408 h 424224"/>
              <a:gd name="connsiteX21" fmla="*/ 1156436 w 1251226"/>
              <a:gd name="connsiteY21" fmla="*/ 59657 h 424224"/>
              <a:gd name="connsiteX22" fmla="*/ 1156436 w 1251226"/>
              <a:gd name="connsiteY22" fmla="*/ 329532 h 424224"/>
              <a:gd name="connsiteX23" fmla="*/ 94790 w 1251226"/>
              <a:gd name="connsiteY23" fmla="*/ 329532 h 424224"/>
              <a:gd name="connsiteX24" fmla="*/ 94790 w 1251226"/>
              <a:gd name="connsiteY24" fmla="*/ 59657 h 424224"/>
              <a:gd name="connsiteX25" fmla="*/ 61613 w 1251226"/>
              <a:gd name="connsiteY25" fmla="*/ 28408 h 424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51226" h="424224">
                <a:moveTo>
                  <a:pt x="1189613" y="424225"/>
                </a:moveTo>
                <a:lnTo>
                  <a:pt x="61613" y="424225"/>
                </a:lnTo>
                <a:cubicBezTo>
                  <a:pt x="28437" y="424225"/>
                  <a:pt x="0" y="395817"/>
                  <a:pt x="0" y="362674"/>
                </a:cubicBezTo>
                <a:lnTo>
                  <a:pt x="0" y="59657"/>
                </a:lnTo>
                <a:cubicBezTo>
                  <a:pt x="0" y="19886"/>
                  <a:pt x="31281" y="0"/>
                  <a:pt x="61613" y="0"/>
                </a:cubicBezTo>
                <a:cubicBezTo>
                  <a:pt x="91946" y="0"/>
                  <a:pt x="123227" y="20833"/>
                  <a:pt x="123227" y="59657"/>
                </a:cubicBezTo>
                <a:lnTo>
                  <a:pt x="123227" y="301124"/>
                </a:lnTo>
                <a:lnTo>
                  <a:pt x="1127999" y="301124"/>
                </a:lnTo>
                <a:lnTo>
                  <a:pt x="1127999" y="59657"/>
                </a:lnTo>
                <a:cubicBezTo>
                  <a:pt x="1127999" y="19886"/>
                  <a:pt x="1159280" y="0"/>
                  <a:pt x="1189613" y="0"/>
                </a:cubicBezTo>
                <a:cubicBezTo>
                  <a:pt x="1219945" y="0"/>
                  <a:pt x="1251226" y="20833"/>
                  <a:pt x="1251226" y="59657"/>
                </a:cubicBezTo>
                <a:lnTo>
                  <a:pt x="1251226" y="362674"/>
                </a:lnTo>
                <a:cubicBezTo>
                  <a:pt x="1251226" y="395817"/>
                  <a:pt x="1222789" y="424225"/>
                  <a:pt x="1189613" y="424225"/>
                </a:cubicBezTo>
                <a:close/>
                <a:moveTo>
                  <a:pt x="61613" y="28408"/>
                </a:moveTo>
                <a:cubicBezTo>
                  <a:pt x="49291" y="28408"/>
                  <a:pt x="28437" y="35036"/>
                  <a:pt x="28437" y="59657"/>
                </a:cubicBezTo>
                <a:lnTo>
                  <a:pt x="28437" y="362674"/>
                </a:lnTo>
                <a:cubicBezTo>
                  <a:pt x="28437" y="380666"/>
                  <a:pt x="43603" y="395817"/>
                  <a:pt x="61613" y="395817"/>
                </a:cubicBezTo>
                <a:lnTo>
                  <a:pt x="1189613" y="395817"/>
                </a:lnTo>
                <a:cubicBezTo>
                  <a:pt x="1207623" y="395817"/>
                  <a:pt x="1222789" y="380666"/>
                  <a:pt x="1222789" y="362674"/>
                </a:cubicBezTo>
                <a:lnTo>
                  <a:pt x="1222789" y="59657"/>
                </a:lnTo>
                <a:cubicBezTo>
                  <a:pt x="1222789" y="35036"/>
                  <a:pt x="1201935" y="28408"/>
                  <a:pt x="1189613" y="28408"/>
                </a:cubicBezTo>
                <a:cubicBezTo>
                  <a:pt x="1177290" y="28408"/>
                  <a:pt x="1156436" y="35036"/>
                  <a:pt x="1156436" y="59657"/>
                </a:cubicBezTo>
                <a:lnTo>
                  <a:pt x="1156436" y="329532"/>
                </a:lnTo>
                <a:lnTo>
                  <a:pt x="94790" y="329532"/>
                </a:lnTo>
                <a:lnTo>
                  <a:pt x="94790" y="59657"/>
                </a:lnTo>
                <a:cubicBezTo>
                  <a:pt x="94790" y="35036"/>
                  <a:pt x="73936" y="28408"/>
                  <a:pt x="61613" y="28408"/>
                </a:cubicBezTo>
                <a:close/>
              </a:path>
            </a:pathLst>
          </a:custGeom>
          <a:solidFill>
            <a:schemeClr val="bg1"/>
          </a:solidFill>
          <a:ln w="9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12" name="Graphic 50">
            <a:extLst>
              <a:ext uri="{FF2B5EF4-FFF2-40B4-BE49-F238E27FC236}">
                <a16:creationId xmlns:a16="http://schemas.microsoft.com/office/drawing/2014/main" id="{E7F503AF-74BB-B96D-412F-23AB4370DD62}"/>
              </a:ext>
            </a:extLst>
          </p:cNvPr>
          <p:cNvSpPr/>
          <p:nvPr/>
        </p:nvSpPr>
        <p:spPr>
          <a:xfrm>
            <a:off x="10786888" y="4842541"/>
            <a:ext cx="1294682" cy="1294682"/>
          </a:xfrm>
          <a:custGeom>
            <a:avLst/>
            <a:gdLst>
              <a:gd name="connsiteX0" fmla="*/ 355600 w 711200"/>
              <a:gd name="connsiteY0" fmla="*/ 711200 h 711200"/>
              <a:gd name="connsiteX1" fmla="*/ 241808 w 711200"/>
              <a:gd name="connsiteY1" fmla="*/ 597408 h 711200"/>
              <a:gd name="connsiteX2" fmla="*/ 241808 w 711200"/>
              <a:gd name="connsiteY2" fmla="*/ 469392 h 711200"/>
              <a:gd name="connsiteX3" fmla="*/ 113792 w 711200"/>
              <a:gd name="connsiteY3" fmla="*/ 469392 h 711200"/>
              <a:gd name="connsiteX4" fmla="*/ 0 w 711200"/>
              <a:gd name="connsiteY4" fmla="*/ 355600 h 711200"/>
              <a:gd name="connsiteX5" fmla="*/ 113792 w 711200"/>
              <a:gd name="connsiteY5" fmla="*/ 241808 h 711200"/>
              <a:gd name="connsiteX6" fmla="*/ 241808 w 711200"/>
              <a:gd name="connsiteY6" fmla="*/ 241808 h 711200"/>
              <a:gd name="connsiteX7" fmla="*/ 241808 w 711200"/>
              <a:gd name="connsiteY7" fmla="*/ 113792 h 711200"/>
              <a:gd name="connsiteX8" fmla="*/ 355600 w 711200"/>
              <a:gd name="connsiteY8" fmla="*/ 0 h 711200"/>
              <a:gd name="connsiteX9" fmla="*/ 469392 w 711200"/>
              <a:gd name="connsiteY9" fmla="*/ 113792 h 711200"/>
              <a:gd name="connsiteX10" fmla="*/ 469392 w 711200"/>
              <a:gd name="connsiteY10" fmla="*/ 241808 h 711200"/>
              <a:gd name="connsiteX11" fmla="*/ 597408 w 711200"/>
              <a:gd name="connsiteY11" fmla="*/ 241808 h 711200"/>
              <a:gd name="connsiteX12" fmla="*/ 711200 w 711200"/>
              <a:gd name="connsiteY12" fmla="*/ 355600 h 711200"/>
              <a:gd name="connsiteX13" fmla="*/ 597408 w 711200"/>
              <a:gd name="connsiteY13" fmla="*/ 469392 h 711200"/>
              <a:gd name="connsiteX14" fmla="*/ 469392 w 711200"/>
              <a:gd name="connsiteY14" fmla="*/ 469392 h 711200"/>
              <a:gd name="connsiteX15" fmla="*/ 469392 w 711200"/>
              <a:gd name="connsiteY15" fmla="*/ 597408 h 711200"/>
              <a:gd name="connsiteX16" fmla="*/ 355600 w 711200"/>
              <a:gd name="connsiteY16" fmla="*/ 711200 h 711200"/>
              <a:gd name="connsiteX17" fmla="*/ 113792 w 711200"/>
              <a:gd name="connsiteY17" fmla="*/ 270256 h 711200"/>
              <a:gd name="connsiteX18" fmla="*/ 28448 w 711200"/>
              <a:gd name="connsiteY18" fmla="*/ 355600 h 711200"/>
              <a:gd name="connsiteX19" fmla="*/ 113792 w 711200"/>
              <a:gd name="connsiteY19" fmla="*/ 440944 h 711200"/>
              <a:gd name="connsiteX20" fmla="*/ 270256 w 711200"/>
              <a:gd name="connsiteY20" fmla="*/ 440944 h 711200"/>
              <a:gd name="connsiteX21" fmla="*/ 270256 w 711200"/>
              <a:gd name="connsiteY21" fmla="*/ 597408 h 711200"/>
              <a:gd name="connsiteX22" fmla="*/ 355600 w 711200"/>
              <a:gd name="connsiteY22" fmla="*/ 682752 h 711200"/>
              <a:gd name="connsiteX23" fmla="*/ 440944 w 711200"/>
              <a:gd name="connsiteY23" fmla="*/ 597408 h 711200"/>
              <a:gd name="connsiteX24" fmla="*/ 440944 w 711200"/>
              <a:gd name="connsiteY24" fmla="*/ 440944 h 711200"/>
              <a:gd name="connsiteX25" fmla="*/ 597408 w 711200"/>
              <a:gd name="connsiteY25" fmla="*/ 440944 h 711200"/>
              <a:gd name="connsiteX26" fmla="*/ 682752 w 711200"/>
              <a:gd name="connsiteY26" fmla="*/ 355600 h 711200"/>
              <a:gd name="connsiteX27" fmla="*/ 597408 w 711200"/>
              <a:gd name="connsiteY27" fmla="*/ 270256 h 711200"/>
              <a:gd name="connsiteX28" fmla="*/ 440944 w 711200"/>
              <a:gd name="connsiteY28" fmla="*/ 270256 h 711200"/>
              <a:gd name="connsiteX29" fmla="*/ 440944 w 711200"/>
              <a:gd name="connsiteY29" fmla="*/ 113792 h 711200"/>
              <a:gd name="connsiteX30" fmla="*/ 355600 w 711200"/>
              <a:gd name="connsiteY30" fmla="*/ 28448 h 711200"/>
              <a:gd name="connsiteX31" fmla="*/ 270256 w 711200"/>
              <a:gd name="connsiteY31" fmla="*/ 113792 h 711200"/>
              <a:gd name="connsiteX32" fmla="*/ 270256 w 711200"/>
              <a:gd name="connsiteY32" fmla="*/ 270256 h 711200"/>
              <a:gd name="connsiteX33" fmla="*/ 113792 w 711200"/>
              <a:gd name="connsiteY33" fmla="*/ 270256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11200" h="711200">
                <a:moveTo>
                  <a:pt x="355600" y="711200"/>
                </a:moveTo>
                <a:cubicBezTo>
                  <a:pt x="293014" y="711200"/>
                  <a:pt x="241808" y="659994"/>
                  <a:pt x="241808" y="597408"/>
                </a:cubicBezTo>
                <a:lnTo>
                  <a:pt x="241808" y="469392"/>
                </a:lnTo>
                <a:lnTo>
                  <a:pt x="113792" y="469392"/>
                </a:lnTo>
                <a:cubicBezTo>
                  <a:pt x="51206" y="469392"/>
                  <a:pt x="0" y="418186"/>
                  <a:pt x="0" y="355600"/>
                </a:cubicBezTo>
                <a:cubicBezTo>
                  <a:pt x="0" y="293014"/>
                  <a:pt x="51206" y="241808"/>
                  <a:pt x="113792" y="241808"/>
                </a:cubicBezTo>
                <a:lnTo>
                  <a:pt x="241808" y="241808"/>
                </a:lnTo>
                <a:lnTo>
                  <a:pt x="241808" y="113792"/>
                </a:lnTo>
                <a:cubicBezTo>
                  <a:pt x="241808" y="51206"/>
                  <a:pt x="293014" y="0"/>
                  <a:pt x="355600" y="0"/>
                </a:cubicBezTo>
                <a:cubicBezTo>
                  <a:pt x="418186" y="0"/>
                  <a:pt x="469392" y="51206"/>
                  <a:pt x="469392" y="113792"/>
                </a:cubicBezTo>
                <a:lnTo>
                  <a:pt x="469392" y="241808"/>
                </a:lnTo>
                <a:lnTo>
                  <a:pt x="597408" y="241808"/>
                </a:lnTo>
                <a:cubicBezTo>
                  <a:pt x="659994" y="241808"/>
                  <a:pt x="711200" y="293014"/>
                  <a:pt x="711200" y="355600"/>
                </a:cubicBezTo>
                <a:cubicBezTo>
                  <a:pt x="711200" y="418186"/>
                  <a:pt x="659994" y="469392"/>
                  <a:pt x="597408" y="469392"/>
                </a:cubicBezTo>
                <a:lnTo>
                  <a:pt x="469392" y="469392"/>
                </a:lnTo>
                <a:lnTo>
                  <a:pt x="469392" y="597408"/>
                </a:lnTo>
                <a:cubicBezTo>
                  <a:pt x="469392" y="659994"/>
                  <a:pt x="418186" y="711200"/>
                  <a:pt x="355600" y="711200"/>
                </a:cubicBezTo>
                <a:close/>
                <a:moveTo>
                  <a:pt x="113792" y="270256"/>
                </a:moveTo>
                <a:cubicBezTo>
                  <a:pt x="66379" y="270256"/>
                  <a:pt x="28448" y="308187"/>
                  <a:pt x="28448" y="355600"/>
                </a:cubicBezTo>
                <a:cubicBezTo>
                  <a:pt x="28448" y="403013"/>
                  <a:pt x="66379" y="440944"/>
                  <a:pt x="113792" y="440944"/>
                </a:cubicBezTo>
                <a:lnTo>
                  <a:pt x="270256" y="440944"/>
                </a:lnTo>
                <a:lnTo>
                  <a:pt x="270256" y="597408"/>
                </a:lnTo>
                <a:cubicBezTo>
                  <a:pt x="270256" y="644821"/>
                  <a:pt x="308187" y="682752"/>
                  <a:pt x="355600" y="682752"/>
                </a:cubicBezTo>
                <a:cubicBezTo>
                  <a:pt x="403013" y="682752"/>
                  <a:pt x="440944" y="644821"/>
                  <a:pt x="440944" y="597408"/>
                </a:cubicBezTo>
                <a:lnTo>
                  <a:pt x="440944" y="440944"/>
                </a:lnTo>
                <a:lnTo>
                  <a:pt x="597408" y="440944"/>
                </a:lnTo>
                <a:cubicBezTo>
                  <a:pt x="644821" y="440944"/>
                  <a:pt x="682752" y="403013"/>
                  <a:pt x="682752" y="355600"/>
                </a:cubicBezTo>
                <a:cubicBezTo>
                  <a:pt x="682752" y="308187"/>
                  <a:pt x="644821" y="270256"/>
                  <a:pt x="597408" y="270256"/>
                </a:cubicBezTo>
                <a:lnTo>
                  <a:pt x="440944" y="270256"/>
                </a:lnTo>
                <a:lnTo>
                  <a:pt x="440944" y="113792"/>
                </a:lnTo>
                <a:cubicBezTo>
                  <a:pt x="440944" y="66379"/>
                  <a:pt x="403013" y="28448"/>
                  <a:pt x="355600" y="28448"/>
                </a:cubicBezTo>
                <a:cubicBezTo>
                  <a:pt x="308187" y="28448"/>
                  <a:pt x="270256" y="66379"/>
                  <a:pt x="270256" y="113792"/>
                </a:cubicBezTo>
                <a:lnTo>
                  <a:pt x="270256" y="270256"/>
                </a:lnTo>
                <a:lnTo>
                  <a:pt x="113792" y="270256"/>
                </a:lnTo>
                <a:close/>
              </a:path>
            </a:pathLst>
          </a:custGeom>
          <a:solidFill>
            <a:schemeClr val="bg1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13" name="Graphic 42">
            <a:extLst>
              <a:ext uri="{FF2B5EF4-FFF2-40B4-BE49-F238E27FC236}">
                <a16:creationId xmlns:a16="http://schemas.microsoft.com/office/drawing/2014/main" id="{06FB5E44-6740-058F-8CF0-FCB33D477C58}"/>
              </a:ext>
            </a:extLst>
          </p:cNvPr>
          <p:cNvSpPr/>
          <p:nvPr/>
        </p:nvSpPr>
        <p:spPr>
          <a:xfrm>
            <a:off x="13446872" y="7125394"/>
            <a:ext cx="1942027" cy="254313"/>
          </a:xfrm>
          <a:custGeom>
            <a:avLst/>
            <a:gdLst>
              <a:gd name="connsiteX0" fmla="*/ 995363 w 1066800"/>
              <a:gd name="connsiteY0" fmla="*/ 139700 h 139700"/>
              <a:gd name="connsiteX1" fmla="*/ 71438 w 1066800"/>
              <a:gd name="connsiteY1" fmla="*/ 139700 h 139700"/>
              <a:gd name="connsiteX2" fmla="*/ 0 w 1066800"/>
              <a:gd name="connsiteY2" fmla="*/ 69850 h 139700"/>
              <a:gd name="connsiteX3" fmla="*/ 71438 w 1066800"/>
              <a:gd name="connsiteY3" fmla="*/ 0 h 139700"/>
              <a:gd name="connsiteX4" fmla="*/ 995363 w 1066800"/>
              <a:gd name="connsiteY4" fmla="*/ 0 h 139700"/>
              <a:gd name="connsiteX5" fmla="*/ 1066800 w 1066800"/>
              <a:gd name="connsiteY5" fmla="*/ 69850 h 139700"/>
              <a:gd name="connsiteX6" fmla="*/ 995363 w 1066800"/>
              <a:gd name="connsiteY6" fmla="*/ 139700 h 139700"/>
              <a:gd name="connsiteX7" fmla="*/ 71438 w 1066800"/>
              <a:gd name="connsiteY7" fmla="*/ 27940 h 139700"/>
              <a:gd name="connsiteX8" fmla="*/ 28575 w 1066800"/>
              <a:gd name="connsiteY8" fmla="*/ 69850 h 139700"/>
              <a:gd name="connsiteX9" fmla="*/ 71438 w 1066800"/>
              <a:gd name="connsiteY9" fmla="*/ 111760 h 139700"/>
              <a:gd name="connsiteX10" fmla="*/ 995363 w 1066800"/>
              <a:gd name="connsiteY10" fmla="*/ 111760 h 139700"/>
              <a:gd name="connsiteX11" fmla="*/ 1038225 w 1066800"/>
              <a:gd name="connsiteY11" fmla="*/ 69850 h 139700"/>
              <a:gd name="connsiteX12" fmla="*/ 995363 w 1066800"/>
              <a:gd name="connsiteY12" fmla="*/ 27940 h 139700"/>
              <a:gd name="connsiteX13" fmla="*/ 71438 w 1066800"/>
              <a:gd name="connsiteY13" fmla="*/ 27940 h 13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6800" h="139700">
                <a:moveTo>
                  <a:pt x="995363" y="139700"/>
                </a:moveTo>
                <a:lnTo>
                  <a:pt x="71438" y="139700"/>
                </a:lnTo>
                <a:cubicBezTo>
                  <a:pt x="32385" y="139700"/>
                  <a:pt x="0" y="108035"/>
                  <a:pt x="0" y="69850"/>
                </a:cubicBezTo>
                <a:cubicBezTo>
                  <a:pt x="0" y="31665"/>
                  <a:pt x="32385" y="0"/>
                  <a:pt x="71438" y="0"/>
                </a:cubicBezTo>
                <a:lnTo>
                  <a:pt x="995363" y="0"/>
                </a:lnTo>
                <a:cubicBezTo>
                  <a:pt x="1034415" y="0"/>
                  <a:pt x="1066800" y="31665"/>
                  <a:pt x="1066800" y="69850"/>
                </a:cubicBezTo>
                <a:cubicBezTo>
                  <a:pt x="1066800" y="108035"/>
                  <a:pt x="1034415" y="139700"/>
                  <a:pt x="995363" y="139700"/>
                </a:cubicBezTo>
                <a:close/>
                <a:moveTo>
                  <a:pt x="71438" y="27940"/>
                </a:moveTo>
                <a:cubicBezTo>
                  <a:pt x="47625" y="27940"/>
                  <a:pt x="28575" y="46567"/>
                  <a:pt x="28575" y="69850"/>
                </a:cubicBezTo>
                <a:cubicBezTo>
                  <a:pt x="28575" y="93133"/>
                  <a:pt x="47625" y="111760"/>
                  <a:pt x="71438" y="111760"/>
                </a:cubicBezTo>
                <a:lnTo>
                  <a:pt x="995363" y="111760"/>
                </a:lnTo>
                <a:cubicBezTo>
                  <a:pt x="1019175" y="111760"/>
                  <a:pt x="1038225" y="93133"/>
                  <a:pt x="1038225" y="69850"/>
                </a:cubicBezTo>
                <a:cubicBezTo>
                  <a:pt x="1038225" y="46567"/>
                  <a:pt x="1019175" y="27940"/>
                  <a:pt x="995363" y="27940"/>
                </a:cubicBezTo>
                <a:lnTo>
                  <a:pt x="71438" y="2794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21077F-D7D0-76CA-5717-CB014BFD1C50}"/>
              </a:ext>
            </a:extLst>
          </p:cNvPr>
          <p:cNvSpPr txBox="1"/>
          <p:nvPr/>
        </p:nvSpPr>
        <p:spPr>
          <a:xfrm>
            <a:off x="3863663" y="2916841"/>
            <a:ext cx="15859452" cy="70173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5000" b="1" dirty="0">
                <a:solidFill>
                  <a:schemeClr val="bg1"/>
                </a:solidFill>
                <a:latin typeface="Averia Libre" panose="02000603000000000004" pitchFamily="2" charset="0"/>
                <a:ea typeface="Arimo" panose="020B0604020202020204" pitchFamily="34" charset="0"/>
                <a:cs typeface="Arimo" panose="020B0604020202020204" pitchFamily="34" charset="0"/>
              </a:rPr>
              <a:t>Alat </a:t>
            </a:r>
            <a:r>
              <a:rPr lang="en-US" sz="15000" b="1" dirty="0" err="1">
                <a:solidFill>
                  <a:schemeClr val="bg1"/>
                </a:solidFill>
                <a:latin typeface="Averia Libre" panose="02000603000000000004" pitchFamily="2" charset="0"/>
                <a:ea typeface="Arimo" panose="020B0604020202020204" pitchFamily="34" charset="0"/>
                <a:cs typeface="Arimo" panose="020B0604020202020204" pitchFamily="34" charset="0"/>
              </a:rPr>
              <a:t>Pemberi</a:t>
            </a:r>
            <a:r>
              <a:rPr lang="en-US" sz="15000" b="1" dirty="0">
                <a:solidFill>
                  <a:schemeClr val="bg1"/>
                </a:solidFill>
                <a:latin typeface="Averia Libre" panose="02000603000000000004" pitchFamily="2" charset="0"/>
                <a:ea typeface="Arimo" panose="020B0604020202020204" pitchFamily="34" charset="0"/>
                <a:cs typeface="Arimo" panose="020B0604020202020204" pitchFamily="34" charset="0"/>
              </a:rPr>
              <a:t> </a:t>
            </a:r>
            <a:r>
              <a:rPr lang="en-US" sz="15000" b="1" dirty="0" err="1">
                <a:solidFill>
                  <a:schemeClr val="bg1"/>
                </a:solidFill>
                <a:latin typeface="Averia Libre" panose="02000603000000000004" pitchFamily="2" charset="0"/>
                <a:ea typeface="Arimo" panose="020B0604020202020204" pitchFamily="34" charset="0"/>
                <a:cs typeface="Arimo" panose="020B0604020202020204" pitchFamily="34" charset="0"/>
              </a:rPr>
              <a:t>Makan</a:t>
            </a:r>
            <a:r>
              <a:rPr lang="en-US" sz="15000" b="1" dirty="0">
                <a:solidFill>
                  <a:schemeClr val="bg1"/>
                </a:solidFill>
                <a:latin typeface="Averia Libre" panose="02000603000000000004" pitchFamily="2" charset="0"/>
                <a:ea typeface="Arimo" panose="020B0604020202020204" pitchFamily="34" charset="0"/>
                <a:cs typeface="Arimo" panose="020B0604020202020204" pitchFamily="34" charset="0"/>
              </a:rPr>
              <a:t> </a:t>
            </a:r>
            <a:r>
              <a:rPr lang="en-US" sz="15000" b="1" dirty="0" err="1">
                <a:solidFill>
                  <a:schemeClr val="bg1"/>
                </a:solidFill>
                <a:latin typeface="Averia Libre" panose="02000603000000000004" pitchFamily="2" charset="0"/>
                <a:ea typeface="Arimo" panose="020B0604020202020204" pitchFamily="34" charset="0"/>
                <a:cs typeface="Arimo" panose="020B0604020202020204" pitchFamily="34" charset="0"/>
              </a:rPr>
              <a:t>Secara</a:t>
            </a:r>
            <a:r>
              <a:rPr lang="en-US" sz="15000" b="1" dirty="0">
                <a:solidFill>
                  <a:schemeClr val="bg1"/>
                </a:solidFill>
                <a:latin typeface="Averia Libre" panose="02000603000000000004" pitchFamily="2" charset="0"/>
                <a:ea typeface="Arimo" panose="020B0604020202020204" pitchFamily="34" charset="0"/>
                <a:cs typeface="Arimo" panose="020B0604020202020204" pitchFamily="34" charset="0"/>
              </a:rPr>
              <a:t> </a:t>
            </a:r>
            <a:r>
              <a:rPr lang="en-US" sz="15000" b="1" dirty="0" err="1">
                <a:solidFill>
                  <a:schemeClr val="bg1"/>
                </a:solidFill>
                <a:latin typeface="Averia Libre" panose="02000603000000000004" pitchFamily="2" charset="0"/>
                <a:ea typeface="Arimo" panose="020B0604020202020204" pitchFamily="34" charset="0"/>
                <a:cs typeface="Arimo" panose="020B0604020202020204" pitchFamily="34" charset="0"/>
              </a:rPr>
              <a:t>Otomatis</a:t>
            </a:r>
            <a:endParaRPr lang="en-US" sz="15000" b="1" dirty="0">
              <a:solidFill>
                <a:schemeClr val="bg1"/>
              </a:solidFill>
              <a:latin typeface="Averia Libre" panose="02000603000000000004" pitchFamily="2" charset="0"/>
              <a:ea typeface="Arimo" panose="020B0604020202020204" pitchFamily="34" charset="0"/>
              <a:cs typeface="Arimo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5EC31-50FD-930C-80C1-B144B4AF6B45}"/>
              </a:ext>
            </a:extLst>
          </p:cNvPr>
          <p:cNvSpPr txBox="1"/>
          <p:nvPr/>
        </p:nvSpPr>
        <p:spPr>
          <a:xfrm>
            <a:off x="7502423" y="9860188"/>
            <a:ext cx="9372804" cy="8617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5000" dirty="0" err="1">
                <a:solidFill>
                  <a:schemeClr val="bg1"/>
                </a:solidFill>
                <a:latin typeface="Averia Libre" panose="02000603000000000004" pitchFamily="2" charset="0"/>
                <a:ea typeface="Arimo" panose="020B0604020202020204" pitchFamily="34" charset="0"/>
                <a:cs typeface="Arimo" panose="020B0604020202020204" pitchFamily="34" charset="0"/>
              </a:rPr>
              <a:t>Praktikum</a:t>
            </a:r>
            <a:r>
              <a:rPr lang="en-US" sz="5000" dirty="0">
                <a:solidFill>
                  <a:schemeClr val="bg1"/>
                </a:solidFill>
                <a:latin typeface="Averia Libre" panose="02000603000000000004" pitchFamily="2" charset="0"/>
                <a:ea typeface="Arimo" panose="020B0604020202020204" pitchFamily="34" charset="0"/>
                <a:cs typeface="Arimo" panose="020B0604020202020204" pitchFamily="34" charset="0"/>
              </a:rPr>
              <a:t> </a:t>
            </a:r>
            <a:r>
              <a:rPr lang="en-US" sz="5000" dirty="0" err="1">
                <a:solidFill>
                  <a:schemeClr val="bg1"/>
                </a:solidFill>
                <a:latin typeface="Averia Libre" panose="02000603000000000004" pitchFamily="2" charset="0"/>
                <a:ea typeface="Arimo" panose="020B0604020202020204" pitchFamily="34" charset="0"/>
                <a:cs typeface="Arimo" panose="020B0604020202020204" pitchFamily="34" charset="0"/>
              </a:rPr>
              <a:t>Mikrokontroler</a:t>
            </a:r>
            <a:endParaRPr lang="en-US" sz="5000" dirty="0">
              <a:solidFill>
                <a:schemeClr val="bg1"/>
              </a:solidFill>
              <a:latin typeface="Averia Libre" panose="02000603000000000004" pitchFamily="2" charset="0"/>
              <a:ea typeface="Arimo" panose="020B0604020202020204" pitchFamily="34" charset="0"/>
              <a:cs typeface="Arimo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687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Neon Green Teal Geometric Photo Tech and Gaming Facebook Cover">
            <a:hlinkClick r:id="" action="ppaction://media"/>
            <a:extLst>
              <a:ext uri="{FF2B5EF4-FFF2-40B4-BE49-F238E27FC236}">
                <a16:creationId xmlns:a16="http://schemas.microsoft.com/office/drawing/2014/main" id="{ED8DE015-A82C-39A8-4680-324E8412D8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28696" y="-25400"/>
            <a:ext cx="24406346" cy="13750273"/>
          </a:xfrm>
          <a:prstGeom prst="rect">
            <a:avLst/>
          </a:prstGeom>
        </p:spPr>
      </p:pic>
      <p:grpSp>
        <p:nvGrpSpPr>
          <p:cNvPr id="52" name="Graphic 34">
            <a:extLst>
              <a:ext uri="{FF2B5EF4-FFF2-40B4-BE49-F238E27FC236}">
                <a16:creationId xmlns:a16="http://schemas.microsoft.com/office/drawing/2014/main" id="{CB4198FD-E16E-3077-74C4-9AC016F8C9AD}"/>
              </a:ext>
            </a:extLst>
          </p:cNvPr>
          <p:cNvGrpSpPr/>
          <p:nvPr/>
        </p:nvGrpSpPr>
        <p:grpSpPr>
          <a:xfrm>
            <a:off x="16380069" y="-275475"/>
            <a:ext cx="3375421" cy="1595233"/>
            <a:chOff x="21002467" y="1128929"/>
            <a:chExt cx="1854200" cy="876300"/>
          </a:xfrm>
          <a:solidFill>
            <a:schemeClr val="accent1"/>
          </a:solidFill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8A8319A-4014-ED49-8BA9-6EDB912B593E}"/>
                </a:ext>
              </a:extLst>
            </p:cNvPr>
            <p:cNvSpPr/>
            <p:nvPr/>
          </p:nvSpPr>
          <p:spPr>
            <a:xfrm>
              <a:off x="21002467" y="1128929"/>
              <a:ext cx="1854200" cy="876300"/>
            </a:xfrm>
            <a:custGeom>
              <a:avLst/>
              <a:gdLst>
                <a:gd name="connsiteX0" fmla="*/ 1728685 w 1854200"/>
                <a:gd name="connsiteY0" fmla="*/ 0 h 876300"/>
                <a:gd name="connsiteX1" fmla="*/ 125515 w 1854200"/>
                <a:gd name="connsiteY1" fmla="*/ 0 h 876300"/>
                <a:gd name="connsiteX2" fmla="*/ 0 w 1854200"/>
                <a:gd name="connsiteY2" fmla="*/ 125730 h 876300"/>
                <a:gd name="connsiteX3" fmla="*/ 0 w 1854200"/>
                <a:gd name="connsiteY3" fmla="*/ 750570 h 876300"/>
                <a:gd name="connsiteX4" fmla="*/ 125515 w 1854200"/>
                <a:gd name="connsiteY4" fmla="*/ 876300 h 876300"/>
                <a:gd name="connsiteX5" fmla="*/ 1728685 w 1854200"/>
                <a:gd name="connsiteY5" fmla="*/ 876300 h 876300"/>
                <a:gd name="connsiteX6" fmla="*/ 1854200 w 1854200"/>
                <a:gd name="connsiteY6" fmla="*/ 750570 h 876300"/>
                <a:gd name="connsiteX7" fmla="*/ 1854200 w 1854200"/>
                <a:gd name="connsiteY7" fmla="*/ 125730 h 876300"/>
                <a:gd name="connsiteX8" fmla="*/ 1728685 w 1854200"/>
                <a:gd name="connsiteY8" fmla="*/ 0 h 876300"/>
                <a:gd name="connsiteX9" fmla="*/ 1825674 w 1854200"/>
                <a:gd name="connsiteY9" fmla="*/ 750570 h 876300"/>
                <a:gd name="connsiteX10" fmla="*/ 1728685 w 1854200"/>
                <a:gd name="connsiteY10" fmla="*/ 847725 h 876300"/>
                <a:gd name="connsiteX11" fmla="*/ 125515 w 1854200"/>
                <a:gd name="connsiteY11" fmla="*/ 847725 h 876300"/>
                <a:gd name="connsiteX12" fmla="*/ 28526 w 1854200"/>
                <a:gd name="connsiteY12" fmla="*/ 750570 h 876300"/>
                <a:gd name="connsiteX13" fmla="*/ 28526 w 1854200"/>
                <a:gd name="connsiteY13" fmla="*/ 125730 h 876300"/>
                <a:gd name="connsiteX14" fmla="*/ 125515 w 1854200"/>
                <a:gd name="connsiteY14" fmla="*/ 28575 h 876300"/>
                <a:gd name="connsiteX15" fmla="*/ 1728685 w 1854200"/>
                <a:gd name="connsiteY15" fmla="*/ 28575 h 876300"/>
                <a:gd name="connsiteX16" fmla="*/ 1825674 w 1854200"/>
                <a:gd name="connsiteY16" fmla="*/ 125730 h 876300"/>
                <a:gd name="connsiteX17" fmla="*/ 1825674 w 1854200"/>
                <a:gd name="connsiteY17" fmla="*/ 75057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54200" h="876300">
                  <a:moveTo>
                    <a:pt x="1728685" y="0"/>
                  </a:moveTo>
                  <a:lnTo>
                    <a:pt x="125515" y="0"/>
                  </a:lnTo>
                  <a:cubicBezTo>
                    <a:pt x="56101" y="0"/>
                    <a:pt x="0" y="56198"/>
                    <a:pt x="0" y="125730"/>
                  </a:cubicBezTo>
                  <a:lnTo>
                    <a:pt x="0" y="750570"/>
                  </a:lnTo>
                  <a:cubicBezTo>
                    <a:pt x="0" y="820103"/>
                    <a:pt x="56101" y="876300"/>
                    <a:pt x="125515" y="876300"/>
                  </a:cubicBezTo>
                  <a:lnTo>
                    <a:pt x="1728685" y="876300"/>
                  </a:lnTo>
                  <a:cubicBezTo>
                    <a:pt x="1798099" y="876300"/>
                    <a:pt x="1854200" y="820103"/>
                    <a:pt x="1854200" y="750570"/>
                  </a:cubicBezTo>
                  <a:lnTo>
                    <a:pt x="1854200" y="125730"/>
                  </a:lnTo>
                  <a:cubicBezTo>
                    <a:pt x="1854200" y="56198"/>
                    <a:pt x="1798099" y="0"/>
                    <a:pt x="1728685" y="0"/>
                  </a:cubicBezTo>
                  <a:close/>
                  <a:moveTo>
                    <a:pt x="1825674" y="750570"/>
                  </a:moveTo>
                  <a:cubicBezTo>
                    <a:pt x="1825674" y="803910"/>
                    <a:pt x="1781934" y="847725"/>
                    <a:pt x="1728685" y="847725"/>
                  </a:cubicBezTo>
                  <a:lnTo>
                    <a:pt x="125515" y="847725"/>
                  </a:lnTo>
                  <a:cubicBezTo>
                    <a:pt x="72266" y="847725"/>
                    <a:pt x="28526" y="803910"/>
                    <a:pt x="28526" y="750570"/>
                  </a:cubicBezTo>
                  <a:lnTo>
                    <a:pt x="28526" y="125730"/>
                  </a:lnTo>
                  <a:cubicBezTo>
                    <a:pt x="28526" y="72390"/>
                    <a:pt x="72266" y="28575"/>
                    <a:pt x="125515" y="28575"/>
                  </a:cubicBezTo>
                  <a:lnTo>
                    <a:pt x="1728685" y="28575"/>
                  </a:lnTo>
                  <a:cubicBezTo>
                    <a:pt x="1781934" y="28575"/>
                    <a:pt x="1825674" y="72390"/>
                    <a:pt x="1825674" y="125730"/>
                  </a:cubicBezTo>
                  <a:lnTo>
                    <a:pt x="1825674" y="750570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D1AD09B-2996-92BB-A338-ADC831C3E909}"/>
                </a:ext>
              </a:extLst>
            </p:cNvPr>
            <p:cNvSpPr/>
            <p:nvPr/>
          </p:nvSpPr>
          <p:spPr>
            <a:xfrm>
              <a:off x="21188837" y="1633754"/>
              <a:ext cx="126465" cy="125729"/>
            </a:xfrm>
            <a:custGeom>
              <a:avLst/>
              <a:gdLst>
                <a:gd name="connsiteX0" fmla="*/ 125515 w 126465"/>
                <a:gd name="connsiteY0" fmla="*/ 50482 h 125729"/>
                <a:gd name="connsiteX1" fmla="*/ 113154 w 126465"/>
                <a:gd name="connsiteY1" fmla="*/ 16193 h 125729"/>
                <a:gd name="connsiteX2" fmla="*/ 77971 w 126465"/>
                <a:gd name="connsiteY2" fmla="*/ 952 h 125729"/>
                <a:gd name="connsiteX3" fmla="*/ 73217 w 126465"/>
                <a:gd name="connsiteY3" fmla="*/ 0 h 125729"/>
                <a:gd name="connsiteX4" fmla="*/ 58954 w 126465"/>
                <a:gd name="connsiteY4" fmla="*/ 0 h 125729"/>
                <a:gd name="connsiteX5" fmla="*/ 16165 w 126465"/>
                <a:gd name="connsiteY5" fmla="*/ 13335 h 125729"/>
                <a:gd name="connsiteX6" fmla="*/ 0 w 126465"/>
                <a:gd name="connsiteY6" fmla="*/ 58102 h 125729"/>
                <a:gd name="connsiteX7" fmla="*/ 0 w 126465"/>
                <a:gd name="connsiteY7" fmla="*/ 69532 h 125729"/>
                <a:gd name="connsiteX8" fmla="*/ 10460 w 126465"/>
                <a:gd name="connsiteY8" fmla="*/ 107633 h 125729"/>
                <a:gd name="connsiteX9" fmla="*/ 38986 w 126465"/>
                <a:gd name="connsiteY9" fmla="*/ 124777 h 125729"/>
                <a:gd name="connsiteX10" fmla="*/ 54200 w 126465"/>
                <a:gd name="connsiteY10" fmla="*/ 125730 h 125729"/>
                <a:gd name="connsiteX11" fmla="*/ 66561 w 126465"/>
                <a:gd name="connsiteY11" fmla="*/ 125730 h 125729"/>
                <a:gd name="connsiteX12" fmla="*/ 75119 w 126465"/>
                <a:gd name="connsiteY12" fmla="*/ 124777 h 125729"/>
                <a:gd name="connsiteX13" fmla="*/ 126466 w 126465"/>
                <a:gd name="connsiteY13" fmla="*/ 66675 h 125729"/>
                <a:gd name="connsiteX14" fmla="*/ 126466 w 126465"/>
                <a:gd name="connsiteY14" fmla="*/ 54293 h 125729"/>
                <a:gd name="connsiteX15" fmla="*/ 125515 w 126465"/>
                <a:gd name="connsiteY15" fmla="*/ 50482 h 125729"/>
                <a:gd name="connsiteX16" fmla="*/ 74168 w 126465"/>
                <a:gd name="connsiteY16" fmla="*/ 97155 h 125729"/>
                <a:gd name="connsiteX17" fmla="*/ 64659 w 126465"/>
                <a:gd name="connsiteY17" fmla="*/ 98107 h 125729"/>
                <a:gd name="connsiteX18" fmla="*/ 58003 w 126465"/>
                <a:gd name="connsiteY18" fmla="*/ 98107 h 125729"/>
                <a:gd name="connsiteX19" fmla="*/ 38986 w 126465"/>
                <a:gd name="connsiteY19" fmla="*/ 96202 h 125729"/>
                <a:gd name="connsiteX20" fmla="*/ 33281 w 126465"/>
                <a:gd name="connsiteY20" fmla="*/ 90488 h 125729"/>
                <a:gd name="connsiteX21" fmla="*/ 27575 w 126465"/>
                <a:gd name="connsiteY21" fmla="*/ 69532 h 125729"/>
                <a:gd name="connsiteX22" fmla="*/ 27575 w 126465"/>
                <a:gd name="connsiteY22" fmla="*/ 58102 h 125729"/>
                <a:gd name="connsiteX23" fmla="*/ 34231 w 126465"/>
                <a:gd name="connsiteY23" fmla="*/ 35243 h 125729"/>
                <a:gd name="connsiteX24" fmla="*/ 58003 w 126465"/>
                <a:gd name="connsiteY24" fmla="*/ 28575 h 125729"/>
                <a:gd name="connsiteX25" fmla="*/ 68463 w 126465"/>
                <a:gd name="connsiteY25" fmla="*/ 28575 h 125729"/>
                <a:gd name="connsiteX26" fmla="*/ 77971 w 126465"/>
                <a:gd name="connsiteY26" fmla="*/ 29527 h 125729"/>
                <a:gd name="connsiteX27" fmla="*/ 91284 w 126465"/>
                <a:gd name="connsiteY27" fmla="*/ 34290 h 125729"/>
                <a:gd name="connsiteX28" fmla="*/ 96038 w 126465"/>
                <a:gd name="connsiteY28" fmla="*/ 51435 h 125729"/>
                <a:gd name="connsiteX29" fmla="*/ 96989 w 126465"/>
                <a:gd name="connsiteY29" fmla="*/ 66675 h 125729"/>
                <a:gd name="connsiteX30" fmla="*/ 74168 w 126465"/>
                <a:gd name="connsiteY30" fmla="*/ 97155 h 12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6465" h="125729">
                  <a:moveTo>
                    <a:pt x="125515" y="50482"/>
                  </a:moveTo>
                  <a:cubicBezTo>
                    <a:pt x="125515" y="37148"/>
                    <a:pt x="120761" y="25718"/>
                    <a:pt x="113154" y="16193"/>
                  </a:cubicBezTo>
                  <a:cubicBezTo>
                    <a:pt x="107449" y="9525"/>
                    <a:pt x="96038" y="952"/>
                    <a:pt x="77971" y="952"/>
                  </a:cubicBezTo>
                  <a:cubicBezTo>
                    <a:pt x="77971" y="952"/>
                    <a:pt x="76070" y="952"/>
                    <a:pt x="73217" y="0"/>
                  </a:cubicBezTo>
                  <a:lnTo>
                    <a:pt x="58954" y="0"/>
                  </a:lnTo>
                  <a:cubicBezTo>
                    <a:pt x="40887" y="0"/>
                    <a:pt x="26624" y="4763"/>
                    <a:pt x="16165" y="13335"/>
                  </a:cubicBezTo>
                  <a:cubicBezTo>
                    <a:pt x="4754" y="22860"/>
                    <a:pt x="0" y="38100"/>
                    <a:pt x="0" y="58102"/>
                  </a:cubicBezTo>
                  <a:lnTo>
                    <a:pt x="0" y="69532"/>
                  </a:lnTo>
                  <a:cubicBezTo>
                    <a:pt x="0" y="84773"/>
                    <a:pt x="3803" y="97155"/>
                    <a:pt x="10460" y="107633"/>
                  </a:cubicBezTo>
                  <a:cubicBezTo>
                    <a:pt x="20919" y="121920"/>
                    <a:pt x="31379" y="124777"/>
                    <a:pt x="38986" y="124777"/>
                  </a:cubicBezTo>
                  <a:cubicBezTo>
                    <a:pt x="44691" y="124777"/>
                    <a:pt x="49445" y="124777"/>
                    <a:pt x="54200" y="125730"/>
                  </a:cubicBezTo>
                  <a:lnTo>
                    <a:pt x="66561" y="125730"/>
                  </a:lnTo>
                  <a:lnTo>
                    <a:pt x="75119" y="124777"/>
                  </a:lnTo>
                  <a:cubicBezTo>
                    <a:pt x="107449" y="124777"/>
                    <a:pt x="126466" y="102870"/>
                    <a:pt x="126466" y="66675"/>
                  </a:cubicBezTo>
                  <a:lnTo>
                    <a:pt x="126466" y="54293"/>
                  </a:lnTo>
                  <a:lnTo>
                    <a:pt x="125515" y="50482"/>
                  </a:lnTo>
                  <a:close/>
                  <a:moveTo>
                    <a:pt x="74168" y="97155"/>
                  </a:moveTo>
                  <a:lnTo>
                    <a:pt x="64659" y="98107"/>
                  </a:lnTo>
                  <a:lnTo>
                    <a:pt x="58003" y="98107"/>
                  </a:lnTo>
                  <a:cubicBezTo>
                    <a:pt x="52298" y="97155"/>
                    <a:pt x="45642" y="96202"/>
                    <a:pt x="38986" y="96202"/>
                  </a:cubicBezTo>
                  <a:cubicBezTo>
                    <a:pt x="38035" y="96202"/>
                    <a:pt x="36133" y="95250"/>
                    <a:pt x="33281" y="90488"/>
                  </a:cubicBezTo>
                  <a:cubicBezTo>
                    <a:pt x="29477" y="85725"/>
                    <a:pt x="27575" y="78105"/>
                    <a:pt x="27575" y="69532"/>
                  </a:cubicBezTo>
                  <a:lnTo>
                    <a:pt x="27575" y="58102"/>
                  </a:lnTo>
                  <a:cubicBezTo>
                    <a:pt x="27575" y="50482"/>
                    <a:pt x="28526" y="40005"/>
                    <a:pt x="34231" y="35243"/>
                  </a:cubicBezTo>
                  <a:cubicBezTo>
                    <a:pt x="38986" y="31432"/>
                    <a:pt x="47544" y="28575"/>
                    <a:pt x="58003" y="28575"/>
                  </a:cubicBezTo>
                  <a:lnTo>
                    <a:pt x="68463" y="28575"/>
                  </a:lnTo>
                  <a:cubicBezTo>
                    <a:pt x="72266" y="29527"/>
                    <a:pt x="75119" y="29527"/>
                    <a:pt x="77971" y="29527"/>
                  </a:cubicBezTo>
                  <a:cubicBezTo>
                    <a:pt x="86529" y="29527"/>
                    <a:pt x="89382" y="32385"/>
                    <a:pt x="91284" y="34290"/>
                  </a:cubicBezTo>
                  <a:cubicBezTo>
                    <a:pt x="95087" y="38100"/>
                    <a:pt x="96038" y="43815"/>
                    <a:pt x="96038" y="51435"/>
                  </a:cubicBezTo>
                  <a:lnTo>
                    <a:pt x="96989" y="66675"/>
                  </a:lnTo>
                  <a:cubicBezTo>
                    <a:pt x="97940" y="95250"/>
                    <a:pt x="85578" y="97155"/>
                    <a:pt x="74168" y="97155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73A46DF-A5EE-E910-5405-40E8197C3325}"/>
                </a:ext>
              </a:extLst>
            </p:cNvPr>
            <p:cNvSpPr/>
            <p:nvPr/>
          </p:nvSpPr>
          <p:spPr>
            <a:xfrm>
              <a:off x="21359994" y="1383246"/>
              <a:ext cx="307131" cy="377190"/>
            </a:xfrm>
            <a:custGeom>
              <a:avLst/>
              <a:gdLst>
                <a:gd name="connsiteX0" fmla="*/ 268146 w 307131"/>
                <a:gd name="connsiteY0" fmla="*/ 267653 h 377190"/>
                <a:gd name="connsiteX1" fmla="*/ 228209 w 307131"/>
                <a:gd name="connsiteY1" fmla="*/ 275272 h 377190"/>
                <a:gd name="connsiteX2" fmla="*/ 190174 w 307131"/>
                <a:gd name="connsiteY2" fmla="*/ 281940 h 377190"/>
                <a:gd name="connsiteX3" fmla="*/ 135024 w 307131"/>
                <a:gd name="connsiteY3" fmla="*/ 259080 h 377190"/>
                <a:gd name="connsiteX4" fmla="*/ 115056 w 307131"/>
                <a:gd name="connsiteY4" fmla="*/ 186690 h 377190"/>
                <a:gd name="connsiteX5" fmla="*/ 130269 w 307131"/>
                <a:gd name="connsiteY5" fmla="*/ 113347 h 377190"/>
                <a:gd name="connsiteX6" fmla="*/ 172108 w 307131"/>
                <a:gd name="connsiteY6" fmla="*/ 92393 h 377190"/>
                <a:gd name="connsiteX7" fmla="*/ 209192 w 307131"/>
                <a:gd name="connsiteY7" fmla="*/ 105727 h 377190"/>
                <a:gd name="connsiteX8" fmla="*/ 259588 w 307131"/>
                <a:gd name="connsiteY8" fmla="*/ 121920 h 377190"/>
                <a:gd name="connsiteX9" fmla="*/ 291918 w 307131"/>
                <a:gd name="connsiteY9" fmla="*/ 108585 h 377190"/>
                <a:gd name="connsiteX10" fmla="*/ 304279 w 307131"/>
                <a:gd name="connsiteY10" fmla="*/ 71438 h 377190"/>
                <a:gd name="connsiteX11" fmla="*/ 267195 w 307131"/>
                <a:gd name="connsiteY11" fmla="*/ 17145 h 377190"/>
                <a:gd name="connsiteX12" fmla="*/ 188273 w 307131"/>
                <a:gd name="connsiteY12" fmla="*/ 0 h 377190"/>
                <a:gd name="connsiteX13" fmla="*/ 112203 w 307131"/>
                <a:gd name="connsiteY13" fmla="*/ 10477 h 377190"/>
                <a:gd name="connsiteX14" fmla="*/ 13312 w 307131"/>
                <a:gd name="connsiteY14" fmla="*/ 104775 h 377190"/>
                <a:gd name="connsiteX15" fmla="*/ 0 w 307131"/>
                <a:gd name="connsiteY15" fmla="*/ 177165 h 377190"/>
                <a:gd name="connsiteX16" fmla="*/ 0 w 307131"/>
                <a:gd name="connsiteY16" fmla="*/ 195263 h 377190"/>
                <a:gd name="connsiteX17" fmla="*/ 96038 w 307131"/>
                <a:gd name="connsiteY17" fmla="*/ 362903 h 377190"/>
                <a:gd name="connsiteX18" fmla="*/ 160697 w 307131"/>
                <a:gd name="connsiteY18" fmla="*/ 377190 h 377190"/>
                <a:gd name="connsiteX19" fmla="*/ 175911 w 307131"/>
                <a:gd name="connsiteY19" fmla="*/ 377190 h 377190"/>
                <a:gd name="connsiteX20" fmla="*/ 259588 w 307131"/>
                <a:gd name="connsiteY20" fmla="*/ 358140 h 377190"/>
                <a:gd name="connsiteX21" fmla="*/ 307132 w 307131"/>
                <a:gd name="connsiteY21" fmla="*/ 310515 h 377190"/>
                <a:gd name="connsiteX22" fmla="*/ 307132 w 307131"/>
                <a:gd name="connsiteY22" fmla="*/ 304800 h 377190"/>
                <a:gd name="connsiteX23" fmla="*/ 268146 w 307131"/>
                <a:gd name="connsiteY23" fmla="*/ 267653 h 377190"/>
                <a:gd name="connsiteX24" fmla="*/ 278605 w 307131"/>
                <a:gd name="connsiteY24" fmla="*/ 309563 h 377190"/>
                <a:gd name="connsiteX25" fmla="*/ 248178 w 307131"/>
                <a:gd name="connsiteY25" fmla="*/ 331470 h 377190"/>
                <a:gd name="connsiteX26" fmla="*/ 176862 w 307131"/>
                <a:gd name="connsiteY26" fmla="*/ 347663 h 377190"/>
                <a:gd name="connsiteX27" fmla="*/ 161648 w 307131"/>
                <a:gd name="connsiteY27" fmla="*/ 347663 h 377190"/>
                <a:gd name="connsiteX28" fmla="*/ 108399 w 307131"/>
                <a:gd name="connsiteY28" fmla="*/ 335280 h 377190"/>
                <a:gd name="connsiteX29" fmla="*/ 29477 w 307131"/>
                <a:gd name="connsiteY29" fmla="*/ 194310 h 377190"/>
                <a:gd name="connsiteX30" fmla="*/ 29477 w 307131"/>
                <a:gd name="connsiteY30" fmla="*/ 176213 h 377190"/>
                <a:gd name="connsiteX31" fmla="*/ 40888 w 307131"/>
                <a:gd name="connsiteY31" fmla="*/ 114300 h 377190"/>
                <a:gd name="connsiteX32" fmla="*/ 122662 w 307131"/>
                <a:gd name="connsiteY32" fmla="*/ 36195 h 377190"/>
                <a:gd name="connsiteX33" fmla="*/ 190174 w 307131"/>
                <a:gd name="connsiteY33" fmla="*/ 27622 h 377190"/>
                <a:gd name="connsiteX34" fmla="*/ 255785 w 307131"/>
                <a:gd name="connsiteY34" fmla="*/ 41910 h 377190"/>
                <a:gd name="connsiteX35" fmla="*/ 277655 w 307131"/>
                <a:gd name="connsiteY35" fmla="*/ 70485 h 377190"/>
                <a:gd name="connsiteX36" fmla="*/ 272900 w 307131"/>
                <a:gd name="connsiteY36" fmla="*/ 87630 h 377190"/>
                <a:gd name="connsiteX37" fmla="*/ 260539 w 307131"/>
                <a:gd name="connsiteY37" fmla="*/ 92393 h 377190"/>
                <a:gd name="connsiteX38" fmla="*/ 222504 w 307131"/>
                <a:gd name="connsiteY38" fmla="*/ 79057 h 377190"/>
                <a:gd name="connsiteX39" fmla="*/ 173059 w 307131"/>
                <a:gd name="connsiteY39" fmla="*/ 62865 h 377190"/>
                <a:gd name="connsiteX40" fmla="*/ 106498 w 307131"/>
                <a:gd name="connsiteY40" fmla="*/ 97155 h 377190"/>
                <a:gd name="connsiteX41" fmla="*/ 87480 w 307131"/>
                <a:gd name="connsiteY41" fmla="*/ 185738 h 377190"/>
                <a:gd name="connsiteX42" fmla="*/ 114105 w 307131"/>
                <a:gd name="connsiteY42" fmla="*/ 277178 h 377190"/>
                <a:gd name="connsiteX43" fmla="*/ 191125 w 307131"/>
                <a:gd name="connsiteY43" fmla="*/ 310515 h 377190"/>
                <a:gd name="connsiteX44" fmla="*/ 237718 w 307131"/>
                <a:gd name="connsiteY44" fmla="*/ 302895 h 377190"/>
                <a:gd name="connsiteX45" fmla="*/ 269097 w 307131"/>
                <a:gd name="connsiteY45" fmla="*/ 296228 h 377190"/>
                <a:gd name="connsiteX46" fmla="*/ 278605 w 307131"/>
                <a:gd name="connsiteY46" fmla="*/ 304800 h 377190"/>
                <a:gd name="connsiteX47" fmla="*/ 278605 w 307131"/>
                <a:gd name="connsiteY47" fmla="*/ 309563 h 37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07131" h="377190">
                  <a:moveTo>
                    <a:pt x="268146" y="267653"/>
                  </a:moveTo>
                  <a:cubicBezTo>
                    <a:pt x="258637" y="267653"/>
                    <a:pt x="246276" y="270510"/>
                    <a:pt x="228209" y="275272"/>
                  </a:cubicBezTo>
                  <a:cubicBezTo>
                    <a:pt x="213946" y="280035"/>
                    <a:pt x="200634" y="281940"/>
                    <a:pt x="190174" y="281940"/>
                  </a:cubicBezTo>
                  <a:cubicBezTo>
                    <a:pt x="165452" y="281940"/>
                    <a:pt x="147385" y="274320"/>
                    <a:pt x="135024" y="259080"/>
                  </a:cubicBezTo>
                  <a:cubicBezTo>
                    <a:pt x="121712" y="242888"/>
                    <a:pt x="115056" y="219075"/>
                    <a:pt x="115056" y="186690"/>
                  </a:cubicBezTo>
                  <a:cubicBezTo>
                    <a:pt x="115056" y="153352"/>
                    <a:pt x="119810" y="128588"/>
                    <a:pt x="130269" y="113347"/>
                  </a:cubicBezTo>
                  <a:cubicBezTo>
                    <a:pt x="138827" y="99060"/>
                    <a:pt x="152139" y="92393"/>
                    <a:pt x="172108" y="92393"/>
                  </a:cubicBezTo>
                  <a:cubicBezTo>
                    <a:pt x="174960" y="92393"/>
                    <a:pt x="184469" y="93345"/>
                    <a:pt x="209192" y="105727"/>
                  </a:cubicBezTo>
                  <a:cubicBezTo>
                    <a:pt x="232013" y="116205"/>
                    <a:pt x="248178" y="121920"/>
                    <a:pt x="259588" y="121920"/>
                  </a:cubicBezTo>
                  <a:cubicBezTo>
                    <a:pt x="272900" y="121920"/>
                    <a:pt x="283360" y="117157"/>
                    <a:pt x="291918" y="108585"/>
                  </a:cubicBezTo>
                  <a:cubicBezTo>
                    <a:pt x="300475" y="100013"/>
                    <a:pt x="304279" y="87630"/>
                    <a:pt x="304279" y="71438"/>
                  </a:cubicBezTo>
                  <a:cubicBezTo>
                    <a:pt x="304279" y="56197"/>
                    <a:pt x="297623" y="34290"/>
                    <a:pt x="267195" y="17145"/>
                  </a:cubicBezTo>
                  <a:cubicBezTo>
                    <a:pt x="245325" y="5715"/>
                    <a:pt x="218701" y="0"/>
                    <a:pt x="188273" y="0"/>
                  </a:cubicBezTo>
                  <a:cubicBezTo>
                    <a:pt x="158796" y="0"/>
                    <a:pt x="133122" y="3810"/>
                    <a:pt x="112203" y="10477"/>
                  </a:cubicBezTo>
                  <a:cubicBezTo>
                    <a:pt x="64659" y="25717"/>
                    <a:pt x="31379" y="58102"/>
                    <a:pt x="13312" y="104775"/>
                  </a:cubicBezTo>
                  <a:cubicBezTo>
                    <a:pt x="4754" y="126682"/>
                    <a:pt x="0" y="151447"/>
                    <a:pt x="0" y="177165"/>
                  </a:cubicBezTo>
                  <a:lnTo>
                    <a:pt x="0" y="195263"/>
                  </a:lnTo>
                  <a:cubicBezTo>
                    <a:pt x="0" y="279083"/>
                    <a:pt x="32330" y="335280"/>
                    <a:pt x="96038" y="362903"/>
                  </a:cubicBezTo>
                  <a:cubicBezTo>
                    <a:pt x="117908" y="372428"/>
                    <a:pt x="139778" y="377190"/>
                    <a:pt x="160697" y="377190"/>
                  </a:cubicBezTo>
                  <a:lnTo>
                    <a:pt x="175911" y="377190"/>
                  </a:lnTo>
                  <a:cubicBezTo>
                    <a:pt x="203487" y="377190"/>
                    <a:pt x="232013" y="370522"/>
                    <a:pt x="259588" y="358140"/>
                  </a:cubicBezTo>
                  <a:cubicBezTo>
                    <a:pt x="279556" y="348615"/>
                    <a:pt x="307132" y="334328"/>
                    <a:pt x="307132" y="310515"/>
                  </a:cubicBezTo>
                  <a:lnTo>
                    <a:pt x="307132" y="304800"/>
                  </a:lnTo>
                  <a:cubicBezTo>
                    <a:pt x="307132" y="280988"/>
                    <a:pt x="291918" y="267653"/>
                    <a:pt x="268146" y="267653"/>
                  </a:cubicBezTo>
                  <a:close/>
                  <a:moveTo>
                    <a:pt x="278605" y="309563"/>
                  </a:moveTo>
                  <a:cubicBezTo>
                    <a:pt x="278605" y="309563"/>
                    <a:pt x="277655" y="318135"/>
                    <a:pt x="248178" y="331470"/>
                  </a:cubicBezTo>
                  <a:cubicBezTo>
                    <a:pt x="224406" y="341947"/>
                    <a:pt x="199683" y="347663"/>
                    <a:pt x="176862" y="347663"/>
                  </a:cubicBezTo>
                  <a:lnTo>
                    <a:pt x="161648" y="347663"/>
                  </a:lnTo>
                  <a:cubicBezTo>
                    <a:pt x="144533" y="347663"/>
                    <a:pt x="126466" y="343853"/>
                    <a:pt x="108399" y="335280"/>
                  </a:cubicBezTo>
                  <a:cubicBezTo>
                    <a:pt x="55151" y="312420"/>
                    <a:pt x="29477" y="266700"/>
                    <a:pt x="29477" y="194310"/>
                  </a:cubicBezTo>
                  <a:lnTo>
                    <a:pt x="29477" y="176213"/>
                  </a:lnTo>
                  <a:cubicBezTo>
                    <a:pt x="29477" y="154305"/>
                    <a:pt x="33281" y="133350"/>
                    <a:pt x="40888" y="114300"/>
                  </a:cubicBezTo>
                  <a:cubicBezTo>
                    <a:pt x="56101" y="75247"/>
                    <a:pt x="82726" y="49530"/>
                    <a:pt x="122662" y="36195"/>
                  </a:cubicBezTo>
                  <a:cubicBezTo>
                    <a:pt x="140729" y="30480"/>
                    <a:pt x="163550" y="27622"/>
                    <a:pt x="190174" y="27622"/>
                  </a:cubicBezTo>
                  <a:cubicBezTo>
                    <a:pt x="215848" y="27622"/>
                    <a:pt x="237718" y="32385"/>
                    <a:pt x="255785" y="41910"/>
                  </a:cubicBezTo>
                  <a:cubicBezTo>
                    <a:pt x="275753" y="52388"/>
                    <a:pt x="277655" y="62865"/>
                    <a:pt x="277655" y="70485"/>
                  </a:cubicBezTo>
                  <a:cubicBezTo>
                    <a:pt x="277655" y="76200"/>
                    <a:pt x="276704" y="83820"/>
                    <a:pt x="272900" y="87630"/>
                  </a:cubicBezTo>
                  <a:cubicBezTo>
                    <a:pt x="270048" y="90488"/>
                    <a:pt x="266244" y="92393"/>
                    <a:pt x="260539" y="92393"/>
                  </a:cubicBezTo>
                  <a:cubicBezTo>
                    <a:pt x="256735" y="92393"/>
                    <a:pt x="246276" y="90488"/>
                    <a:pt x="222504" y="79057"/>
                  </a:cubicBezTo>
                  <a:cubicBezTo>
                    <a:pt x="199683" y="68580"/>
                    <a:pt x="184469" y="62865"/>
                    <a:pt x="173059" y="62865"/>
                  </a:cubicBezTo>
                  <a:cubicBezTo>
                    <a:pt x="143582" y="62865"/>
                    <a:pt x="120761" y="74295"/>
                    <a:pt x="106498" y="97155"/>
                  </a:cubicBezTo>
                  <a:cubicBezTo>
                    <a:pt x="94136" y="118110"/>
                    <a:pt x="87480" y="146685"/>
                    <a:pt x="87480" y="185738"/>
                  </a:cubicBezTo>
                  <a:cubicBezTo>
                    <a:pt x="87480" y="224790"/>
                    <a:pt x="96989" y="255270"/>
                    <a:pt x="114105" y="277178"/>
                  </a:cubicBezTo>
                  <a:cubicBezTo>
                    <a:pt x="132171" y="299085"/>
                    <a:pt x="158796" y="310515"/>
                    <a:pt x="191125" y="310515"/>
                  </a:cubicBezTo>
                  <a:cubicBezTo>
                    <a:pt x="204437" y="310515"/>
                    <a:pt x="219651" y="307658"/>
                    <a:pt x="237718" y="302895"/>
                  </a:cubicBezTo>
                  <a:cubicBezTo>
                    <a:pt x="255785" y="297180"/>
                    <a:pt x="265293" y="296228"/>
                    <a:pt x="269097" y="296228"/>
                  </a:cubicBezTo>
                  <a:cubicBezTo>
                    <a:pt x="278605" y="296228"/>
                    <a:pt x="278605" y="299085"/>
                    <a:pt x="278605" y="304800"/>
                  </a:cubicBezTo>
                  <a:lnTo>
                    <a:pt x="278605" y="309563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656DA79-F32B-E09A-360F-9997BCC62524}"/>
                </a:ext>
              </a:extLst>
            </p:cNvPr>
            <p:cNvSpPr/>
            <p:nvPr/>
          </p:nvSpPr>
          <p:spPr>
            <a:xfrm>
              <a:off x="21775525" y="1438491"/>
              <a:ext cx="180665" cy="264794"/>
            </a:xfrm>
            <a:custGeom>
              <a:avLst/>
              <a:gdLst>
                <a:gd name="connsiteX0" fmla="*/ 93185 w 180665"/>
                <a:gd name="connsiteY0" fmla="*/ 0 h 264794"/>
                <a:gd name="connsiteX1" fmla="*/ 82726 w 180665"/>
                <a:gd name="connsiteY1" fmla="*/ 0 h 264794"/>
                <a:gd name="connsiteX2" fmla="*/ 19968 w 180665"/>
                <a:gd name="connsiteY2" fmla="*/ 37148 h 264794"/>
                <a:gd name="connsiteX3" fmla="*/ 0 w 180665"/>
                <a:gd name="connsiteY3" fmla="*/ 130493 h 264794"/>
                <a:gd name="connsiteX4" fmla="*/ 21870 w 180665"/>
                <a:gd name="connsiteY4" fmla="*/ 225743 h 264794"/>
                <a:gd name="connsiteX5" fmla="*/ 89382 w 180665"/>
                <a:gd name="connsiteY5" fmla="*/ 264795 h 264794"/>
                <a:gd name="connsiteX6" fmla="*/ 96038 w 180665"/>
                <a:gd name="connsiteY6" fmla="*/ 264795 h 264794"/>
                <a:gd name="connsiteX7" fmla="*/ 157845 w 180665"/>
                <a:gd name="connsiteY7" fmla="*/ 232410 h 264794"/>
                <a:gd name="connsiteX8" fmla="*/ 179715 w 180665"/>
                <a:gd name="connsiteY8" fmla="*/ 160020 h 264794"/>
                <a:gd name="connsiteX9" fmla="*/ 180666 w 180665"/>
                <a:gd name="connsiteY9" fmla="*/ 152400 h 264794"/>
                <a:gd name="connsiteX10" fmla="*/ 180666 w 180665"/>
                <a:gd name="connsiteY10" fmla="*/ 120015 h 264794"/>
                <a:gd name="connsiteX11" fmla="*/ 157845 w 180665"/>
                <a:gd name="connsiteY11" fmla="*/ 35243 h 264794"/>
                <a:gd name="connsiteX12" fmla="*/ 93185 w 180665"/>
                <a:gd name="connsiteY12" fmla="*/ 0 h 264794"/>
                <a:gd name="connsiteX13" fmla="*/ 152139 w 180665"/>
                <a:gd name="connsiteY13" fmla="*/ 152400 h 264794"/>
                <a:gd name="connsiteX14" fmla="*/ 151189 w 180665"/>
                <a:gd name="connsiteY14" fmla="*/ 159068 h 264794"/>
                <a:gd name="connsiteX15" fmla="*/ 151189 w 180665"/>
                <a:gd name="connsiteY15" fmla="*/ 160020 h 264794"/>
                <a:gd name="connsiteX16" fmla="*/ 134073 w 180665"/>
                <a:gd name="connsiteY16" fmla="*/ 216218 h 264794"/>
                <a:gd name="connsiteX17" fmla="*/ 95087 w 180665"/>
                <a:gd name="connsiteY17" fmla="*/ 237173 h 264794"/>
                <a:gd name="connsiteX18" fmla="*/ 88431 w 180665"/>
                <a:gd name="connsiteY18" fmla="*/ 237173 h 264794"/>
                <a:gd name="connsiteX19" fmla="*/ 45642 w 180665"/>
                <a:gd name="connsiteY19" fmla="*/ 211455 h 264794"/>
                <a:gd name="connsiteX20" fmla="*/ 28526 w 180665"/>
                <a:gd name="connsiteY20" fmla="*/ 130493 h 264794"/>
                <a:gd name="connsiteX21" fmla="*/ 44691 w 180665"/>
                <a:gd name="connsiteY21" fmla="*/ 51435 h 264794"/>
                <a:gd name="connsiteX22" fmla="*/ 82726 w 180665"/>
                <a:gd name="connsiteY22" fmla="*/ 27623 h 264794"/>
                <a:gd name="connsiteX23" fmla="*/ 93185 w 180665"/>
                <a:gd name="connsiteY23" fmla="*/ 27623 h 264794"/>
                <a:gd name="connsiteX24" fmla="*/ 135024 w 180665"/>
                <a:gd name="connsiteY24" fmla="*/ 51435 h 264794"/>
                <a:gd name="connsiteX25" fmla="*/ 153090 w 180665"/>
                <a:gd name="connsiteY25" fmla="*/ 120015 h 264794"/>
                <a:gd name="connsiteX26" fmla="*/ 153090 w 180665"/>
                <a:gd name="connsiteY26" fmla="*/ 140970 h 264794"/>
                <a:gd name="connsiteX27" fmla="*/ 152139 w 180665"/>
                <a:gd name="connsiteY27" fmla="*/ 15240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0665" h="264794">
                  <a:moveTo>
                    <a:pt x="93185" y="0"/>
                  </a:moveTo>
                  <a:lnTo>
                    <a:pt x="82726" y="0"/>
                  </a:lnTo>
                  <a:cubicBezTo>
                    <a:pt x="56101" y="0"/>
                    <a:pt x="35182" y="13335"/>
                    <a:pt x="19968" y="37148"/>
                  </a:cubicBezTo>
                  <a:cubicBezTo>
                    <a:pt x="6656" y="60007"/>
                    <a:pt x="0" y="91440"/>
                    <a:pt x="0" y="130493"/>
                  </a:cubicBezTo>
                  <a:cubicBezTo>
                    <a:pt x="0" y="169545"/>
                    <a:pt x="7607" y="201930"/>
                    <a:pt x="21870" y="225743"/>
                  </a:cubicBezTo>
                  <a:cubicBezTo>
                    <a:pt x="37084" y="251460"/>
                    <a:pt x="60856" y="264795"/>
                    <a:pt x="89382" y="264795"/>
                  </a:cubicBezTo>
                  <a:lnTo>
                    <a:pt x="96038" y="264795"/>
                  </a:lnTo>
                  <a:cubicBezTo>
                    <a:pt x="121712" y="264795"/>
                    <a:pt x="142631" y="254318"/>
                    <a:pt x="157845" y="232410"/>
                  </a:cubicBezTo>
                  <a:cubicBezTo>
                    <a:pt x="172108" y="212408"/>
                    <a:pt x="179715" y="187643"/>
                    <a:pt x="179715" y="160020"/>
                  </a:cubicBezTo>
                  <a:lnTo>
                    <a:pt x="180666" y="152400"/>
                  </a:lnTo>
                  <a:lnTo>
                    <a:pt x="180666" y="120015"/>
                  </a:lnTo>
                  <a:cubicBezTo>
                    <a:pt x="180666" y="86677"/>
                    <a:pt x="173059" y="58102"/>
                    <a:pt x="157845" y="35243"/>
                  </a:cubicBezTo>
                  <a:cubicBezTo>
                    <a:pt x="142631" y="12382"/>
                    <a:pt x="120761" y="0"/>
                    <a:pt x="93185" y="0"/>
                  </a:cubicBezTo>
                  <a:close/>
                  <a:moveTo>
                    <a:pt x="152139" y="152400"/>
                  </a:moveTo>
                  <a:lnTo>
                    <a:pt x="151189" y="159068"/>
                  </a:lnTo>
                  <a:lnTo>
                    <a:pt x="151189" y="160020"/>
                  </a:lnTo>
                  <a:cubicBezTo>
                    <a:pt x="151189" y="181927"/>
                    <a:pt x="145483" y="200977"/>
                    <a:pt x="134073" y="216218"/>
                  </a:cubicBezTo>
                  <a:cubicBezTo>
                    <a:pt x="123613" y="230505"/>
                    <a:pt x="111252" y="237173"/>
                    <a:pt x="95087" y="237173"/>
                  </a:cubicBezTo>
                  <a:lnTo>
                    <a:pt x="88431" y="237173"/>
                  </a:lnTo>
                  <a:cubicBezTo>
                    <a:pt x="69414" y="237173"/>
                    <a:pt x="55151" y="229552"/>
                    <a:pt x="45642" y="211455"/>
                  </a:cubicBezTo>
                  <a:cubicBezTo>
                    <a:pt x="34231" y="192405"/>
                    <a:pt x="28526" y="164783"/>
                    <a:pt x="28526" y="130493"/>
                  </a:cubicBezTo>
                  <a:cubicBezTo>
                    <a:pt x="28526" y="96202"/>
                    <a:pt x="34231" y="69532"/>
                    <a:pt x="44691" y="51435"/>
                  </a:cubicBezTo>
                  <a:cubicBezTo>
                    <a:pt x="54200" y="35243"/>
                    <a:pt x="66561" y="27623"/>
                    <a:pt x="82726" y="27623"/>
                  </a:cubicBezTo>
                  <a:lnTo>
                    <a:pt x="93185" y="27623"/>
                  </a:lnTo>
                  <a:cubicBezTo>
                    <a:pt x="111252" y="27623"/>
                    <a:pt x="123613" y="35243"/>
                    <a:pt x="135024" y="51435"/>
                  </a:cubicBezTo>
                  <a:cubicBezTo>
                    <a:pt x="146434" y="68580"/>
                    <a:pt x="153090" y="92393"/>
                    <a:pt x="153090" y="120015"/>
                  </a:cubicBezTo>
                  <a:lnTo>
                    <a:pt x="153090" y="140970"/>
                  </a:lnTo>
                  <a:lnTo>
                    <a:pt x="152139" y="152400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4F97BF5-C439-7C43-265E-01373E6B44FB}"/>
                </a:ext>
              </a:extLst>
            </p:cNvPr>
            <p:cNvSpPr/>
            <p:nvPr/>
          </p:nvSpPr>
          <p:spPr>
            <a:xfrm>
              <a:off x="21693750" y="1381341"/>
              <a:ext cx="351822" cy="382904"/>
            </a:xfrm>
            <a:custGeom>
              <a:avLst/>
              <a:gdLst>
                <a:gd name="connsiteX0" fmla="*/ 182567 w 351822"/>
                <a:gd name="connsiteY0" fmla="*/ 0 h 382904"/>
                <a:gd name="connsiteX1" fmla="*/ 182567 w 351822"/>
                <a:gd name="connsiteY1" fmla="*/ 0 h 382904"/>
                <a:gd name="connsiteX2" fmla="*/ 175911 w 351822"/>
                <a:gd name="connsiteY2" fmla="*/ 0 h 382904"/>
                <a:gd name="connsiteX3" fmla="*/ 105547 w 351822"/>
                <a:gd name="connsiteY3" fmla="*/ 12382 h 382904"/>
                <a:gd name="connsiteX4" fmla="*/ 12361 w 351822"/>
                <a:gd name="connsiteY4" fmla="*/ 107632 h 382904"/>
                <a:gd name="connsiteX5" fmla="*/ 0 w 351822"/>
                <a:gd name="connsiteY5" fmla="*/ 180023 h 382904"/>
                <a:gd name="connsiteX6" fmla="*/ 0 w 351822"/>
                <a:gd name="connsiteY6" fmla="*/ 192405 h 382904"/>
                <a:gd name="connsiteX7" fmla="*/ 43740 w 351822"/>
                <a:gd name="connsiteY7" fmla="*/ 329565 h 382904"/>
                <a:gd name="connsiteX8" fmla="*/ 174010 w 351822"/>
                <a:gd name="connsiteY8" fmla="*/ 382905 h 382904"/>
                <a:gd name="connsiteX9" fmla="*/ 179715 w 351822"/>
                <a:gd name="connsiteY9" fmla="*/ 382905 h 382904"/>
                <a:gd name="connsiteX10" fmla="*/ 249128 w 351822"/>
                <a:gd name="connsiteY10" fmla="*/ 367665 h 382904"/>
                <a:gd name="connsiteX11" fmla="*/ 340412 w 351822"/>
                <a:gd name="connsiteY11" fmla="*/ 261938 h 382904"/>
                <a:gd name="connsiteX12" fmla="*/ 351823 w 351822"/>
                <a:gd name="connsiteY12" fmla="*/ 186690 h 382904"/>
                <a:gd name="connsiteX13" fmla="*/ 351823 w 351822"/>
                <a:gd name="connsiteY13" fmla="*/ 180975 h 382904"/>
                <a:gd name="connsiteX14" fmla="*/ 309033 w 351822"/>
                <a:gd name="connsiteY14" fmla="*/ 55245 h 382904"/>
                <a:gd name="connsiteX15" fmla="*/ 182567 w 351822"/>
                <a:gd name="connsiteY15" fmla="*/ 0 h 382904"/>
                <a:gd name="connsiteX16" fmla="*/ 322346 w 351822"/>
                <a:gd name="connsiteY16" fmla="*/ 185738 h 382904"/>
                <a:gd name="connsiteX17" fmla="*/ 311886 w 351822"/>
                <a:gd name="connsiteY17" fmla="*/ 252413 h 382904"/>
                <a:gd name="connsiteX18" fmla="*/ 235816 w 351822"/>
                <a:gd name="connsiteY18" fmla="*/ 340995 h 382904"/>
                <a:gd name="connsiteX19" fmla="*/ 177813 w 351822"/>
                <a:gd name="connsiteY19" fmla="*/ 354330 h 382904"/>
                <a:gd name="connsiteX20" fmla="*/ 172108 w 351822"/>
                <a:gd name="connsiteY20" fmla="*/ 354330 h 382904"/>
                <a:gd name="connsiteX21" fmla="*/ 61807 w 351822"/>
                <a:gd name="connsiteY21" fmla="*/ 310515 h 382904"/>
                <a:gd name="connsiteX22" fmla="*/ 25674 w 351822"/>
                <a:gd name="connsiteY22" fmla="*/ 193358 h 382904"/>
                <a:gd name="connsiteX23" fmla="*/ 25674 w 351822"/>
                <a:gd name="connsiteY23" fmla="*/ 188595 h 382904"/>
                <a:gd name="connsiteX24" fmla="*/ 25674 w 351822"/>
                <a:gd name="connsiteY24" fmla="*/ 181927 h 382904"/>
                <a:gd name="connsiteX25" fmla="*/ 36133 w 351822"/>
                <a:gd name="connsiteY25" fmla="*/ 118110 h 382904"/>
                <a:gd name="connsiteX26" fmla="*/ 112203 w 351822"/>
                <a:gd name="connsiteY26" fmla="*/ 40005 h 382904"/>
                <a:gd name="connsiteX27" fmla="*/ 172108 w 351822"/>
                <a:gd name="connsiteY27" fmla="*/ 29528 h 382904"/>
                <a:gd name="connsiteX28" fmla="*/ 178764 w 351822"/>
                <a:gd name="connsiteY28" fmla="*/ 29528 h 382904"/>
                <a:gd name="connsiteX29" fmla="*/ 285262 w 351822"/>
                <a:gd name="connsiteY29" fmla="*/ 74295 h 382904"/>
                <a:gd name="connsiteX30" fmla="*/ 320444 w 351822"/>
                <a:gd name="connsiteY30" fmla="*/ 180975 h 382904"/>
                <a:gd name="connsiteX31" fmla="*/ 320444 w 351822"/>
                <a:gd name="connsiteY31" fmla="*/ 185738 h 38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1822" h="382904">
                  <a:moveTo>
                    <a:pt x="182567" y="0"/>
                  </a:moveTo>
                  <a:cubicBezTo>
                    <a:pt x="182567" y="0"/>
                    <a:pt x="182567" y="0"/>
                    <a:pt x="182567" y="0"/>
                  </a:cubicBezTo>
                  <a:lnTo>
                    <a:pt x="175911" y="0"/>
                  </a:lnTo>
                  <a:cubicBezTo>
                    <a:pt x="151189" y="0"/>
                    <a:pt x="127417" y="3810"/>
                    <a:pt x="105547" y="12382"/>
                  </a:cubicBezTo>
                  <a:cubicBezTo>
                    <a:pt x="59905" y="28575"/>
                    <a:pt x="29477" y="60960"/>
                    <a:pt x="12361" y="107632"/>
                  </a:cubicBezTo>
                  <a:cubicBezTo>
                    <a:pt x="4754" y="130493"/>
                    <a:pt x="0" y="155258"/>
                    <a:pt x="0" y="180023"/>
                  </a:cubicBezTo>
                  <a:lnTo>
                    <a:pt x="0" y="192405"/>
                  </a:lnTo>
                  <a:cubicBezTo>
                    <a:pt x="0" y="252413"/>
                    <a:pt x="14263" y="299085"/>
                    <a:pt x="43740" y="329565"/>
                  </a:cubicBezTo>
                  <a:cubicBezTo>
                    <a:pt x="77021" y="364808"/>
                    <a:pt x="121712" y="382905"/>
                    <a:pt x="174010" y="382905"/>
                  </a:cubicBezTo>
                  <a:lnTo>
                    <a:pt x="179715" y="382905"/>
                  </a:lnTo>
                  <a:cubicBezTo>
                    <a:pt x="202536" y="382905"/>
                    <a:pt x="226308" y="377190"/>
                    <a:pt x="249128" y="367665"/>
                  </a:cubicBezTo>
                  <a:cubicBezTo>
                    <a:pt x="294770" y="346710"/>
                    <a:pt x="326149" y="311468"/>
                    <a:pt x="340412" y="261938"/>
                  </a:cubicBezTo>
                  <a:cubicBezTo>
                    <a:pt x="348019" y="237173"/>
                    <a:pt x="351823" y="211455"/>
                    <a:pt x="351823" y="186690"/>
                  </a:cubicBezTo>
                  <a:lnTo>
                    <a:pt x="351823" y="180975"/>
                  </a:lnTo>
                  <a:cubicBezTo>
                    <a:pt x="351823" y="128588"/>
                    <a:pt x="337560" y="86677"/>
                    <a:pt x="309033" y="55245"/>
                  </a:cubicBezTo>
                  <a:cubicBezTo>
                    <a:pt x="275753" y="18097"/>
                    <a:pt x="232964" y="0"/>
                    <a:pt x="182567" y="0"/>
                  </a:cubicBezTo>
                  <a:close/>
                  <a:moveTo>
                    <a:pt x="322346" y="185738"/>
                  </a:moveTo>
                  <a:cubicBezTo>
                    <a:pt x="322346" y="207645"/>
                    <a:pt x="318542" y="230505"/>
                    <a:pt x="311886" y="252413"/>
                  </a:cubicBezTo>
                  <a:cubicBezTo>
                    <a:pt x="299525" y="294323"/>
                    <a:pt x="274802" y="322898"/>
                    <a:pt x="235816" y="340995"/>
                  </a:cubicBezTo>
                  <a:cubicBezTo>
                    <a:pt x="216799" y="349568"/>
                    <a:pt x="196831" y="354330"/>
                    <a:pt x="177813" y="354330"/>
                  </a:cubicBezTo>
                  <a:lnTo>
                    <a:pt x="172108" y="354330"/>
                  </a:lnTo>
                  <a:cubicBezTo>
                    <a:pt x="126466" y="354330"/>
                    <a:pt x="90333" y="340043"/>
                    <a:pt x="61807" y="310515"/>
                  </a:cubicBezTo>
                  <a:cubicBezTo>
                    <a:pt x="38035" y="285750"/>
                    <a:pt x="25674" y="245745"/>
                    <a:pt x="25674" y="193358"/>
                  </a:cubicBezTo>
                  <a:lnTo>
                    <a:pt x="25674" y="188595"/>
                  </a:lnTo>
                  <a:lnTo>
                    <a:pt x="25674" y="181927"/>
                  </a:lnTo>
                  <a:cubicBezTo>
                    <a:pt x="25674" y="160020"/>
                    <a:pt x="29477" y="138113"/>
                    <a:pt x="36133" y="118110"/>
                  </a:cubicBezTo>
                  <a:cubicBezTo>
                    <a:pt x="50396" y="79057"/>
                    <a:pt x="75119" y="53340"/>
                    <a:pt x="112203" y="40005"/>
                  </a:cubicBezTo>
                  <a:cubicBezTo>
                    <a:pt x="131220" y="33338"/>
                    <a:pt x="152139" y="29528"/>
                    <a:pt x="172108" y="29528"/>
                  </a:cubicBezTo>
                  <a:lnTo>
                    <a:pt x="178764" y="29528"/>
                  </a:lnTo>
                  <a:cubicBezTo>
                    <a:pt x="222504" y="29528"/>
                    <a:pt x="257686" y="43815"/>
                    <a:pt x="285262" y="74295"/>
                  </a:cubicBezTo>
                  <a:cubicBezTo>
                    <a:pt x="308082" y="100013"/>
                    <a:pt x="320444" y="135255"/>
                    <a:pt x="320444" y="180975"/>
                  </a:cubicBezTo>
                  <a:lnTo>
                    <a:pt x="320444" y="185738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A909E9B-21C9-E823-43C4-2406F5325CCA}"/>
                </a:ext>
              </a:extLst>
            </p:cNvPr>
            <p:cNvSpPr/>
            <p:nvPr/>
          </p:nvSpPr>
          <p:spPr>
            <a:xfrm>
              <a:off x="22085509" y="1386697"/>
              <a:ext cx="533439" cy="363261"/>
            </a:xfrm>
            <a:custGeom>
              <a:avLst/>
              <a:gdLst>
                <a:gd name="connsiteX0" fmla="*/ 523930 w 533439"/>
                <a:gd name="connsiteY0" fmla="*/ 271822 h 363261"/>
                <a:gd name="connsiteX1" fmla="*/ 520127 w 533439"/>
                <a:gd name="connsiteY1" fmla="*/ 261344 h 363261"/>
                <a:gd name="connsiteX2" fmla="*/ 517274 w 533439"/>
                <a:gd name="connsiteY2" fmla="*/ 209909 h 363261"/>
                <a:gd name="connsiteX3" fmla="*/ 503011 w 533439"/>
                <a:gd name="connsiteY3" fmla="*/ 65129 h 363261"/>
                <a:gd name="connsiteX4" fmla="*/ 461173 w 533439"/>
                <a:gd name="connsiteY4" fmla="*/ 16552 h 363261"/>
                <a:gd name="connsiteX5" fmla="*/ 329953 w 533439"/>
                <a:gd name="connsiteY5" fmla="*/ 18457 h 363261"/>
                <a:gd name="connsiteX6" fmla="*/ 296672 w 533439"/>
                <a:gd name="connsiteY6" fmla="*/ 33697 h 363261"/>
                <a:gd name="connsiteX7" fmla="*/ 281458 w 533439"/>
                <a:gd name="connsiteY7" fmla="*/ 27029 h 363261"/>
                <a:gd name="connsiteX8" fmla="*/ 247227 w 533439"/>
                <a:gd name="connsiteY8" fmla="*/ 12742 h 363261"/>
                <a:gd name="connsiteX9" fmla="*/ 156894 w 533439"/>
                <a:gd name="connsiteY9" fmla="*/ 13694 h 363261"/>
                <a:gd name="connsiteX10" fmla="*/ 122662 w 533439"/>
                <a:gd name="connsiteY10" fmla="*/ 19409 h 363261"/>
                <a:gd name="connsiteX11" fmla="*/ 88431 w 533439"/>
                <a:gd name="connsiteY11" fmla="*/ 14647 h 363261"/>
                <a:gd name="connsiteX12" fmla="*/ 48494 w 533439"/>
                <a:gd name="connsiteY12" fmla="*/ 9884 h 363261"/>
                <a:gd name="connsiteX13" fmla="*/ 16165 w 533439"/>
                <a:gd name="connsiteY13" fmla="*/ 22267 h 363261"/>
                <a:gd name="connsiteX14" fmla="*/ 6656 w 533439"/>
                <a:gd name="connsiteY14" fmla="*/ 47032 h 363261"/>
                <a:gd name="connsiteX15" fmla="*/ 9509 w 533439"/>
                <a:gd name="connsiteY15" fmla="*/ 75607 h 363261"/>
                <a:gd name="connsiteX16" fmla="*/ 10460 w 533439"/>
                <a:gd name="connsiteY16" fmla="*/ 85132 h 363261"/>
                <a:gd name="connsiteX17" fmla="*/ 12361 w 533439"/>
                <a:gd name="connsiteY17" fmla="*/ 169904 h 363261"/>
                <a:gd name="connsiteX18" fmla="*/ 11410 w 533439"/>
                <a:gd name="connsiteY18" fmla="*/ 243247 h 363261"/>
                <a:gd name="connsiteX19" fmla="*/ 5705 w 533439"/>
                <a:gd name="connsiteY19" fmla="*/ 269917 h 363261"/>
                <a:gd name="connsiteX20" fmla="*/ 0 w 533439"/>
                <a:gd name="connsiteY20" fmla="*/ 300397 h 363261"/>
                <a:gd name="connsiteX21" fmla="*/ 0 w 533439"/>
                <a:gd name="connsiteY21" fmla="*/ 312779 h 363261"/>
                <a:gd name="connsiteX22" fmla="*/ 18067 w 533439"/>
                <a:gd name="connsiteY22" fmla="*/ 349927 h 363261"/>
                <a:gd name="connsiteX23" fmla="*/ 64659 w 533439"/>
                <a:gd name="connsiteY23" fmla="*/ 362309 h 363261"/>
                <a:gd name="connsiteX24" fmla="*/ 111252 w 533439"/>
                <a:gd name="connsiteY24" fmla="*/ 348974 h 363261"/>
                <a:gd name="connsiteX25" fmla="*/ 128368 w 533439"/>
                <a:gd name="connsiteY25" fmla="*/ 299444 h 363261"/>
                <a:gd name="connsiteX26" fmla="*/ 124564 w 533439"/>
                <a:gd name="connsiteY26" fmla="*/ 208004 h 363261"/>
                <a:gd name="connsiteX27" fmla="*/ 132171 w 533439"/>
                <a:gd name="connsiteY27" fmla="*/ 120374 h 363261"/>
                <a:gd name="connsiteX28" fmla="*/ 151189 w 533439"/>
                <a:gd name="connsiteY28" fmla="*/ 100372 h 363261"/>
                <a:gd name="connsiteX29" fmla="*/ 170206 w 533439"/>
                <a:gd name="connsiteY29" fmla="*/ 93704 h 363261"/>
                <a:gd name="connsiteX30" fmla="*/ 197781 w 533439"/>
                <a:gd name="connsiteY30" fmla="*/ 108944 h 363261"/>
                <a:gd name="connsiteX31" fmla="*/ 208241 w 533439"/>
                <a:gd name="connsiteY31" fmla="*/ 192764 h 363261"/>
                <a:gd name="connsiteX32" fmla="*/ 207290 w 533439"/>
                <a:gd name="connsiteY32" fmla="*/ 267059 h 363261"/>
                <a:gd name="connsiteX33" fmla="*/ 202536 w 533439"/>
                <a:gd name="connsiteY33" fmla="*/ 290872 h 363261"/>
                <a:gd name="connsiteX34" fmla="*/ 200634 w 533439"/>
                <a:gd name="connsiteY34" fmla="*/ 303254 h 363261"/>
                <a:gd name="connsiteX35" fmla="*/ 200634 w 533439"/>
                <a:gd name="connsiteY35" fmla="*/ 317542 h 363261"/>
                <a:gd name="connsiteX36" fmla="*/ 253883 w 533439"/>
                <a:gd name="connsiteY36" fmla="*/ 362309 h 363261"/>
                <a:gd name="connsiteX37" fmla="*/ 313788 w 533439"/>
                <a:gd name="connsiteY37" fmla="*/ 351832 h 363261"/>
                <a:gd name="connsiteX38" fmla="*/ 334707 w 533439"/>
                <a:gd name="connsiteY38" fmla="*/ 302302 h 363261"/>
                <a:gd name="connsiteX39" fmla="*/ 329002 w 533439"/>
                <a:gd name="connsiteY39" fmla="*/ 268964 h 363261"/>
                <a:gd name="connsiteX40" fmla="*/ 324247 w 533439"/>
                <a:gd name="connsiteY40" fmla="*/ 228007 h 363261"/>
                <a:gd name="connsiteX41" fmla="*/ 329953 w 533439"/>
                <a:gd name="connsiteY41" fmla="*/ 126089 h 363261"/>
                <a:gd name="connsiteX42" fmla="*/ 344216 w 533439"/>
                <a:gd name="connsiteY42" fmla="*/ 105134 h 363261"/>
                <a:gd name="connsiteX43" fmla="*/ 364184 w 533439"/>
                <a:gd name="connsiteY43" fmla="*/ 99419 h 363261"/>
                <a:gd name="connsiteX44" fmla="*/ 380349 w 533439"/>
                <a:gd name="connsiteY44" fmla="*/ 102277 h 363261"/>
                <a:gd name="connsiteX45" fmla="*/ 396514 w 533439"/>
                <a:gd name="connsiteY45" fmla="*/ 122279 h 363261"/>
                <a:gd name="connsiteX46" fmla="*/ 404120 w 533439"/>
                <a:gd name="connsiteY46" fmla="*/ 227054 h 363261"/>
                <a:gd name="connsiteX47" fmla="*/ 407924 w 533439"/>
                <a:gd name="connsiteY47" fmla="*/ 329924 h 363261"/>
                <a:gd name="connsiteX48" fmla="*/ 463075 w 533439"/>
                <a:gd name="connsiteY48" fmla="*/ 363261 h 363261"/>
                <a:gd name="connsiteX49" fmla="*/ 475436 w 533439"/>
                <a:gd name="connsiteY49" fmla="*/ 363261 h 363261"/>
                <a:gd name="connsiteX50" fmla="*/ 518225 w 533439"/>
                <a:gd name="connsiteY50" fmla="*/ 348974 h 363261"/>
                <a:gd name="connsiteX51" fmla="*/ 533439 w 533439"/>
                <a:gd name="connsiteY51" fmla="*/ 313732 h 363261"/>
                <a:gd name="connsiteX52" fmla="*/ 528685 w 533439"/>
                <a:gd name="connsiteY52" fmla="*/ 283252 h 363261"/>
                <a:gd name="connsiteX53" fmla="*/ 523930 w 533439"/>
                <a:gd name="connsiteY53" fmla="*/ 271822 h 363261"/>
                <a:gd name="connsiteX54" fmla="*/ 497306 w 533439"/>
                <a:gd name="connsiteY54" fmla="*/ 327067 h 363261"/>
                <a:gd name="connsiteX55" fmla="*/ 474485 w 533439"/>
                <a:gd name="connsiteY55" fmla="*/ 333734 h 363261"/>
                <a:gd name="connsiteX56" fmla="*/ 462124 w 533439"/>
                <a:gd name="connsiteY56" fmla="*/ 333734 h 363261"/>
                <a:gd name="connsiteX57" fmla="*/ 433598 w 533439"/>
                <a:gd name="connsiteY57" fmla="*/ 319447 h 363261"/>
                <a:gd name="connsiteX58" fmla="*/ 430745 w 533439"/>
                <a:gd name="connsiteY58" fmla="*/ 225149 h 363261"/>
                <a:gd name="connsiteX59" fmla="*/ 421236 w 533439"/>
                <a:gd name="connsiteY59" fmla="*/ 109897 h 363261"/>
                <a:gd name="connsiteX60" fmla="*/ 390808 w 533439"/>
                <a:gd name="connsiteY60" fmla="*/ 74654 h 363261"/>
                <a:gd name="connsiteX61" fmla="*/ 363233 w 533439"/>
                <a:gd name="connsiteY61" fmla="*/ 69892 h 363261"/>
                <a:gd name="connsiteX62" fmla="*/ 329002 w 533439"/>
                <a:gd name="connsiteY62" fmla="*/ 80369 h 363261"/>
                <a:gd name="connsiteX63" fmla="*/ 302377 w 533439"/>
                <a:gd name="connsiteY63" fmla="*/ 116564 h 363261"/>
                <a:gd name="connsiteX64" fmla="*/ 294770 w 533439"/>
                <a:gd name="connsiteY64" fmla="*/ 227054 h 363261"/>
                <a:gd name="connsiteX65" fmla="*/ 300475 w 533439"/>
                <a:gd name="connsiteY65" fmla="*/ 273727 h 363261"/>
                <a:gd name="connsiteX66" fmla="*/ 305230 w 533439"/>
                <a:gd name="connsiteY66" fmla="*/ 301349 h 363261"/>
                <a:gd name="connsiteX67" fmla="*/ 298574 w 533439"/>
                <a:gd name="connsiteY67" fmla="*/ 326114 h 363261"/>
                <a:gd name="connsiteX68" fmla="*/ 252932 w 533439"/>
                <a:gd name="connsiteY68" fmla="*/ 331829 h 363261"/>
                <a:gd name="connsiteX69" fmla="*/ 228209 w 533439"/>
                <a:gd name="connsiteY69" fmla="*/ 315637 h 363261"/>
                <a:gd name="connsiteX70" fmla="*/ 228209 w 533439"/>
                <a:gd name="connsiteY70" fmla="*/ 303254 h 363261"/>
                <a:gd name="connsiteX71" fmla="*/ 230111 w 533439"/>
                <a:gd name="connsiteY71" fmla="*/ 292777 h 363261"/>
                <a:gd name="connsiteX72" fmla="*/ 234865 w 533439"/>
                <a:gd name="connsiteY72" fmla="*/ 268964 h 363261"/>
                <a:gd name="connsiteX73" fmla="*/ 236767 w 533439"/>
                <a:gd name="connsiteY73" fmla="*/ 190859 h 363261"/>
                <a:gd name="connsiteX74" fmla="*/ 223455 w 533439"/>
                <a:gd name="connsiteY74" fmla="*/ 94657 h 363261"/>
                <a:gd name="connsiteX75" fmla="*/ 170206 w 533439"/>
                <a:gd name="connsiteY75" fmla="*/ 63224 h 363261"/>
                <a:gd name="connsiteX76" fmla="*/ 137876 w 533439"/>
                <a:gd name="connsiteY76" fmla="*/ 73702 h 363261"/>
                <a:gd name="connsiteX77" fmla="*/ 107448 w 533439"/>
                <a:gd name="connsiteY77" fmla="*/ 105134 h 363261"/>
                <a:gd name="connsiteX78" fmla="*/ 96989 w 533439"/>
                <a:gd name="connsiteY78" fmla="*/ 206099 h 363261"/>
                <a:gd name="connsiteX79" fmla="*/ 100792 w 533439"/>
                <a:gd name="connsiteY79" fmla="*/ 297539 h 363261"/>
                <a:gd name="connsiteX80" fmla="*/ 93185 w 533439"/>
                <a:gd name="connsiteY80" fmla="*/ 325162 h 363261"/>
                <a:gd name="connsiteX81" fmla="*/ 93185 w 533439"/>
                <a:gd name="connsiteY81" fmla="*/ 325162 h 363261"/>
                <a:gd name="connsiteX82" fmla="*/ 64659 w 533439"/>
                <a:gd name="connsiteY82" fmla="*/ 331829 h 363261"/>
                <a:gd name="connsiteX83" fmla="*/ 35182 w 533439"/>
                <a:gd name="connsiteY83" fmla="*/ 325162 h 363261"/>
                <a:gd name="connsiteX84" fmla="*/ 28526 w 533439"/>
                <a:gd name="connsiteY84" fmla="*/ 310874 h 363261"/>
                <a:gd name="connsiteX85" fmla="*/ 28526 w 533439"/>
                <a:gd name="connsiteY85" fmla="*/ 298492 h 363261"/>
                <a:gd name="connsiteX86" fmla="*/ 33281 w 533439"/>
                <a:gd name="connsiteY86" fmla="*/ 275632 h 363261"/>
                <a:gd name="connsiteX87" fmla="*/ 39937 w 533439"/>
                <a:gd name="connsiteY87" fmla="*/ 242294 h 363261"/>
                <a:gd name="connsiteX88" fmla="*/ 40887 w 533439"/>
                <a:gd name="connsiteY88" fmla="*/ 167047 h 363261"/>
                <a:gd name="connsiteX89" fmla="*/ 38035 w 533439"/>
                <a:gd name="connsiteY89" fmla="*/ 78464 h 363261"/>
                <a:gd name="connsiteX90" fmla="*/ 36133 w 533439"/>
                <a:gd name="connsiteY90" fmla="*/ 67034 h 363261"/>
                <a:gd name="connsiteX91" fmla="*/ 33281 w 533439"/>
                <a:gd name="connsiteY91" fmla="*/ 43222 h 363261"/>
                <a:gd name="connsiteX92" fmla="*/ 36133 w 533439"/>
                <a:gd name="connsiteY92" fmla="*/ 37507 h 363261"/>
                <a:gd name="connsiteX93" fmla="*/ 46593 w 533439"/>
                <a:gd name="connsiteY93" fmla="*/ 34649 h 363261"/>
                <a:gd name="connsiteX94" fmla="*/ 80824 w 533439"/>
                <a:gd name="connsiteY94" fmla="*/ 39412 h 363261"/>
                <a:gd name="connsiteX95" fmla="*/ 120761 w 533439"/>
                <a:gd name="connsiteY95" fmla="*/ 44174 h 363261"/>
                <a:gd name="connsiteX96" fmla="*/ 163550 w 533439"/>
                <a:gd name="connsiteY96" fmla="*/ 36554 h 363261"/>
                <a:gd name="connsiteX97" fmla="*/ 236767 w 533439"/>
                <a:gd name="connsiteY97" fmla="*/ 35602 h 363261"/>
                <a:gd name="connsiteX98" fmla="*/ 268146 w 533439"/>
                <a:gd name="connsiteY98" fmla="*/ 48937 h 363261"/>
                <a:gd name="connsiteX99" fmla="*/ 296672 w 533439"/>
                <a:gd name="connsiteY99" fmla="*/ 58462 h 363261"/>
                <a:gd name="connsiteX100" fmla="*/ 342314 w 533439"/>
                <a:gd name="connsiteY100" fmla="*/ 40364 h 363261"/>
                <a:gd name="connsiteX101" fmla="*/ 400317 w 533439"/>
                <a:gd name="connsiteY101" fmla="*/ 25124 h 363261"/>
                <a:gd name="connsiteX102" fmla="*/ 445959 w 533439"/>
                <a:gd name="connsiteY102" fmla="*/ 37507 h 363261"/>
                <a:gd name="connsiteX103" fmla="*/ 476387 w 533439"/>
                <a:gd name="connsiteY103" fmla="*/ 73702 h 363261"/>
                <a:gd name="connsiteX104" fmla="*/ 487797 w 533439"/>
                <a:gd name="connsiteY104" fmla="*/ 206099 h 363261"/>
                <a:gd name="connsiteX105" fmla="*/ 491601 w 533439"/>
                <a:gd name="connsiteY105" fmla="*/ 264202 h 363261"/>
                <a:gd name="connsiteX106" fmla="*/ 495404 w 533439"/>
                <a:gd name="connsiteY106" fmla="*/ 277537 h 363261"/>
                <a:gd name="connsiteX107" fmla="*/ 499208 w 533439"/>
                <a:gd name="connsiteY107" fmla="*/ 287062 h 363261"/>
                <a:gd name="connsiteX108" fmla="*/ 502060 w 533439"/>
                <a:gd name="connsiteY108" fmla="*/ 308969 h 363261"/>
                <a:gd name="connsiteX109" fmla="*/ 497306 w 533439"/>
                <a:gd name="connsiteY109" fmla="*/ 327067 h 36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533439" h="363261">
                  <a:moveTo>
                    <a:pt x="523930" y="271822"/>
                  </a:moveTo>
                  <a:lnTo>
                    <a:pt x="520127" y="261344"/>
                  </a:lnTo>
                  <a:cubicBezTo>
                    <a:pt x="518225" y="254677"/>
                    <a:pt x="517274" y="241342"/>
                    <a:pt x="517274" y="209909"/>
                  </a:cubicBezTo>
                  <a:cubicBezTo>
                    <a:pt x="517274" y="108944"/>
                    <a:pt x="508716" y="79417"/>
                    <a:pt x="503011" y="65129"/>
                  </a:cubicBezTo>
                  <a:cubicBezTo>
                    <a:pt x="493502" y="43222"/>
                    <a:pt x="479239" y="27029"/>
                    <a:pt x="461173" y="16552"/>
                  </a:cubicBezTo>
                  <a:cubicBezTo>
                    <a:pt x="426941" y="-5356"/>
                    <a:pt x="379398" y="-6308"/>
                    <a:pt x="329953" y="18457"/>
                  </a:cubicBezTo>
                  <a:cubicBezTo>
                    <a:pt x="307132" y="29887"/>
                    <a:pt x="298574" y="32744"/>
                    <a:pt x="296672" y="33697"/>
                  </a:cubicBezTo>
                  <a:cubicBezTo>
                    <a:pt x="294770" y="33697"/>
                    <a:pt x="290967" y="31792"/>
                    <a:pt x="281458" y="27029"/>
                  </a:cubicBezTo>
                  <a:cubicBezTo>
                    <a:pt x="270048" y="21314"/>
                    <a:pt x="258637" y="16552"/>
                    <a:pt x="247227" y="12742"/>
                  </a:cubicBezTo>
                  <a:cubicBezTo>
                    <a:pt x="222504" y="4169"/>
                    <a:pt x="191125" y="3217"/>
                    <a:pt x="156894" y="13694"/>
                  </a:cubicBezTo>
                  <a:cubicBezTo>
                    <a:pt x="142631" y="17504"/>
                    <a:pt x="131220" y="19409"/>
                    <a:pt x="122662" y="19409"/>
                  </a:cubicBezTo>
                  <a:cubicBezTo>
                    <a:pt x="114105" y="19409"/>
                    <a:pt x="102694" y="17504"/>
                    <a:pt x="88431" y="14647"/>
                  </a:cubicBezTo>
                  <a:cubicBezTo>
                    <a:pt x="72266" y="10837"/>
                    <a:pt x="58954" y="9884"/>
                    <a:pt x="48494" y="9884"/>
                  </a:cubicBezTo>
                  <a:cubicBezTo>
                    <a:pt x="34231" y="9884"/>
                    <a:pt x="23772" y="13694"/>
                    <a:pt x="16165" y="22267"/>
                  </a:cubicBezTo>
                  <a:cubicBezTo>
                    <a:pt x="9509" y="29887"/>
                    <a:pt x="6656" y="38459"/>
                    <a:pt x="6656" y="47032"/>
                  </a:cubicBezTo>
                  <a:cubicBezTo>
                    <a:pt x="6656" y="52747"/>
                    <a:pt x="7607" y="62272"/>
                    <a:pt x="9509" y="75607"/>
                  </a:cubicBezTo>
                  <a:lnTo>
                    <a:pt x="10460" y="85132"/>
                  </a:lnTo>
                  <a:cubicBezTo>
                    <a:pt x="12361" y="99419"/>
                    <a:pt x="12361" y="127994"/>
                    <a:pt x="12361" y="169904"/>
                  </a:cubicBezTo>
                  <a:cubicBezTo>
                    <a:pt x="12361" y="222292"/>
                    <a:pt x="12361" y="238484"/>
                    <a:pt x="11410" y="243247"/>
                  </a:cubicBezTo>
                  <a:cubicBezTo>
                    <a:pt x="11410" y="249914"/>
                    <a:pt x="9509" y="258487"/>
                    <a:pt x="5705" y="269917"/>
                  </a:cubicBezTo>
                  <a:cubicBezTo>
                    <a:pt x="1902" y="284204"/>
                    <a:pt x="0" y="293729"/>
                    <a:pt x="0" y="300397"/>
                  </a:cubicBezTo>
                  <a:lnTo>
                    <a:pt x="0" y="312779"/>
                  </a:lnTo>
                  <a:cubicBezTo>
                    <a:pt x="0" y="328019"/>
                    <a:pt x="6656" y="340402"/>
                    <a:pt x="18067" y="349927"/>
                  </a:cubicBezTo>
                  <a:cubicBezTo>
                    <a:pt x="28526" y="358499"/>
                    <a:pt x="43740" y="362309"/>
                    <a:pt x="64659" y="362309"/>
                  </a:cubicBezTo>
                  <a:cubicBezTo>
                    <a:pt x="84628" y="362309"/>
                    <a:pt x="100792" y="357547"/>
                    <a:pt x="111252" y="348974"/>
                  </a:cubicBezTo>
                  <a:cubicBezTo>
                    <a:pt x="122662" y="339449"/>
                    <a:pt x="128368" y="323257"/>
                    <a:pt x="128368" y="299444"/>
                  </a:cubicBezTo>
                  <a:lnTo>
                    <a:pt x="124564" y="208004"/>
                  </a:lnTo>
                  <a:cubicBezTo>
                    <a:pt x="124564" y="142282"/>
                    <a:pt x="129319" y="125137"/>
                    <a:pt x="132171" y="120374"/>
                  </a:cubicBezTo>
                  <a:cubicBezTo>
                    <a:pt x="136926" y="110849"/>
                    <a:pt x="142631" y="105134"/>
                    <a:pt x="151189" y="100372"/>
                  </a:cubicBezTo>
                  <a:cubicBezTo>
                    <a:pt x="161648" y="94657"/>
                    <a:pt x="167353" y="93704"/>
                    <a:pt x="170206" y="93704"/>
                  </a:cubicBezTo>
                  <a:cubicBezTo>
                    <a:pt x="183518" y="93704"/>
                    <a:pt x="192076" y="98467"/>
                    <a:pt x="197781" y="108944"/>
                  </a:cubicBezTo>
                  <a:cubicBezTo>
                    <a:pt x="202536" y="118469"/>
                    <a:pt x="208241" y="140377"/>
                    <a:pt x="208241" y="192764"/>
                  </a:cubicBezTo>
                  <a:cubicBezTo>
                    <a:pt x="208241" y="249914"/>
                    <a:pt x="207290" y="264202"/>
                    <a:pt x="207290" y="267059"/>
                  </a:cubicBezTo>
                  <a:lnTo>
                    <a:pt x="202536" y="290872"/>
                  </a:lnTo>
                  <a:lnTo>
                    <a:pt x="200634" y="303254"/>
                  </a:lnTo>
                  <a:lnTo>
                    <a:pt x="200634" y="317542"/>
                  </a:lnTo>
                  <a:cubicBezTo>
                    <a:pt x="200634" y="330877"/>
                    <a:pt x="205388" y="362309"/>
                    <a:pt x="253883" y="362309"/>
                  </a:cubicBezTo>
                  <a:cubicBezTo>
                    <a:pt x="283360" y="362309"/>
                    <a:pt x="302377" y="359452"/>
                    <a:pt x="313788" y="351832"/>
                  </a:cubicBezTo>
                  <a:cubicBezTo>
                    <a:pt x="327100" y="343259"/>
                    <a:pt x="334707" y="327067"/>
                    <a:pt x="334707" y="302302"/>
                  </a:cubicBezTo>
                  <a:cubicBezTo>
                    <a:pt x="334707" y="299444"/>
                    <a:pt x="334707" y="294682"/>
                    <a:pt x="329002" y="268964"/>
                  </a:cubicBezTo>
                  <a:cubicBezTo>
                    <a:pt x="325198" y="252772"/>
                    <a:pt x="324247" y="238484"/>
                    <a:pt x="324247" y="228007"/>
                  </a:cubicBezTo>
                  <a:cubicBezTo>
                    <a:pt x="324247" y="154664"/>
                    <a:pt x="328051" y="132757"/>
                    <a:pt x="329953" y="126089"/>
                  </a:cubicBezTo>
                  <a:cubicBezTo>
                    <a:pt x="332805" y="115612"/>
                    <a:pt x="337559" y="108944"/>
                    <a:pt x="344216" y="105134"/>
                  </a:cubicBezTo>
                  <a:cubicBezTo>
                    <a:pt x="350872" y="101324"/>
                    <a:pt x="357528" y="99419"/>
                    <a:pt x="364184" y="99419"/>
                  </a:cubicBezTo>
                  <a:cubicBezTo>
                    <a:pt x="372742" y="99419"/>
                    <a:pt x="377496" y="100372"/>
                    <a:pt x="380349" y="102277"/>
                  </a:cubicBezTo>
                  <a:cubicBezTo>
                    <a:pt x="387005" y="105134"/>
                    <a:pt x="391759" y="111802"/>
                    <a:pt x="396514" y="122279"/>
                  </a:cubicBezTo>
                  <a:cubicBezTo>
                    <a:pt x="399366" y="128947"/>
                    <a:pt x="404120" y="151807"/>
                    <a:pt x="404120" y="227054"/>
                  </a:cubicBezTo>
                  <a:cubicBezTo>
                    <a:pt x="404120" y="318494"/>
                    <a:pt x="406973" y="326114"/>
                    <a:pt x="407924" y="329924"/>
                  </a:cubicBezTo>
                  <a:cubicBezTo>
                    <a:pt x="413629" y="345164"/>
                    <a:pt x="426941" y="363261"/>
                    <a:pt x="463075" y="363261"/>
                  </a:cubicBezTo>
                  <a:lnTo>
                    <a:pt x="475436" y="363261"/>
                  </a:lnTo>
                  <a:cubicBezTo>
                    <a:pt x="493502" y="363261"/>
                    <a:pt x="507766" y="358499"/>
                    <a:pt x="518225" y="348974"/>
                  </a:cubicBezTo>
                  <a:cubicBezTo>
                    <a:pt x="528685" y="339449"/>
                    <a:pt x="533439" y="327067"/>
                    <a:pt x="533439" y="313732"/>
                  </a:cubicBezTo>
                  <a:cubicBezTo>
                    <a:pt x="533439" y="302302"/>
                    <a:pt x="531537" y="292777"/>
                    <a:pt x="528685" y="283252"/>
                  </a:cubicBezTo>
                  <a:lnTo>
                    <a:pt x="523930" y="271822"/>
                  </a:lnTo>
                  <a:close/>
                  <a:moveTo>
                    <a:pt x="497306" y="327067"/>
                  </a:moveTo>
                  <a:cubicBezTo>
                    <a:pt x="492552" y="331829"/>
                    <a:pt x="484945" y="333734"/>
                    <a:pt x="474485" y="333734"/>
                  </a:cubicBezTo>
                  <a:lnTo>
                    <a:pt x="462124" y="333734"/>
                  </a:lnTo>
                  <a:cubicBezTo>
                    <a:pt x="439303" y="333734"/>
                    <a:pt x="435499" y="323257"/>
                    <a:pt x="433598" y="319447"/>
                  </a:cubicBezTo>
                  <a:cubicBezTo>
                    <a:pt x="432647" y="316589"/>
                    <a:pt x="430745" y="301349"/>
                    <a:pt x="430745" y="225149"/>
                  </a:cubicBezTo>
                  <a:cubicBezTo>
                    <a:pt x="430745" y="143234"/>
                    <a:pt x="425040" y="120374"/>
                    <a:pt x="421236" y="109897"/>
                  </a:cubicBezTo>
                  <a:cubicBezTo>
                    <a:pt x="414580" y="92752"/>
                    <a:pt x="404120" y="80369"/>
                    <a:pt x="390808" y="74654"/>
                  </a:cubicBezTo>
                  <a:cubicBezTo>
                    <a:pt x="383201" y="70844"/>
                    <a:pt x="374644" y="69892"/>
                    <a:pt x="363233" y="69892"/>
                  </a:cubicBezTo>
                  <a:cubicBezTo>
                    <a:pt x="351823" y="69892"/>
                    <a:pt x="339461" y="73702"/>
                    <a:pt x="329002" y="80369"/>
                  </a:cubicBezTo>
                  <a:cubicBezTo>
                    <a:pt x="316640" y="87989"/>
                    <a:pt x="308082" y="99419"/>
                    <a:pt x="302377" y="116564"/>
                  </a:cubicBezTo>
                  <a:cubicBezTo>
                    <a:pt x="299525" y="126089"/>
                    <a:pt x="294770" y="147997"/>
                    <a:pt x="294770" y="227054"/>
                  </a:cubicBezTo>
                  <a:cubicBezTo>
                    <a:pt x="294770" y="240389"/>
                    <a:pt x="296672" y="255629"/>
                    <a:pt x="300475" y="273727"/>
                  </a:cubicBezTo>
                  <a:cubicBezTo>
                    <a:pt x="305230" y="295634"/>
                    <a:pt x="305230" y="300397"/>
                    <a:pt x="305230" y="301349"/>
                  </a:cubicBezTo>
                  <a:cubicBezTo>
                    <a:pt x="305230" y="314684"/>
                    <a:pt x="302377" y="324209"/>
                    <a:pt x="298574" y="326114"/>
                  </a:cubicBezTo>
                  <a:cubicBezTo>
                    <a:pt x="295721" y="328019"/>
                    <a:pt x="285261" y="331829"/>
                    <a:pt x="252932" y="331829"/>
                  </a:cubicBezTo>
                  <a:cubicBezTo>
                    <a:pt x="228209" y="331829"/>
                    <a:pt x="228209" y="322304"/>
                    <a:pt x="228209" y="315637"/>
                  </a:cubicBezTo>
                  <a:lnTo>
                    <a:pt x="228209" y="303254"/>
                  </a:lnTo>
                  <a:lnTo>
                    <a:pt x="230111" y="292777"/>
                  </a:lnTo>
                  <a:lnTo>
                    <a:pt x="234865" y="268964"/>
                  </a:lnTo>
                  <a:cubicBezTo>
                    <a:pt x="235816" y="264202"/>
                    <a:pt x="236767" y="250867"/>
                    <a:pt x="236767" y="190859"/>
                  </a:cubicBezTo>
                  <a:cubicBezTo>
                    <a:pt x="236767" y="143234"/>
                    <a:pt x="232013" y="111802"/>
                    <a:pt x="223455" y="94657"/>
                  </a:cubicBezTo>
                  <a:cubicBezTo>
                    <a:pt x="212995" y="74654"/>
                    <a:pt x="194929" y="63224"/>
                    <a:pt x="170206" y="63224"/>
                  </a:cubicBezTo>
                  <a:cubicBezTo>
                    <a:pt x="160697" y="63224"/>
                    <a:pt x="150238" y="67034"/>
                    <a:pt x="137876" y="73702"/>
                  </a:cubicBezTo>
                  <a:cubicBezTo>
                    <a:pt x="125515" y="80369"/>
                    <a:pt x="115055" y="91799"/>
                    <a:pt x="107448" y="105134"/>
                  </a:cubicBezTo>
                  <a:cubicBezTo>
                    <a:pt x="102694" y="114659"/>
                    <a:pt x="96989" y="134662"/>
                    <a:pt x="96989" y="206099"/>
                  </a:cubicBezTo>
                  <a:lnTo>
                    <a:pt x="100792" y="297539"/>
                  </a:lnTo>
                  <a:cubicBezTo>
                    <a:pt x="100792" y="311827"/>
                    <a:pt x="97940" y="321352"/>
                    <a:pt x="93185" y="325162"/>
                  </a:cubicBezTo>
                  <a:lnTo>
                    <a:pt x="93185" y="325162"/>
                  </a:lnTo>
                  <a:cubicBezTo>
                    <a:pt x="87480" y="329924"/>
                    <a:pt x="77971" y="331829"/>
                    <a:pt x="64659" y="331829"/>
                  </a:cubicBezTo>
                  <a:cubicBezTo>
                    <a:pt x="51347" y="331829"/>
                    <a:pt x="40887" y="329924"/>
                    <a:pt x="35182" y="325162"/>
                  </a:cubicBezTo>
                  <a:cubicBezTo>
                    <a:pt x="30428" y="321352"/>
                    <a:pt x="28526" y="317542"/>
                    <a:pt x="28526" y="310874"/>
                  </a:cubicBezTo>
                  <a:lnTo>
                    <a:pt x="28526" y="298492"/>
                  </a:lnTo>
                  <a:cubicBezTo>
                    <a:pt x="28526" y="296587"/>
                    <a:pt x="28526" y="290872"/>
                    <a:pt x="33281" y="275632"/>
                  </a:cubicBezTo>
                  <a:cubicBezTo>
                    <a:pt x="37084" y="261344"/>
                    <a:pt x="38986" y="250867"/>
                    <a:pt x="39937" y="242294"/>
                  </a:cubicBezTo>
                  <a:cubicBezTo>
                    <a:pt x="39937" y="234674"/>
                    <a:pt x="40887" y="209909"/>
                    <a:pt x="40887" y="167047"/>
                  </a:cubicBezTo>
                  <a:cubicBezTo>
                    <a:pt x="40887" y="124184"/>
                    <a:pt x="39937" y="95609"/>
                    <a:pt x="38035" y="78464"/>
                  </a:cubicBezTo>
                  <a:lnTo>
                    <a:pt x="36133" y="67034"/>
                  </a:lnTo>
                  <a:cubicBezTo>
                    <a:pt x="34231" y="52747"/>
                    <a:pt x="33281" y="46079"/>
                    <a:pt x="33281" y="43222"/>
                  </a:cubicBezTo>
                  <a:cubicBezTo>
                    <a:pt x="33281" y="41317"/>
                    <a:pt x="34231" y="39412"/>
                    <a:pt x="36133" y="37507"/>
                  </a:cubicBezTo>
                  <a:cubicBezTo>
                    <a:pt x="37084" y="36554"/>
                    <a:pt x="40887" y="34649"/>
                    <a:pt x="46593" y="34649"/>
                  </a:cubicBezTo>
                  <a:cubicBezTo>
                    <a:pt x="55151" y="34649"/>
                    <a:pt x="66561" y="36554"/>
                    <a:pt x="80824" y="39412"/>
                  </a:cubicBezTo>
                  <a:cubicBezTo>
                    <a:pt x="96989" y="43222"/>
                    <a:pt x="110301" y="44174"/>
                    <a:pt x="120761" y="44174"/>
                  </a:cubicBezTo>
                  <a:cubicBezTo>
                    <a:pt x="132171" y="44174"/>
                    <a:pt x="146434" y="42269"/>
                    <a:pt x="163550" y="36554"/>
                  </a:cubicBezTo>
                  <a:cubicBezTo>
                    <a:pt x="192076" y="28934"/>
                    <a:pt x="217750" y="28934"/>
                    <a:pt x="236767" y="35602"/>
                  </a:cubicBezTo>
                  <a:cubicBezTo>
                    <a:pt x="247227" y="39412"/>
                    <a:pt x="257686" y="44174"/>
                    <a:pt x="268146" y="48937"/>
                  </a:cubicBezTo>
                  <a:cubicBezTo>
                    <a:pt x="285261" y="57509"/>
                    <a:pt x="291918" y="58462"/>
                    <a:pt x="296672" y="58462"/>
                  </a:cubicBezTo>
                  <a:cubicBezTo>
                    <a:pt x="301426" y="58462"/>
                    <a:pt x="309033" y="57509"/>
                    <a:pt x="342314" y="40364"/>
                  </a:cubicBezTo>
                  <a:cubicBezTo>
                    <a:pt x="362282" y="29887"/>
                    <a:pt x="382251" y="25124"/>
                    <a:pt x="400317" y="25124"/>
                  </a:cubicBezTo>
                  <a:cubicBezTo>
                    <a:pt x="418384" y="25124"/>
                    <a:pt x="432647" y="28934"/>
                    <a:pt x="445959" y="37507"/>
                  </a:cubicBezTo>
                  <a:cubicBezTo>
                    <a:pt x="459271" y="45127"/>
                    <a:pt x="468780" y="57509"/>
                    <a:pt x="476387" y="73702"/>
                  </a:cubicBezTo>
                  <a:cubicBezTo>
                    <a:pt x="482092" y="85132"/>
                    <a:pt x="487797" y="117517"/>
                    <a:pt x="487797" y="206099"/>
                  </a:cubicBezTo>
                  <a:cubicBezTo>
                    <a:pt x="487797" y="233722"/>
                    <a:pt x="488748" y="252772"/>
                    <a:pt x="491601" y="264202"/>
                  </a:cubicBezTo>
                  <a:lnTo>
                    <a:pt x="495404" y="277537"/>
                  </a:lnTo>
                  <a:lnTo>
                    <a:pt x="499208" y="287062"/>
                  </a:lnTo>
                  <a:cubicBezTo>
                    <a:pt x="501109" y="293729"/>
                    <a:pt x="502060" y="301349"/>
                    <a:pt x="502060" y="308969"/>
                  </a:cubicBezTo>
                  <a:cubicBezTo>
                    <a:pt x="503962" y="318494"/>
                    <a:pt x="501109" y="323257"/>
                    <a:pt x="497306" y="327067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59" name="Graphic 36">
            <a:extLst>
              <a:ext uri="{FF2B5EF4-FFF2-40B4-BE49-F238E27FC236}">
                <a16:creationId xmlns:a16="http://schemas.microsoft.com/office/drawing/2014/main" id="{3CC9DDEC-989B-7D4A-D5AE-7292FB14AFD3}"/>
              </a:ext>
            </a:extLst>
          </p:cNvPr>
          <p:cNvSpPr/>
          <p:nvPr/>
        </p:nvSpPr>
        <p:spPr>
          <a:xfrm>
            <a:off x="19346168" y="1221778"/>
            <a:ext cx="3768449" cy="1803307"/>
          </a:xfrm>
          <a:custGeom>
            <a:avLst/>
            <a:gdLst>
              <a:gd name="connsiteX0" fmla="*/ 1723501 w 2070100"/>
              <a:gd name="connsiteY0" fmla="*/ 990600 h 990600"/>
              <a:gd name="connsiteX1" fmla="*/ 332356 w 2070100"/>
              <a:gd name="connsiteY1" fmla="*/ 990600 h 990600"/>
              <a:gd name="connsiteX2" fmla="*/ 0 w 2070100"/>
              <a:gd name="connsiteY2" fmla="*/ 660400 h 990600"/>
              <a:gd name="connsiteX3" fmla="*/ 332356 w 2070100"/>
              <a:gd name="connsiteY3" fmla="*/ 330200 h 990600"/>
              <a:gd name="connsiteX4" fmla="*/ 408322 w 2070100"/>
              <a:gd name="connsiteY4" fmla="*/ 338691 h 990600"/>
              <a:gd name="connsiteX5" fmla="*/ 408322 w 2070100"/>
              <a:gd name="connsiteY5" fmla="*/ 330200 h 990600"/>
              <a:gd name="connsiteX6" fmla="*/ 740678 w 2070100"/>
              <a:gd name="connsiteY6" fmla="*/ 0 h 990600"/>
              <a:gd name="connsiteX7" fmla="*/ 1054991 w 2070100"/>
              <a:gd name="connsiteY7" fmla="*/ 222649 h 990600"/>
              <a:gd name="connsiteX8" fmla="*/ 1258203 w 2070100"/>
              <a:gd name="connsiteY8" fmla="*/ 169817 h 990600"/>
              <a:gd name="connsiteX9" fmla="*/ 1585811 w 2070100"/>
              <a:gd name="connsiteY9" fmla="*/ 330200 h 990600"/>
              <a:gd name="connsiteX10" fmla="*/ 1723501 w 2070100"/>
              <a:gd name="connsiteY10" fmla="*/ 301897 h 990600"/>
              <a:gd name="connsiteX11" fmla="*/ 2070100 w 2070100"/>
              <a:gd name="connsiteY11" fmla="*/ 646249 h 990600"/>
              <a:gd name="connsiteX12" fmla="*/ 1763383 w 2070100"/>
              <a:gd name="connsiteY12" fmla="*/ 988713 h 990600"/>
              <a:gd name="connsiteX13" fmla="*/ 1723501 w 2070100"/>
              <a:gd name="connsiteY13" fmla="*/ 990600 h 990600"/>
              <a:gd name="connsiteX14" fmla="*/ 332356 w 2070100"/>
              <a:gd name="connsiteY14" fmla="*/ 358503 h 990600"/>
              <a:gd name="connsiteX15" fmla="*/ 28488 w 2070100"/>
              <a:gd name="connsiteY15" fmla="*/ 660400 h 990600"/>
              <a:gd name="connsiteX16" fmla="*/ 332356 w 2070100"/>
              <a:gd name="connsiteY16" fmla="*/ 962297 h 990600"/>
              <a:gd name="connsiteX17" fmla="*/ 1723501 w 2070100"/>
              <a:gd name="connsiteY17" fmla="*/ 962297 h 990600"/>
              <a:gd name="connsiteX18" fmla="*/ 1759585 w 2070100"/>
              <a:gd name="connsiteY18" fmla="*/ 960410 h 990600"/>
              <a:gd name="connsiteX19" fmla="*/ 2041612 w 2070100"/>
              <a:gd name="connsiteY19" fmla="*/ 646249 h 990600"/>
              <a:gd name="connsiteX20" fmla="*/ 1723501 w 2070100"/>
              <a:gd name="connsiteY20" fmla="*/ 330200 h 990600"/>
              <a:gd name="connsiteX21" fmla="*/ 1586760 w 2070100"/>
              <a:gd name="connsiteY21" fmla="*/ 360390 h 990600"/>
              <a:gd name="connsiteX22" fmla="*/ 1576315 w 2070100"/>
              <a:gd name="connsiteY22" fmla="*/ 365107 h 990600"/>
              <a:gd name="connsiteX23" fmla="*/ 1569668 w 2070100"/>
              <a:gd name="connsiteY23" fmla="*/ 355673 h 990600"/>
              <a:gd name="connsiteX24" fmla="*/ 1258203 w 2070100"/>
              <a:gd name="connsiteY24" fmla="*/ 198120 h 990600"/>
              <a:gd name="connsiteX25" fmla="*/ 1054042 w 2070100"/>
              <a:gd name="connsiteY25" fmla="*/ 256613 h 990600"/>
              <a:gd name="connsiteX26" fmla="*/ 1037899 w 2070100"/>
              <a:gd name="connsiteY26" fmla="*/ 266990 h 990600"/>
              <a:gd name="connsiteX27" fmla="*/ 1033151 w 2070100"/>
              <a:gd name="connsiteY27" fmla="*/ 249065 h 990600"/>
              <a:gd name="connsiteX28" fmla="*/ 740678 w 2070100"/>
              <a:gd name="connsiteY28" fmla="*/ 28303 h 990600"/>
              <a:gd name="connsiteX29" fmla="*/ 436810 w 2070100"/>
              <a:gd name="connsiteY29" fmla="*/ 330200 h 990600"/>
              <a:gd name="connsiteX30" fmla="*/ 437760 w 2070100"/>
              <a:gd name="connsiteY30" fmla="*/ 356616 h 990600"/>
              <a:gd name="connsiteX31" fmla="*/ 439659 w 2070100"/>
              <a:gd name="connsiteY31" fmla="*/ 377371 h 990600"/>
              <a:gd name="connsiteX32" fmla="*/ 419718 w 2070100"/>
              <a:gd name="connsiteY32" fmla="*/ 371711 h 990600"/>
              <a:gd name="connsiteX33" fmla="*/ 332356 w 2070100"/>
              <a:gd name="connsiteY33" fmla="*/ 358503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070100" h="990600">
                <a:moveTo>
                  <a:pt x="1723501" y="990600"/>
                </a:moveTo>
                <a:lnTo>
                  <a:pt x="332356" y="990600"/>
                </a:lnTo>
                <a:cubicBezTo>
                  <a:pt x="149085" y="990600"/>
                  <a:pt x="0" y="842482"/>
                  <a:pt x="0" y="660400"/>
                </a:cubicBezTo>
                <a:cubicBezTo>
                  <a:pt x="0" y="478318"/>
                  <a:pt x="149085" y="330200"/>
                  <a:pt x="332356" y="330200"/>
                </a:cubicBezTo>
                <a:cubicBezTo>
                  <a:pt x="357994" y="330200"/>
                  <a:pt x="383633" y="333030"/>
                  <a:pt x="408322" y="338691"/>
                </a:cubicBezTo>
                <a:cubicBezTo>
                  <a:pt x="408322" y="335861"/>
                  <a:pt x="408322" y="333030"/>
                  <a:pt x="408322" y="330200"/>
                </a:cubicBezTo>
                <a:cubicBezTo>
                  <a:pt x="408322" y="148118"/>
                  <a:pt x="557408" y="0"/>
                  <a:pt x="740678" y="0"/>
                </a:cubicBezTo>
                <a:cubicBezTo>
                  <a:pt x="882167" y="0"/>
                  <a:pt x="1009411" y="90569"/>
                  <a:pt x="1054991" y="222649"/>
                </a:cubicBezTo>
                <a:cubicBezTo>
                  <a:pt x="1116715" y="187742"/>
                  <a:pt x="1186984" y="169817"/>
                  <a:pt x="1258203" y="169817"/>
                </a:cubicBezTo>
                <a:cubicBezTo>
                  <a:pt x="1386397" y="169817"/>
                  <a:pt x="1507944" y="229253"/>
                  <a:pt x="1585811" y="330200"/>
                </a:cubicBezTo>
                <a:cubicBezTo>
                  <a:pt x="1629492" y="311331"/>
                  <a:pt x="1676021" y="301897"/>
                  <a:pt x="1723501" y="301897"/>
                </a:cubicBezTo>
                <a:cubicBezTo>
                  <a:pt x="1914368" y="301897"/>
                  <a:pt x="2070100" y="456619"/>
                  <a:pt x="2070100" y="646249"/>
                </a:cubicBezTo>
                <a:cubicBezTo>
                  <a:pt x="2070100" y="821726"/>
                  <a:pt x="1938108" y="968901"/>
                  <a:pt x="1763383" y="988713"/>
                </a:cubicBezTo>
                <a:cubicBezTo>
                  <a:pt x="1749140" y="989657"/>
                  <a:pt x="1735845" y="990600"/>
                  <a:pt x="1723501" y="990600"/>
                </a:cubicBezTo>
                <a:close/>
                <a:moveTo>
                  <a:pt x="332356" y="358503"/>
                </a:moveTo>
                <a:cubicBezTo>
                  <a:pt x="165228" y="358503"/>
                  <a:pt x="28488" y="494357"/>
                  <a:pt x="28488" y="660400"/>
                </a:cubicBezTo>
                <a:cubicBezTo>
                  <a:pt x="28488" y="826443"/>
                  <a:pt x="165228" y="962297"/>
                  <a:pt x="332356" y="962297"/>
                </a:cubicBezTo>
                <a:lnTo>
                  <a:pt x="1723501" y="962297"/>
                </a:lnTo>
                <a:cubicBezTo>
                  <a:pt x="1734896" y="962297"/>
                  <a:pt x="1747240" y="961354"/>
                  <a:pt x="1759585" y="960410"/>
                </a:cubicBezTo>
                <a:cubicBezTo>
                  <a:pt x="1920065" y="942485"/>
                  <a:pt x="2041612" y="807575"/>
                  <a:pt x="2041612" y="646249"/>
                </a:cubicBezTo>
                <a:cubicBezTo>
                  <a:pt x="2041612" y="471714"/>
                  <a:pt x="1899174" y="330200"/>
                  <a:pt x="1723501" y="330200"/>
                </a:cubicBezTo>
                <a:cubicBezTo>
                  <a:pt x="1676021" y="330200"/>
                  <a:pt x="1629492" y="340578"/>
                  <a:pt x="1586760" y="360390"/>
                </a:cubicBezTo>
                <a:lnTo>
                  <a:pt x="1576315" y="365107"/>
                </a:lnTo>
                <a:lnTo>
                  <a:pt x="1569668" y="355673"/>
                </a:lnTo>
                <a:cubicBezTo>
                  <a:pt x="1497499" y="257556"/>
                  <a:pt x="1380700" y="198120"/>
                  <a:pt x="1258203" y="198120"/>
                </a:cubicBezTo>
                <a:cubicBezTo>
                  <a:pt x="1186034" y="198120"/>
                  <a:pt x="1115765" y="217932"/>
                  <a:pt x="1054042" y="256613"/>
                </a:cubicBezTo>
                <a:lnTo>
                  <a:pt x="1037899" y="266990"/>
                </a:lnTo>
                <a:lnTo>
                  <a:pt x="1033151" y="249065"/>
                </a:lnTo>
                <a:cubicBezTo>
                  <a:pt x="996117" y="118872"/>
                  <a:pt x="876469" y="28303"/>
                  <a:pt x="740678" y="28303"/>
                </a:cubicBezTo>
                <a:cubicBezTo>
                  <a:pt x="573551" y="28303"/>
                  <a:pt x="436810" y="164157"/>
                  <a:pt x="436810" y="330200"/>
                </a:cubicBezTo>
                <a:cubicBezTo>
                  <a:pt x="436810" y="338691"/>
                  <a:pt x="436810" y="347182"/>
                  <a:pt x="437760" y="356616"/>
                </a:cubicBezTo>
                <a:lnTo>
                  <a:pt x="439659" y="377371"/>
                </a:lnTo>
                <a:lnTo>
                  <a:pt x="419718" y="371711"/>
                </a:lnTo>
                <a:cubicBezTo>
                  <a:pt x="391230" y="363220"/>
                  <a:pt x="361793" y="358503"/>
                  <a:pt x="332356" y="358503"/>
                </a:cubicBezTo>
                <a:close/>
              </a:path>
            </a:pathLst>
          </a:custGeom>
          <a:solidFill>
            <a:schemeClr val="accent6"/>
          </a:solidFill>
          <a:ln w="948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0" name="Graphic 38">
            <a:extLst>
              <a:ext uri="{FF2B5EF4-FFF2-40B4-BE49-F238E27FC236}">
                <a16:creationId xmlns:a16="http://schemas.microsoft.com/office/drawing/2014/main" id="{BBDFD193-D6EC-B814-4EBB-AF6A9AAE8E0B}"/>
              </a:ext>
            </a:extLst>
          </p:cNvPr>
          <p:cNvSpPr/>
          <p:nvPr/>
        </p:nvSpPr>
        <p:spPr>
          <a:xfrm>
            <a:off x="17661002" y="2371085"/>
            <a:ext cx="1287551" cy="1248443"/>
          </a:xfrm>
          <a:custGeom>
            <a:avLst/>
            <a:gdLst>
              <a:gd name="connsiteX0" fmla="*/ 567212 w 707283"/>
              <a:gd name="connsiteY0" fmla="*/ 685800 h 685800"/>
              <a:gd name="connsiteX1" fmla="*/ 140492 w 707283"/>
              <a:gd name="connsiteY1" fmla="*/ 685800 h 685800"/>
              <a:gd name="connsiteX2" fmla="*/ 140492 w 707283"/>
              <a:gd name="connsiteY2" fmla="*/ 438150 h 685800"/>
              <a:gd name="connsiteX3" fmla="*/ 68424 w 707283"/>
              <a:gd name="connsiteY3" fmla="*/ 438150 h 685800"/>
              <a:gd name="connsiteX4" fmla="*/ 5839 w 707283"/>
              <a:gd name="connsiteY4" fmla="*/ 397193 h 685800"/>
              <a:gd name="connsiteX5" fmla="*/ 19114 w 707283"/>
              <a:gd name="connsiteY5" fmla="*/ 322898 h 685800"/>
              <a:gd name="connsiteX6" fmla="*/ 304543 w 707283"/>
              <a:gd name="connsiteY6" fmla="*/ 20955 h 685800"/>
              <a:gd name="connsiteX7" fmla="*/ 353852 w 707283"/>
              <a:gd name="connsiteY7" fmla="*/ 0 h 685800"/>
              <a:gd name="connsiteX8" fmla="*/ 403162 w 707283"/>
              <a:gd name="connsiteY8" fmla="*/ 20955 h 685800"/>
              <a:gd name="connsiteX9" fmla="*/ 688591 w 707283"/>
              <a:gd name="connsiteY9" fmla="*/ 322898 h 685800"/>
              <a:gd name="connsiteX10" fmla="*/ 701866 w 707283"/>
              <a:gd name="connsiteY10" fmla="*/ 396240 h 685800"/>
              <a:gd name="connsiteX11" fmla="*/ 639281 w 707283"/>
              <a:gd name="connsiteY11" fmla="*/ 438150 h 685800"/>
              <a:gd name="connsiteX12" fmla="*/ 567212 w 707283"/>
              <a:gd name="connsiteY12" fmla="*/ 438150 h 685800"/>
              <a:gd name="connsiteX13" fmla="*/ 567212 w 707283"/>
              <a:gd name="connsiteY13" fmla="*/ 685800 h 685800"/>
              <a:gd name="connsiteX14" fmla="*/ 168940 w 707283"/>
              <a:gd name="connsiteY14" fmla="*/ 657225 h 685800"/>
              <a:gd name="connsiteX15" fmla="*/ 538764 w 707283"/>
              <a:gd name="connsiteY15" fmla="*/ 657225 h 685800"/>
              <a:gd name="connsiteX16" fmla="*/ 538764 w 707283"/>
              <a:gd name="connsiteY16" fmla="*/ 409575 h 685800"/>
              <a:gd name="connsiteX17" fmla="*/ 639281 w 707283"/>
              <a:gd name="connsiteY17" fmla="*/ 409575 h 685800"/>
              <a:gd name="connsiteX18" fmla="*/ 675315 w 707283"/>
              <a:gd name="connsiteY18" fmla="*/ 385763 h 685800"/>
              <a:gd name="connsiteX19" fmla="*/ 667729 w 707283"/>
              <a:gd name="connsiteY19" fmla="*/ 342900 h 685800"/>
              <a:gd name="connsiteX20" fmla="*/ 382300 w 707283"/>
              <a:gd name="connsiteY20" fmla="*/ 40958 h 685800"/>
              <a:gd name="connsiteX21" fmla="*/ 353852 w 707283"/>
              <a:gd name="connsiteY21" fmla="*/ 28575 h 685800"/>
              <a:gd name="connsiteX22" fmla="*/ 325404 w 707283"/>
              <a:gd name="connsiteY22" fmla="*/ 40958 h 685800"/>
              <a:gd name="connsiteX23" fmla="*/ 39976 w 707283"/>
              <a:gd name="connsiteY23" fmla="*/ 341948 h 685800"/>
              <a:gd name="connsiteX24" fmla="*/ 32390 w 707283"/>
              <a:gd name="connsiteY24" fmla="*/ 384810 h 685800"/>
              <a:gd name="connsiteX25" fmla="*/ 68424 w 707283"/>
              <a:gd name="connsiteY25" fmla="*/ 409575 h 685800"/>
              <a:gd name="connsiteX26" fmla="*/ 168940 w 707283"/>
              <a:gd name="connsiteY26" fmla="*/ 409575 h 685800"/>
              <a:gd name="connsiteX27" fmla="*/ 168940 w 707283"/>
              <a:gd name="connsiteY27" fmla="*/ 657225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07283" h="685800">
                <a:moveTo>
                  <a:pt x="567212" y="685800"/>
                </a:moveTo>
                <a:lnTo>
                  <a:pt x="140492" y="685800"/>
                </a:lnTo>
                <a:lnTo>
                  <a:pt x="140492" y="438150"/>
                </a:lnTo>
                <a:lnTo>
                  <a:pt x="68424" y="438150"/>
                </a:lnTo>
                <a:cubicBezTo>
                  <a:pt x="40924" y="438150"/>
                  <a:pt x="17218" y="421958"/>
                  <a:pt x="5839" y="397193"/>
                </a:cubicBezTo>
                <a:cubicBezTo>
                  <a:pt x="-5541" y="372428"/>
                  <a:pt x="149" y="342900"/>
                  <a:pt x="19114" y="322898"/>
                </a:cubicBezTo>
                <a:lnTo>
                  <a:pt x="304543" y="20955"/>
                </a:lnTo>
                <a:cubicBezTo>
                  <a:pt x="317818" y="7620"/>
                  <a:pt x="334887" y="0"/>
                  <a:pt x="353852" y="0"/>
                </a:cubicBezTo>
                <a:cubicBezTo>
                  <a:pt x="372818" y="0"/>
                  <a:pt x="389887" y="7620"/>
                  <a:pt x="403162" y="20955"/>
                </a:cubicBezTo>
                <a:lnTo>
                  <a:pt x="688591" y="322898"/>
                </a:lnTo>
                <a:cubicBezTo>
                  <a:pt x="707556" y="342900"/>
                  <a:pt x="712297" y="371475"/>
                  <a:pt x="701866" y="396240"/>
                </a:cubicBezTo>
                <a:cubicBezTo>
                  <a:pt x="691435" y="421005"/>
                  <a:pt x="666780" y="438150"/>
                  <a:pt x="639281" y="438150"/>
                </a:cubicBezTo>
                <a:lnTo>
                  <a:pt x="567212" y="438150"/>
                </a:lnTo>
                <a:lnTo>
                  <a:pt x="567212" y="685800"/>
                </a:lnTo>
                <a:close/>
                <a:moveTo>
                  <a:pt x="168940" y="657225"/>
                </a:moveTo>
                <a:lnTo>
                  <a:pt x="538764" y="657225"/>
                </a:lnTo>
                <a:lnTo>
                  <a:pt x="538764" y="409575"/>
                </a:lnTo>
                <a:lnTo>
                  <a:pt x="639281" y="409575"/>
                </a:lnTo>
                <a:cubicBezTo>
                  <a:pt x="658246" y="409575"/>
                  <a:pt x="670573" y="397193"/>
                  <a:pt x="675315" y="385763"/>
                </a:cubicBezTo>
                <a:cubicBezTo>
                  <a:pt x="680056" y="374333"/>
                  <a:pt x="681004" y="357188"/>
                  <a:pt x="667729" y="342900"/>
                </a:cubicBezTo>
                <a:lnTo>
                  <a:pt x="382300" y="40958"/>
                </a:lnTo>
                <a:cubicBezTo>
                  <a:pt x="374714" y="33338"/>
                  <a:pt x="364283" y="28575"/>
                  <a:pt x="353852" y="28575"/>
                </a:cubicBezTo>
                <a:cubicBezTo>
                  <a:pt x="343421" y="28575"/>
                  <a:pt x="332991" y="33338"/>
                  <a:pt x="325404" y="40958"/>
                </a:cubicBezTo>
                <a:lnTo>
                  <a:pt x="39976" y="341948"/>
                </a:lnTo>
                <a:cubicBezTo>
                  <a:pt x="26700" y="356235"/>
                  <a:pt x="27649" y="373380"/>
                  <a:pt x="32390" y="384810"/>
                </a:cubicBezTo>
                <a:cubicBezTo>
                  <a:pt x="37131" y="397193"/>
                  <a:pt x="48511" y="409575"/>
                  <a:pt x="68424" y="409575"/>
                </a:cubicBezTo>
                <a:lnTo>
                  <a:pt x="168940" y="409575"/>
                </a:lnTo>
                <a:lnTo>
                  <a:pt x="168940" y="657225"/>
                </a:lnTo>
                <a:close/>
              </a:path>
            </a:pathLst>
          </a:custGeom>
          <a:solidFill>
            <a:schemeClr val="accent2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762C7373-0B74-24C5-6DA2-4281B6A8B2D1}"/>
              </a:ext>
            </a:extLst>
          </p:cNvPr>
          <p:cNvSpPr/>
          <p:nvPr/>
        </p:nvSpPr>
        <p:spPr>
          <a:xfrm>
            <a:off x="17127698" y="3289132"/>
            <a:ext cx="2277754" cy="772265"/>
          </a:xfrm>
          <a:custGeom>
            <a:avLst/>
            <a:gdLst>
              <a:gd name="connsiteX0" fmla="*/ 1189613 w 1251226"/>
              <a:gd name="connsiteY0" fmla="*/ 424225 h 424224"/>
              <a:gd name="connsiteX1" fmla="*/ 61613 w 1251226"/>
              <a:gd name="connsiteY1" fmla="*/ 424225 h 424224"/>
              <a:gd name="connsiteX2" fmla="*/ 0 w 1251226"/>
              <a:gd name="connsiteY2" fmla="*/ 362674 h 424224"/>
              <a:gd name="connsiteX3" fmla="*/ 0 w 1251226"/>
              <a:gd name="connsiteY3" fmla="*/ 59657 h 424224"/>
              <a:gd name="connsiteX4" fmla="*/ 61613 w 1251226"/>
              <a:gd name="connsiteY4" fmla="*/ 0 h 424224"/>
              <a:gd name="connsiteX5" fmla="*/ 123227 w 1251226"/>
              <a:gd name="connsiteY5" fmla="*/ 59657 h 424224"/>
              <a:gd name="connsiteX6" fmla="*/ 123227 w 1251226"/>
              <a:gd name="connsiteY6" fmla="*/ 301124 h 424224"/>
              <a:gd name="connsiteX7" fmla="*/ 1127999 w 1251226"/>
              <a:gd name="connsiteY7" fmla="*/ 301124 h 424224"/>
              <a:gd name="connsiteX8" fmla="*/ 1127999 w 1251226"/>
              <a:gd name="connsiteY8" fmla="*/ 59657 h 424224"/>
              <a:gd name="connsiteX9" fmla="*/ 1189613 w 1251226"/>
              <a:gd name="connsiteY9" fmla="*/ 0 h 424224"/>
              <a:gd name="connsiteX10" fmla="*/ 1251226 w 1251226"/>
              <a:gd name="connsiteY10" fmla="*/ 59657 h 424224"/>
              <a:gd name="connsiteX11" fmla="*/ 1251226 w 1251226"/>
              <a:gd name="connsiteY11" fmla="*/ 362674 h 424224"/>
              <a:gd name="connsiteX12" fmla="*/ 1189613 w 1251226"/>
              <a:gd name="connsiteY12" fmla="*/ 424225 h 424224"/>
              <a:gd name="connsiteX13" fmla="*/ 61613 w 1251226"/>
              <a:gd name="connsiteY13" fmla="*/ 28408 h 424224"/>
              <a:gd name="connsiteX14" fmla="*/ 28437 w 1251226"/>
              <a:gd name="connsiteY14" fmla="*/ 59657 h 424224"/>
              <a:gd name="connsiteX15" fmla="*/ 28437 w 1251226"/>
              <a:gd name="connsiteY15" fmla="*/ 362674 h 424224"/>
              <a:gd name="connsiteX16" fmla="*/ 61613 w 1251226"/>
              <a:gd name="connsiteY16" fmla="*/ 395817 h 424224"/>
              <a:gd name="connsiteX17" fmla="*/ 1189613 w 1251226"/>
              <a:gd name="connsiteY17" fmla="*/ 395817 h 424224"/>
              <a:gd name="connsiteX18" fmla="*/ 1222789 w 1251226"/>
              <a:gd name="connsiteY18" fmla="*/ 362674 h 424224"/>
              <a:gd name="connsiteX19" fmla="*/ 1222789 w 1251226"/>
              <a:gd name="connsiteY19" fmla="*/ 59657 h 424224"/>
              <a:gd name="connsiteX20" fmla="*/ 1189613 w 1251226"/>
              <a:gd name="connsiteY20" fmla="*/ 28408 h 424224"/>
              <a:gd name="connsiteX21" fmla="*/ 1156436 w 1251226"/>
              <a:gd name="connsiteY21" fmla="*/ 59657 h 424224"/>
              <a:gd name="connsiteX22" fmla="*/ 1156436 w 1251226"/>
              <a:gd name="connsiteY22" fmla="*/ 329532 h 424224"/>
              <a:gd name="connsiteX23" fmla="*/ 94790 w 1251226"/>
              <a:gd name="connsiteY23" fmla="*/ 329532 h 424224"/>
              <a:gd name="connsiteX24" fmla="*/ 94790 w 1251226"/>
              <a:gd name="connsiteY24" fmla="*/ 59657 h 424224"/>
              <a:gd name="connsiteX25" fmla="*/ 61613 w 1251226"/>
              <a:gd name="connsiteY25" fmla="*/ 28408 h 424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51226" h="424224">
                <a:moveTo>
                  <a:pt x="1189613" y="424225"/>
                </a:moveTo>
                <a:lnTo>
                  <a:pt x="61613" y="424225"/>
                </a:lnTo>
                <a:cubicBezTo>
                  <a:pt x="28437" y="424225"/>
                  <a:pt x="0" y="395817"/>
                  <a:pt x="0" y="362674"/>
                </a:cubicBezTo>
                <a:lnTo>
                  <a:pt x="0" y="59657"/>
                </a:lnTo>
                <a:cubicBezTo>
                  <a:pt x="0" y="19886"/>
                  <a:pt x="31281" y="0"/>
                  <a:pt x="61613" y="0"/>
                </a:cubicBezTo>
                <a:cubicBezTo>
                  <a:pt x="91946" y="0"/>
                  <a:pt x="123227" y="20833"/>
                  <a:pt x="123227" y="59657"/>
                </a:cubicBezTo>
                <a:lnTo>
                  <a:pt x="123227" y="301124"/>
                </a:lnTo>
                <a:lnTo>
                  <a:pt x="1127999" y="301124"/>
                </a:lnTo>
                <a:lnTo>
                  <a:pt x="1127999" y="59657"/>
                </a:lnTo>
                <a:cubicBezTo>
                  <a:pt x="1127999" y="19886"/>
                  <a:pt x="1159280" y="0"/>
                  <a:pt x="1189613" y="0"/>
                </a:cubicBezTo>
                <a:cubicBezTo>
                  <a:pt x="1219945" y="0"/>
                  <a:pt x="1251226" y="20833"/>
                  <a:pt x="1251226" y="59657"/>
                </a:cubicBezTo>
                <a:lnTo>
                  <a:pt x="1251226" y="362674"/>
                </a:lnTo>
                <a:cubicBezTo>
                  <a:pt x="1251226" y="395817"/>
                  <a:pt x="1222789" y="424225"/>
                  <a:pt x="1189613" y="424225"/>
                </a:cubicBezTo>
                <a:close/>
                <a:moveTo>
                  <a:pt x="61613" y="28408"/>
                </a:moveTo>
                <a:cubicBezTo>
                  <a:pt x="49291" y="28408"/>
                  <a:pt x="28437" y="35036"/>
                  <a:pt x="28437" y="59657"/>
                </a:cubicBezTo>
                <a:lnTo>
                  <a:pt x="28437" y="362674"/>
                </a:lnTo>
                <a:cubicBezTo>
                  <a:pt x="28437" y="380666"/>
                  <a:pt x="43603" y="395817"/>
                  <a:pt x="61613" y="395817"/>
                </a:cubicBezTo>
                <a:lnTo>
                  <a:pt x="1189613" y="395817"/>
                </a:lnTo>
                <a:cubicBezTo>
                  <a:pt x="1207623" y="395817"/>
                  <a:pt x="1222789" y="380666"/>
                  <a:pt x="1222789" y="362674"/>
                </a:cubicBezTo>
                <a:lnTo>
                  <a:pt x="1222789" y="59657"/>
                </a:lnTo>
                <a:cubicBezTo>
                  <a:pt x="1222789" y="35036"/>
                  <a:pt x="1201935" y="28408"/>
                  <a:pt x="1189613" y="28408"/>
                </a:cubicBezTo>
                <a:cubicBezTo>
                  <a:pt x="1177290" y="28408"/>
                  <a:pt x="1156436" y="35036"/>
                  <a:pt x="1156436" y="59657"/>
                </a:cubicBezTo>
                <a:lnTo>
                  <a:pt x="1156436" y="329532"/>
                </a:lnTo>
                <a:lnTo>
                  <a:pt x="94790" y="329532"/>
                </a:lnTo>
                <a:lnTo>
                  <a:pt x="94790" y="59657"/>
                </a:lnTo>
                <a:cubicBezTo>
                  <a:pt x="94790" y="35036"/>
                  <a:pt x="73936" y="28408"/>
                  <a:pt x="61613" y="28408"/>
                </a:cubicBezTo>
                <a:close/>
              </a:path>
            </a:pathLst>
          </a:custGeom>
          <a:solidFill>
            <a:schemeClr val="accent3"/>
          </a:solidFill>
          <a:ln w="9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9C2F1B9D-F644-B48E-4BD6-9CDDAAF6022E}"/>
              </a:ext>
            </a:extLst>
          </p:cNvPr>
          <p:cNvSpPr/>
          <p:nvPr/>
        </p:nvSpPr>
        <p:spPr>
          <a:xfrm>
            <a:off x="23389113" y="7527949"/>
            <a:ext cx="1287053" cy="1239418"/>
          </a:xfrm>
          <a:custGeom>
            <a:avLst/>
            <a:gdLst>
              <a:gd name="connsiteX0" fmla="*/ 353294 w 707009"/>
              <a:gd name="connsiteY0" fmla="*/ 680843 h 680842"/>
              <a:gd name="connsiteX1" fmla="*/ 304004 w 707009"/>
              <a:gd name="connsiteY1" fmla="*/ 660010 h 680842"/>
              <a:gd name="connsiteX2" fmla="*/ 18686 w 707009"/>
              <a:gd name="connsiteY2" fmla="*/ 359833 h 680842"/>
              <a:gd name="connsiteX3" fmla="*/ 5415 w 707009"/>
              <a:gd name="connsiteY3" fmla="*/ 286920 h 680842"/>
              <a:gd name="connsiteX4" fmla="*/ 67977 w 707009"/>
              <a:gd name="connsiteY4" fmla="*/ 246202 h 680842"/>
              <a:gd name="connsiteX5" fmla="*/ 140017 w 707009"/>
              <a:gd name="connsiteY5" fmla="*/ 246202 h 680842"/>
              <a:gd name="connsiteX6" fmla="*/ 140017 w 707009"/>
              <a:gd name="connsiteY6" fmla="*/ 0 h 680842"/>
              <a:gd name="connsiteX7" fmla="*/ 566572 w 707009"/>
              <a:gd name="connsiteY7" fmla="*/ 0 h 680842"/>
              <a:gd name="connsiteX8" fmla="*/ 566572 w 707009"/>
              <a:gd name="connsiteY8" fmla="*/ 246202 h 680842"/>
              <a:gd name="connsiteX9" fmla="*/ 638612 w 707009"/>
              <a:gd name="connsiteY9" fmla="*/ 246202 h 680842"/>
              <a:gd name="connsiteX10" fmla="*/ 701173 w 707009"/>
              <a:gd name="connsiteY10" fmla="*/ 286920 h 680842"/>
              <a:gd name="connsiteX11" fmla="*/ 687902 w 707009"/>
              <a:gd name="connsiteY11" fmla="*/ 359833 h 680842"/>
              <a:gd name="connsiteX12" fmla="*/ 402585 w 707009"/>
              <a:gd name="connsiteY12" fmla="*/ 659063 h 680842"/>
              <a:gd name="connsiteX13" fmla="*/ 353294 w 707009"/>
              <a:gd name="connsiteY13" fmla="*/ 680843 h 680842"/>
              <a:gd name="connsiteX14" fmla="*/ 39540 w 707009"/>
              <a:gd name="connsiteY14" fmla="*/ 339948 h 680842"/>
              <a:gd name="connsiteX15" fmla="*/ 324857 w 707009"/>
              <a:gd name="connsiteY15" fmla="*/ 640125 h 680842"/>
              <a:gd name="connsiteX16" fmla="*/ 353294 w 707009"/>
              <a:gd name="connsiteY16" fmla="*/ 652435 h 680842"/>
              <a:gd name="connsiteX17" fmla="*/ 381731 w 707009"/>
              <a:gd name="connsiteY17" fmla="*/ 640125 h 680842"/>
              <a:gd name="connsiteX18" fmla="*/ 667049 w 707009"/>
              <a:gd name="connsiteY18" fmla="*/ 339948 h 680842"/>
              <a:gd name="connsiteX19" fmla="*/ 674632 w 707009"/>
              <a:gd name="connsiteY19" fmla="*/ 297336 h 680842"/>
              <a:gd name="connsiteX20" fmla="*/ 638612 w 707009"/>
              <a:gd name="connsiteY20" fmla="*/ 273663 h 680842"/>
              <a:gd name="connsiteX21" fmla="*/ 538135 w 707009"/>
              <a:gd name="connsiteY21" fmla="*/ 273663 h 680842"/>
              <a:gd name="connsiteX22" fmla="*/ 538135 w 707009"/>
              <a:gd name="connsiteY22" fmla="*/ 27461 h 680842"/>
              <a:gd name="connsiteX23" fmla="*/ 168454 w 707009"/>
              <a:gd name="connsiteY23" fmla="*/ 27461 h 680842"/>
              <a:gd name="connsiteX24" fmla="*/ 168454 w 707009"/>
              <a:gd name="connsiteY24" fmla="*/ 273663 h 680842"/>
              <a:gd name="connsiteX25" fmla="*/ 67977 w 707009"/>
              <a:gd name="connsiteY25" fmla="*/ 273663 h 680842"/>
              <a:gd name="connsiteX26" fmla="*/ 31957 w 707009"/>
              <a:gd name="connsiteY26" fmla="*/ 297336 h 680842"/>
              <a:gd name="connsiteX27" fmla="*/ 39540 w 707009"/>
              <a:gd name="connsiteY27" fmla="*/ 339948 h 680842"/>
              <a:gd name="connsiteX28" fmla="*/ 39540 w 707009"/>
              <a:gd name="connsiteY28" fmla="*/ 339948 h 68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07009" h="680842">
                <a:moveTo>
                  <a:pt x="353294" y="680843"/>
                </a:moveTo>
                <a:cubicBezTo>
                  <a:pt x="334336" y="680843"/>
                  <a:pt x="317274" y="673267"/>
                  <a:pt x="304004" y="660010"/>
                </a:cubicBezTo>
                <a:lnTo>
                  <a:pt x="18686" y="359833"/>
                </a:lnTo>
                <a:cubicBezTo>
                  <a:pt x="-272" y="339948"/>
                  <a:pt x="-5011" y="311540"/>
                  <a:pt x="5415" y="286920"/>
                </a:cubicBezTo>
                <a:cubicBezTo>
                  <a:pt x="15842" y="261353"/>
                  <a:pt x="40488" y="246202"/>
                  <a:pt x="67977" y="246202"/>
                </a:cubicBezTo>
                <a:lnTo>
                  <a:pt x="140017" y="246202"/>
                </a:lnTo>
                <a:lnTo>
                  <a:pt x="140017" y="0"/>
                </a:lnTo>
                <a:lnTo>
                  <a:pt x="566572" y="0"/>
                </a:lnTo>
                <a:lnTo>
                  <a:pt x="566572" y="246202"/>
                </a:lnTo>
                <a:lnTo>
                  <a:pt x="638612" y="246202"/>
                </a:lnTo>
                <a:cubicBezTo>
                  <a:pt x="666101" y="246202"/>
                  <a:pt x="689798" y="262300"/>
                  <a:pt x="701173" y="286920"/>
                </a:cubicBezTo>
                <a:cubicBezTo>
                  <a:pt x="712548" y="311540"/>
                  <a:pt x="706860" y="339948"/>
                  <a:pt x="687902" y="359833"/>
                </a:cubicBezTo>
                <a:lnTo>
                  <a:pt x="402585" y="659063"/>
                </a:lnTo>
                <a:cubicBezTo>
                  <a:pt x="389314" y="673267"/>
                  <a:pt x="372252" y="680843"/>
                  <a:pt x="353294" y="680843"/>
                </a:cubicBezTo>
                <a:close/>
                <a:moveTo>
                  <a:pt x="39540" y="339948"/>
                </a:moveTo>
                <a:lnTo>
                  <a:pt x="324857" y="640125"/>
                </a:lnTo>
                <a:cubicBezTo>
                  <a:pt x="332441" y="647700"/>
                  <a:pt x="342867" y="652435"/>
                  <a:pt x="353294" y="652435"/>
                </a:cubicBezTo>
                <a:cubicBezTo>
                  <a:pt x="363721" y="652435"/>
                  <a:pt x="374148" y="647700"/>
                  <a:pt x="381731" y="640125"/>
                </a:cubicBezTo>
                <a:lnTo>
                  <a:pt x="667049" y="339948"/>
                </a:lnTo>
                <a:cubicBezTo>
                  <a:pt x="680319" y="325744"/>
                  <a:pt x="679371" y="308699"/>
                  <a:pt x="674632" y="297336"/>
                </a:cubicBezTo>
                <a:cubicBezTo>
                  <a:pt x="669892" y="285973"/>
                  <a:pt x="657570" y="273663"/>
                  <a:pt x="638612" y="273663"/>
                </a:cubicBezTo>
                <a:lnTo>
                  <a:pt x="538135" y="273663"/>
                </a:lnTo>
                <a:lnTo>
                  <a:pt x="538135" y="27461"/>
                </a:lnTo>
                <a:lnTo>
                  <a:pt x="168454" y="27461"/>
                </a:lnTo>
                <a:lnTo>
                  <a:pt x="168454" y="273663"/>
                </a:lnTo>
                <a:lnTo>
                  <a:pt x="67977" y="273663"/>
                </a:lnTo>
                <a:cubicBezTo>
                  <a:pt x="49019" y="273663"/>
                  <a:pt x="36696" y="285973"/>
                  <a:pt x="31957" y="297336"/>
                </a:cubicBezTo>
                <a:cubicBezTo>
                  <a:pt x="26269" y="308699"/>
                  <a:pt x="26269" y="325744"/>
                  <a:pt x="39540" y="339948"/>
                </a:cubicBezTo>
                <a:lnTo>
                  <a:pt x="39540" y="339948"/>
                </a:lnTo>
                <a:close/>
              </a:path>
            </a:pathLst>
          </a:custGeom>
          <a:solidFill>
            <a:schemeClr val="accent2"/>
          </a:solidFill>
          <a:ln w="9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4" name="Graphic 42">
            <a:extLst>
              <a:ext uri="{FF2B5EF4-FFF2-40B4-BE49-F238E27FC236}">
                <a16:creationId xmlns:a16="http://schemas.microsoft.com/office/drawing/2014/main" id="{4FF152B5-51AB-8499-12C1-9FAE9E8EB153}"/>
              </a:ext>
            </a:extLst>
          </p:cNvPr>
          <p:cNvSpPr/>
          <p:nvPr/>
        </p:nvSpPr>
        <p:spPr>
          <a:xfrm>
            <a:off x="21603708" y="917817"/>
            <a:ext cx="1942027" cy="254313"/>
          </a:xfrm>
          <a:custGeom>
            <a:avLst/>
            <a:gdLst>
              <a:gd name="connsiteX0" fmla="*/ 995363 w 1066800"/>
              <a:gd name="connsiteY0" fmla="*/ 139700 h 139700"/>
              <a:gd name="connsiteX1" fmla="*/ 71438 w 1066800"/>
              <a:gd name="connsiteY1" fmla="*/ 139700 h 139700"/>
              <a:gd name="connsiteX2" fmla="*/ 0 w 1066800"/>
              <a:gd name="connsiteY2" fmla="*/ 69850 h 139700"/>
              <a:gd name="connsiteX3" fmla="*/ 71438 w 1066800"/>
              <a:gd name="connsiteY3" fmla="*/ 0 h 139700"/>
              <a:gd name="connsiteX4" fmla="*/ 995363 w 1066800"/>
              <a:gd name="connsiteY4" fmla="*/ 0 h 139700"/>
              <a:gd name="connsiteX5" fmla="*/ 1066800 w 1066800"/>
              <a:gd name="connsiteY5" fmla="*/ 69850 h 139700"/>
              <a:gd name="connsiteX6" fmla="*/ 995363 w 1066800"/>
              <a:gd name="connsiteY6" fmla="*/ 139700 h 139700"/>
              <a:gd name="connsiteX7" fmla="*/ 71438 w 1066800"/>
              <a:gd name="connsiteY7" fmla="*/ 27940 h 139700"/>
              <a:gd name="connsiteX8" fmla="*/ 28575 w 1066800"/>
              <a:gd name="connsiteY8" fmla="*/ 69850 h 139700"/>
              <a:gd name="connsiteX9" fmla="*/ 71438 w 1066800"/>
              <a:gd name="connsiteY9" fmla="*/ 111760 h 139700"/>
              <a:gd name="connsiteX10" fmla="*/ 995363 w 1066800"/>
              <a:gd name="connsiteY10" fmla="*/ 111760 h 139700"/>
              <a:gd name="connsiteX11" fmla="*/ 1038225 w 1066800"/>
              <a:gd name="connsiteY11" fmla="*/ 69850 h 139700"/>
              <a:gd name="connsiteX12" fmla="*/ 995363 w 1066800"/>
              <a:gd name="connsiteY12" fmla="*/ 27940 h 139700"/>
              <a:gd name="connsiteX13" fmla="*/ 71438 w 1066800"/>
              <a:gd name="connsiteY13" fmla="*/ 27940 h 13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6800" h="139700">
                <a:moveTo>
                  <a:pt x="995363" y="139700"/>
                </a:moveTo>
                <a:lnTo>
                  <a:pt x="71438" y="139700"/>
                </a:lnTo>
                <a:cubicBezTo>
                  <a:pt x="32385" y="139700"/>
                  <a:pt x="0" y="108035"/>
                  <a:pt x="0" y="69850"/>
                </a:cubicBezTo>
                <a:cubicBezTo>
                  <a:pt x="0" y="31665"/>
                  <a:pt x="32385" y="0"/>
                  <a:pt x="71438" y="0"/>
                </a:cubicBezTo>
                <a:lnTo>
                  <a:pt x="995363" y="0"/>
                </a:lnTo>
                <a:cubicBezTo>
                  <a:pt x="1034415" y="0"/>
                  <a:pt x="1066800" y="31665"/>
                  <a:pt x="1066800" y="69850"/>
                </a:cubicBezTo>
                <a:cubicBezTo>
                  <a:pt x="1066800" y="108035"/>
                  <a:pt x="1034415" y="139700"/>
                  <a:pt x="995363" y="139700"/>
                </a:cubicBezTo>
                <a:close/>
                <a:moveTo>
                  <a:pt x="71438" y="27940"/>
                </a:moveTo>
                <a:cubicBezTo>
                  <a:pt x="47625" y="27940"/>
                  <a:pt x="28575" y="46567"/>
                  <a:pt x="28575" y="69850"/>
                </a:cubicBezTo>
                <a:cubicBezTo>
                  <a:pt x="28575" y="93133"/>
                  <a:pt x="47625" y="111760"/>
                  <a:pt x="71438" y="111760"/>
                </a:cubicBezTo>
                <a:lnTo>
                  <a:pt x="995363" y="111760"/>
                </a:lnTo>
                <a:cubicBezTo>
                  <a:pt x="1019175" y="111760"/>
                  <a:pt x="1038225" y="93133"/>
                  <a:pt x="1038225" y="69850"/>
                </a:cubicBezTo>
                <a:cubicBezTo>
                  <a:pt x="1038225" y="46567"/>
                  <a:pt x="1019175" y="27940"/>
                  <a:pt x="995363" y="27940"/>
                </a:cubicBezTo>
                <a:lnTo>
                  <a:pt x="71438" y="2794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C5018BE-ABD7-AC1A-264B-A5B816D10603}"/>
              </a:ext>
            </a:extLst>
          </p:cNvPr>
          <p:cNvSpPr/>
          <p:nvPr/>
        </p:nvSpPr>
        <p:spPr>
          <a:xfrm>
            <a:off x="22257584" y="3536449"/>
            <a:ext cx="1872664" cy="2219455"/>
          </a:xfrm>
          <a:custGeom>
            <a:avLst/>
            <a:gdLst>
              <a:gd name="connsiteX0" fmla="*/ 936330 w 1872664"/>
              <a:gd name="connsiteY0" fmla="*/ 1038637 h 2219455"/>
              <a:gd name="connsiteX1" fmla="*/ 788944 w 1872664"/>
              <a:gd name="connsiteY1" fmla="*/ 1186021 h 2219455"/>
              <a:gd name="connsiteX2" fmla="*/ 884312 w 1872664"/>
              <a:gd name="connsiteY2" fmla="*/ 1324737 h 2219455"/>
              <a:gd name="connsiteX3" fmla="*/ 901652 w 1872664"/>
              <a:gd name="connsiteY3" fmla="*/ 1331673 h 2219455"/>
              <a:gd name="connsiteX4" fmla="*/ 901652 w 1872664"/>
              <a:gd name="connsiteY4" fmla="*/ 1716610 h 2219455"/>
              <a:gd name="connsiteX5" fmla="*/ 936330 w 1872664"/>
              <a:gd name="connsiteY5" fmla="*/ 1751289 h 2219455"/>
              <a:gd name="connsiteX6" fmla="*/ 971010 w 1872664"/>
              <a:gd name="connsiteY6" fmla="*/ 1716610 h 2219455"/>
              <a:gd name="connsiteX7" fmla="*/ 971010 w 1872664"/>
              <a:gd name="connsiteY7" fmla="*/ 1333408 h 2219455"/>
              <a:gd name="connsiteX8" fmla="*/ 988350 w 1872664"/>
              <a:gd name="connsiteY8" fmla="*/ 1326472 h 2219455"/>
              <a:gd name="connsiteX9" fmla="*/ 1083716 w 1872664"/>
              <a:gd name="connsiteY9" fmla="*/ 1186021 h 2219455"/>
              <a:gd name="connsiteX10" fmla="*/ 936330 w 1872664"/>
              <a:gd name="connsiteY10" fmla="*/ 1038637 h 2219455"/>
              <a:gd name="connsiteX11" fmla="*/ 936330 w 1872664"/>
              <a:gd name="connsiteY11" fmla="*/ 988351 h 2219455"/>
              <a:gd name="connsiteX12" fmla="*/ 1135734 w 1872664"/>
              <a:gd name="connsiteY12" fmla="*/ 1187756 h 2219455"/>
              <a:gd name="connsiteX13" fmla="*/ 1023028 w 1872664"/>
              <a:gd name="connsiteY13" fmla="*/ 1366352 h 2219455"/>
              <a:gd name="connsiteX14" fmla="*/ 1023028 w 1872664"/>
              <a:gd name="connsiteY14" fmla="*/ 1716610 h 2219455"/>
              <a:gd name="connsiteX15" fmla="*/ 936330 w 1872664"/>
              <a:gd name="connsiteY15" fmla="*/ 1803307 h 2219455"/>
              <a:gd name="connsiteX16" fmla="*/ 849634 w 1872664"/>
              <a:gd name="connsiteY16" fmla="*/ 1716610 h 2219455"/>
              <a:gd name="connsiteX17" fmla="*/ 849634 w 1872664"/>
              <a:gd name="connsiteY17" fmla="*/ 1366352 h 2219455"/>
              <a:gd name="connsiteX18" fmla="*/ 736926 w 1872664"/>
              <a:gd name="connsiteY18" fmla="*/ 1187756 h 2219455"/>
              <a:gd name="connsiteX19" fmla="*/ 936330 w 1872664"/>
              <a:gd name="connsiteY19" fmla="*/ 988351 h 2219455"/>
              <a:gd name="connsiteX20" fmla="*/ 234084 w 1872664"/>
              <a:gd name="connsiteY20" fmla="*/ 589543 h 2219455"/>
              <a:gd name="connsiteX21" fmla="*/ 52018 w 1872664"/>
              <a:gd name="connsiteY21" fmla="*/ 771609 h 2219455"/>
              <a:gd name="connsiteX22" fmla="*/ 52018 w 1872664"/>
              <a:gd name="connsiteY22" fmla="*/ 1985373 h 2219455"/>
              <a:gd name="connsiteX23" fmla="*/ 234084 w 1872664"/>
              <a:gd name="connsiteY23" fmla="*/ 2167437 h 2219455"/>
              <a:gd name="connsiteX24" fmla="*/ 1638582 w 1872664"/>
              <a:gd name="connsiteY24" fmla="*/ 2167437 h 2219455"/>
              <a:gd name="connsiteX25" fmla="*/ 1820646 w 1872664"/>
              <a:gd name="connsiteY25" fmla="*/ 1985373 h 2219455"/>
              <a:gd name="connsiteX26" fmla="*/ 1820646 w 1872664"/>
              <a:gd name="connsiteY26" fmla="*/ 771609 h 2219455"/>
              <a:gd name="connsiteX27" fmla="*/ 1638582 w 1872664"/>
              <a:gd name="connsiteY27" fmla="*/ 589543 h 2219455"/>
              <a:gd name="connsiteX28" fmla="*/ 528854 w 1872664"/>
              <a:gd name="connsiteY28" fmla="*/ 52019 h 2219455"/>
              <a:gd name="connsiteX29" fmla="*/ 346788 w 1872664"/>
              <a:gd name="connsiteY29" fmla="*/ 234084 h 2219455"/>
              <a:gd name="connsiteX30" fmla="*/ 346788 w 1872664"/>
              <a:gd name="connsiteY30" fmla="*/ 537524 h 2219455"/>
              <a:gd name="connsiteX31" fmla="*/ 1525874 w 1872664"/>
              <a:gd name="connsiteY31" fmla="*/ 537524 h 2219455"/>
              <a:gd name="connsiteX32" fmla="*/ 1525874 w 1872664"/>
              <a:gd name="connsiteY32" fmla="*/ 234084 h 2219455"/>
              <a:gd name="connsiteX33" fmla="*/ 1343810 w 1872664"/>
              <a:gd name="connsiteY33" fmla="*/ 52019 h 2219455"/>
              <a:gd name="connsiteX34" fmla="*/ 528854 w 1872664"/>
              <a:gd name="connsiteY34" fmla="*/ 0 h 2219455"/>
              <a:gd name="connsiteX35" fmla="*/ 1343810 w 1872664"/>
              <a:gd name="connsiteY35" fmla="*/ 0 h 2219455"/>
              <a:gd name="connsiteX36" fmla="*/ 1577892 w 1872664"/>
              <a:gd name="connsiteY36" fmla="*/ 234084 h 2219455"/>
              <a:gd name="connsiteX37" fmla="*/ 1577892 w 1872664"/>
              <a:gd name="connsiteY37" fmla="*/ 537524 h 2219455"/>
              <a:gd name="connsiteX38" fmla="*/ 1638582 w 1872664"/>
              <a:gd name="connsiteY38" fmla="*/ 537524 h 2219455"/>
              <a:gd name="connsiteX39" fmla="*/ 1872664 w 1872664"/>
              <a:gd name="connsiteY39" fmla="*/ 771609 h 2219455"/>
              <a:gd name="connsiteX40" fmla="*/ 1872664 w 1872664"/>
              <a:gd name="connsiteY40" fmla="*/ 1985373 h 2219455"/>
              <a:gd name="connsiteX41" fmla="*/ 1638582 w 1872664"/>
              <a:gd name="connsiteY41" fmla="*/ 2219455 h 2219455"/>
              <a:gd name="connsiteX42" fmla="*/ 234084 w 1872664"/>
              <a:gd name="connsiteY42" fmla="*/ 2219455 h 2219455"/>
              <a:gd name="connsiteX43" fmla="*/ 0 w 1872664"/>
              <a:gd name="connsiteY43" fmla="*/ 1985373 h 2219455"/>
              <a:gd name="connsiteX44" fmla="*/ 0 w 1872664"/>
              <a:gd name="connsiteY44" fmla="*/ 771609 h 2219455"/>
              <a:gd name="connsiteX45" fmla="*/ 234084 w 1872664"/>
              <a:gd name="connsiteY45" fmla="*/ 537524 h 2219455"/>
              <a:gd name="connsiteX46" fmla="*/ 294770 w 1872664"/>
              <a:gd name="connsiteY46" fmla="*/ 537524 h 2219455"/>
              <a:gd name="connsiteX47" fmla="*/ 294770 w 1872664"/>
              <a:gd name="connsiteY47" fmla="*/ 234084 h 2219455"/>
              <a:gd name="connsiteX48" fmla="*/ 528854 w 1872664"/>
              <a:gd name="connsiteY48" fmla="*/ 0 h 2219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872664" h="2219455">
                <a:moveTo>
                  <a:pt x="936330" y="1038637"/>
                </a:moveTo>
                <a:cubicBezTo>
                  <a:pt x="854834" y="1038637"/>
                  <a:pt x="788944" y="1104527"/>
                  <a:pt x="788944" y="1186021"/>
                </a:cubicBezTo>
                <a:cubicBezTo>
                  <a:pt x="788944" y="1248444"/>
                  <a:pt x="827092" y="1303930"/>
                  <a:pt x="884312" y="1324737"/>
                </a:cubicBezTo>
                <a:lnTo>
                  <a:pt x="901652" y="1331673"/>
                </a:lnTo>
                <a:lnTo>
                  <a:pt x="901652" y="1716610"/>
                </a:lnTo>
                <a:cubicBezTo>
                  <a:pt x="901652" y="1735684"/>
                  <a:pt x="917256" y="1751289"/>
                  <a:pt x="936330" y="1751289"/>
                </a:cubicBezTo>
                <a:cubicBezTo>
                  <a:pt x="955404" y="1751289"/>
                  <a:pt x="971010" y="1735684"/>
                  <a:pt x="971010" y="1716610"/>
                </a:cubicBezTo>
                <a:lnTo>
                  <a:pt x="971010" y="1333408"/>
                </a:lnTo>
                <a:lnTo>
                  <a:pt x="988350" y="1326472"/>
                </a:lnTo>
                <a:cubicBezTo>
                  <a:pt x="1045568" y="1303930"/>
                  <a:pt x="1083716" y="1248444"/>
                  <a:pt x="1083716" y="1186021"/>
                </a:cubicBezTo>
                <a:cubicBezTo>
                  <a:pt x="1083716" y="1104527"/>
                  <a:pt x="1017826" y="1038637"/>
                  <a:pt x="936330" y="1038637"/>
                </a:cubicBezTo>
                <a:close/>
                <a:moveTo>
                  <a:pt x="936330" y="988351"/>
                </a:moveTo>
                <a:cubicBezTo>
                  <a:pt x="1045568" y="988351"/>
                  <a:pt x="1135734" y="1078517"/>
                  <a:pt x="1135734" y="1187756"/>
                </a:cubicBezTo>
                <a:cubicBezTo>
                  <a:pt x="1135734" y="1264050"/>
                  <a:pt x="1090652" y="1333408"/>
                  <a:pt x="1023028" y="1366352"/>
                </a:cubicBezTo>
                <a:lnTo>
                  <a:pt x="1023028" y="1716610"/>
                </a:lnTo>
                <a:cubicBezTo>
                  <a:pt x="1023028" y="1765160"/>
                  <a:pt x="984882" y="1803307"/>
                  <a:pt x="936330" y="1803307"/>
                </a:cubicBezTo>
                <a:cubicBezTo>
                  <a:pt x="887780" y="1803307"/>
                  <a:pt x="849634" y="1765160"/>
                  <a:pt x="849634" y="1716610"/>
                </a:cubicBezTo>
                <a:lnTo>
                  <a:pt x="849634" y="1366352"/>
                </a:lnTo>
                <a:cubicBezTo>
                  <a:pt x="782008" y="1333408"/>
                  <a:pt x="736926" y="1264050"/>
                  <a:pt x="736926" y="1187756"/>
                </a:cubicBezTo>
                <a:cubicBezTo>
                  <a:pt x="736926" y="1078517"/>
                  <a:pt x="827092" y="988351"/>
                  <a:pt x="936330" y="988351"/>
                </a:cubicBezTo>
                <a:close/>
                <a:moveTo>
                  <a:pt x="234084" y="589543"/>
                </a:moveTo>
                <a:cubicBezTo>
                  <a:pt x="133514" y="589543"/>
                  <a:pt x="52018" y="671039"/>
                  <a:pt x="52018" y="771609"/>
                </a:cubicBezTo>
                <a:lnTo>
                  <a:pt x="52018" y="1985373"/>
                </a:lnTo>
                <a:cubicBezTo>
                  <a:pt x="52018" y="2085942"/>
                  <a:pt x="133514" y="2167437"/>
                  <a:pt x="234084" y="2167437"/>
                </a:cubicBezTo>
                <a:lnTo>
                  <a:pt x="1638582" y="2167437"/>
                </a:lnTo>
                <a:cubicBezTo>
                  <a:pt x="1739150" y="2167437"/>
                  <a:pt x="1820646" y="2085942"/>
                  <a:pt x="1820646" y="1985373"/>
                </a:cubicBezTo>
                <a:lnTo>
                  <a:pt x="1820646" y="771609"/>
                </a:lnTo>
                <a:cubicBezTo>
                  <a:pt x="1820646" y="671039"/>
                  <a:pt x="1739150" y="589543"/>
                  <a:pt x="1638582" y="589543"/>
                </a:cubicBezTo>
                <a:close/>
                <a:moveTo>
                  <a:pt x="528854" y="52019"/>
                </a:moveTo>
                <a:cubicBezTo>
                  <a:pt x="428286" y="52019"/>
                  <a:pt x="346788" y="133515"/>
                  <a:pt x="346788" y="234084"/>
                </a:cubicBezTo>
                <a:lnTo>
                  <a:pt x="346788" y="537524"/>
                </a:lnTo>
                <a:lnTo>
                  <a:pt x="1525874" y="537524"/>
                </a:lnTo>
                <a:lnTo>
                  <a:pt x="1525874" y="234084"/>
                </a:lnTo>
                <a:cubicBezTo>
                  <a:pt x="1525874" y="133515"/>
                  <a:pt x="1444380" y="52019"/>
                  <a:pt x="1343810" y="52019"/>
                </a:cubicBezTo>
                <a:close/>
                <a:moveTo>
                  <a:pt x="528854" y="0"/>
                </a:moveTo>
                <a:lnTo>
                  <a:pt x="1343810" y="0"/>
                </a:lnTo>
                <a:cubicBezTo>
                  <a:pt x="1472122" y="0"/>
                  <a:pt x="1577892" y="105772"/>
                  <a:pt x="1577892" y="234084"/>
                </a:cubicBezTo>
                <a:lnTo>
                  <a:pt x="1577892" y="537524"/>
                </a:lnTo>
                <a:lnTo>
                  <a:pt x="1638582" y="537524"/>
                </a:lnTo>
                <a:cubicBezTo>
                  <a:pt x="1766894" y="537524"/>
                  <a:pt x="1872664" y="643296"/>
                  <a:pt x="1872664" y="771609"/>
                </a:cubicBezTo>
                <a:lnTo>
                  <a:pt x="1872664" y="1985373"/>
                </a:lnTo>
                <a:cubicBezTo>
                  <a:pt x="1872664" y="2113685"/>
                  <a:pt x="1766894" y="2219455"/>
                  <a:pt x="1638582" y="2219455"/>
                </a:cubicBezTo>
                <a:lnTo>
                  <a:pt x="234084" y="2219455"/>
                </a:lnTo>
                <a:cubicBezTo>
                  <a:pt x="105770" y="2219455"/>
                  <a:pt x="0" y="2113685"/>
                  <a:pt x="0" y="1985373"/>
                </a:cubicBezTo>
                <a:lnTo>
                  <a:pt x="0" y="771609"/>
                </a:lnTo>
                <a:cubicBezTo>
                  <a:pt x="0" y="643296"/>
                  <a:pt x="105770" y="537524"/>
                  <a:pt x="234084" y="537524"/>
                </a:cubicBezTo>
                <a:lnTo>
                  <a:pt x="294770" y="537524"/>
                </a:lnTo>
                <a:lnTo>
                  <a:pt x="294770" y="234084"/>
                </a:lnTo>
                <a:cubicBezTo>
                  <a:pt x="294770" y="105772"/>
                  <a:pt x="400542" y="0"/>
                  <a:pt x="528854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grpSp>
        <p:nvGrpSpPr>
          <p:cNvPr id="68" name="Graphic 46">
            <a:extLst>
              <a:ext uri="{FF2B5EF4-FFF2-40B4-BE49-F238E27FC236}">
                <a16:creationId xmlns:a16="http://schemas.microsoft.com/office/drawing/2014/main" id="{86C711A3-A473-2272-4057-D825191288D6}"/>
              </a:ext>
            </a:extLst>
          </p:cNvPr>
          <p:cNvGrpSpPr/>
          <p:nvPr/>
        </p:nvGrpSpPr>
        <p:grpSpPr>
          <a:xfrm>
            <a:off x="21194868" y="11013830"/>
            <a:ext cx="2837772" cy="2502526"/>
            <a:chOff x="22048503" y="1781038"/>
            <a:chExt cx="1558857" cy="1374698"/>
          </a:xfrm>
          <a:solidFill>
            <a:schemeClr val="accent3"/>
          </a:solidFill>
        </p:grpSpPr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3EC75D7-8BE5-2993-5763-C52934AB4CC0}"/>
                </a:ext>
              </a:extLst>
            </p:cNvPr>
            <p:cNvSpPr/>
            <p:nvPr/>
          </p:nvSpPr>
          <p:spPr>
            <a:xfrm>
              <a:off x="22048503" y="1781038"/>
              <a:ext cx="1558857" cy="413625"/>
            </a:xfrm>
            <a:custGeom>
              <a:avLst/>
              <a:gdLst>
                <a:gd name="connsiteX0" fmla="*/ 1494486 w 1558857"/>
                <a:gd name="connsiteY0" fmla="*/ 413626 h 413625"/>
                <a:gd name="connsiteX1" fmla="*/ 1452576 w 1558857"/>
                <a:gd name="connsiteY1" fmla="*/ 396481 h 413625"/>
                <a:gd name="connsiteX2" fmla="*/ 785826 w 1558857"/>
                <a:gd name="connsiteY2" fmla="*/ 127876 h 413625"/>
                <a:gd name="connsiteX3" fmla="*/ 106694 w 1558857"/>
                <a:gd name="connsiteY3" fmla="*/ 363143 h 413625"/>
                <a:gd name="connsiteX4" fmla="*/ 43829 w 1558857"/>
                <a:gd name="connsiteY4" fmla="*/ 374573 h 413625"/>
                <a:gd name="connsiteX5" fmla="*/ 966 w 1558857"/>
                <a:gd name="connsiteY5" fmla="*/ 325043 h 413625"/>
                <a:gd name="connsiteX6" fmla="*/ 20969 w 1558857"/>
                <a:gd name="connsiteY6" fmla="*/ 273608 h 413625"/>
                <a:gd name="connsiteX7" fmla="*/ 786779 w 1558857"/>
                <a:gd name="connsiteY7" fmla="*/ 241 h 413625"/>
                <a:gd name="connsiteX8" fmla="*/ 1539254 w 1558857"/>
                <a:gd name="connsiteY8" fmla="*/ 307898 h 413625"/>
                <a:gd name="connsiteX9" fmla="*/ 1557351 w 1558857"/>
                <a:gd name="connsiteY9" fmla="*/ 362191 h 413625"/>
                <a:gd name="connsiteX10" fmla="*/ 1511631 w 1558857"/>
                <a:gd name="connsiteY10" fmla="*/ 410768 h 413625"/>
                <a:gd name="connsiteX11" fmla="*/ 1494486 w 1558857"/>
                <a:gd name="connsiteY11" fmla="*/ 413626 h 413625"/>
                <a:gd name="connsiteX12" fmla="*/ 759156 w 1558857"/>
                <a:gd name="connsiteY12" fmla="*/ 99301 h 413625"/>
                <a:gd name="connsiteX13" fmla="*/ 786779 w 1558857"/>
                <a:gd name="connsiteY13" fmla="*/ 99301 h 413625"/>
                <a:gd name="connsiteX14" fmla="*/ 1472579 w 1558857"/>
                <a:gd name="connsiteY14" fmla="*/ 375526 h 413625"/>
                <a:gd name="connsiteX15" fmla="*/ 1504011 w 1558857"/>
                <a:gd name="connsiteY15" fmla="*/ 383146 h 413625"/>
                <a:gd name="connsiteX16" fmla="*/ 1529729 w 1558857"/>
                <a:gd name="connsiteY16" fmla="*/ 356476 h 413625"/>
                <a:gd name="connsiteX17" fmla="*/ 1520204 w 1558857"/>
                <a:gd name="connsiteY17" fmla="*/ 329806 h 413625"/>
                <a:gd name="connsiteX18" fmla="*/ 786779 w 1558857"/>
                <a:gd name="connsiteY18" fmla="*/ 28816 h 413625"/>
                <a:gd name="connsiteX19" fmla="*/ 39066 w 1558857"/>
                <a:gd name="connsiteY19" fmla="*/ 295516 h 413625"/>
                <a:gd name="connsiteX20" fmla="*/ 28589 w 1558857"/>
                <a:gd name="connsiteY20" fmla="*/ 319328 h 413625"/>
                <a:gd name="connsiteX21" fmla="*/ 53354 w 1558857"/>
                <a:gd name="connsiteY21" fmla="*/ 346951 h 413625"/>
                <a:gd name="connsiteX22" fmla="*/ 87644 w 1558857"/>
                <a:gd name="connsiteY22" fmla="*/ 340283 h 413625"/>
                <a:gd name="connsiteX23" fmla="*/ 87644 w 1558857"/>
                <a:gd name="connsiteY23" fmla="*/ 340283 h 413625"/>
                <a:gd name="connsiteX24" fmla="*/ 759156 w 1558857"/>
                <a:gd name="connsiteY24" fmla="*/ 99301 h 41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8857" h="413625">
                  <a:moveTo>
                    <a:pt x="1494486" y="413626"/>
                  </a:moveTo>
                  <a:cubicBezTo>
                    <a:pt x="1479246" y="413626"/>
                    <a:pt x="1464959" y="407911"/>
                    <a:pt x="1452576" y="396481"/>
                  </a:cubicBezTo>
                  <a:cubicBezTo>
                    <a:pt x="1271601" y="229793"/>
                    <a:pt x="1034429" y="134543"/>
                    <a:pt x="785826" y="127876"/>
                  </a:cubicBezTo>
                  <a:cubicBezTo>
                    <a:pt x="536271" y="122161"/>
                    <a:pt x="295289" y="205028"/>
                    <a:pt x="106694" y="363143"/>
                  </a:cubicBezTo>
                  <a:cubicBezTo>
                    <a:pt x="88596" y="378383"/>
                    <a:pt x="65736" y="382193"/>
                    <a:pt x="43829" y="374573"/>
                  </a:cubicBezTo>
                  <a:cubicBezTo>
                    <a:pt x="20969" y="366001"/>
                    <a:pt x="4776" y="346951"/>
                    <a:pt x="966" y="325043"/>
                  </a:cubicBezTo>
                  <a:cubicBezTo>
                    <a:pt x="-2844" y="305993"/>
                    <a:pt x="4776" y="287896"/>
                    <a:pt x="20969" y="273608"/>
                  </a:cubicBezTo>
                  <a:cubicBezTo>
                    <a:pt x="239091" y="90728"/>
                    <a:pt x="511506" y="-5474"/>
                    <a:pt x="786779" y="241"/>
                  </a:cubicBezTo>
                  <a:cubicBezTo>
                    <a:pt x="1063956" y="6908"/>
                    <a:pt x="1330656" y="115493"/>
                    <a:pt x="1539254" y="307898"/>
                  </a:cubicBezTo>
                  <a:cubicBezTo>
                    <a:pt x="1555446" y="323138"/>
                    <a:pt x="1562114" y="342188"/>
                    <a:pt x="1557351" y="362191"/>
                  </a:cubicBezTo>
                  <a:cubicBezTo>
                    <a:pt x="1552589" y="384098"/>
                    <a:pt x="1534491" y="403148"/>
                    <a:pt x="1511631" y="410768"/>
                  </a:cubicBezTo>
                  <a:cubicBezTo>
                    <a:pt x="1506869" y="412673"/>
                    <a:pt x="1500201" y="413626"/>
                    <a:pt x="1494486" y="413626"/>
                  </a:cubicBezTo>
                  <a:close/>
                  <a:moveTo>
                    <a:pt x="759156" y="99301"/>
                  </a:moveTo>
                  <a:cubicBezTo>
                    <a:pt x="768681" y="99301"/>
                    <a:pt x="777254" y="99301"/>
                    <a:pt x="786779" y="99301"/>
                  </a:cubicBezTo>
                  <a:cubicBezTo>
                    <a:pt x="1043001" y="105968"/>
                    <a:pt x="1286841" y="204076"/>
                    <a:pt x="1472579" y="375526"/>
                  </a:cubicBezTo>
                  <a:cubicBezTo>
                    <a:pt x="1484009" y="386003"/>
                    <a:pt x="1496391" y="386003"/>
                    <a:pt x="1504011" y="383146"/>
                  </a:cubicBezTo>
                  <a:cubicBezTo>
                    <a:pt x="1516394" y="379336"/>
                    <a:pt x="1526871" y="367906"/>
                    <a:pt x="1529729" y="356476"/>
                  </a:cubicBezTo>
                  <a:cubicBezTo>
                    <a:pt x="1531634" y="346951"/>
                    <a:pt x="1528776" y="337426"/>
                    <a:pt x="1520204" y="329806"/>
                  </a:cubicBezTo>
                  <a:cubicBezTo>
                    <a:pt x="1317321" y="142163"/>
                    <a:pt x="1056336" y="35483"/>
                    <a:pt x="786779" y="28816"/>
                  </a:cubicBezTo>
                  <a:cubicBezTo>
                    <a:pt x="517221" y="23101"/>
                    <a:pt x="252426" y="117398"/>
                    <a:pt x="39066" y="295516"/>
                  </a:cubicBezTo>
                  <a:cubicBezTo>
                    <a:pt x="30494" y="302183"/>
                    <a:pt x="26684" y="310756"/>
                    <a:pt x="28589" y="319328"/>
                  </a:cubicBezTo>
                  <a:cubicBezTo>
                    <a:pt x="30494" y="330758"/>
                    <a:pt x="40971" y="342188"/>
                    <a:pt x="53354" y="346951"/>
                  </a:cubicBezTo>
                  <a:cubicBezTo>
                    <a:pt x="60021" y="349808"/>
                    <a:pt x="74309" y="351713"/>
                    <a:pt x="87644" y="340283"/>
                  </a:cubicBezTo>
                  <a:lnTo>
                    <a:pt x="87644" y="340283"/>
                  </a:lnTo>
                  <a:cubicBezTo>
                    <a:pt x="275286" y="185026"/>
                    <a:pt x="512459" y="99301"/>
                    <a:pt x="759156" y="993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C7AD87F9-CB0B-A90F-A557-9223A2813E2C}"/>
                </a:ext>
              </a:extLst>
            </p:cNvPr>
            <p:cNvSpPr/>
            <p:nvPr/>
          </p:nvSpPr>
          <p:spPr>
            <a:xfrm>
              <a:off x="22265046" y="2157473"/>
              <a:ext cx="1103649" cy="283887"/>
            </a:xfrm>
            <a:custGeom>
              <a:avLst/>
              <a:gdLst>
                <a:gd name="connsiteX0" fmla="*/ 1037913 w 1103649"/>
                <a:gd name="connsiteY0" fmla="*/ 283888 h 283887"/>
                <a:gd name="connsiteX1" fmla="*/ 996956 w 1103649"/>
                <a:gd name="connsiteY1" fmla="*/ 268648 h 283887"/>
                <a:gd name="connsiteX2" fmla="*/ 92081 w 1103649"/>
                <a:gd name="connsiteY2" fmla="*/ 263885 h 283887"/>
                <a:gd name="connsiteX3" fmla="*/ 92081 w 1103649"/>
                <a:gd name="connsiteY3" fmla="*/ 263885 h 283887"/>
                <a:gd name="connsiteX4" fmla="*/ 10165 w 1103649"/>
                <a:gd name="connsiteY4" fmla="*/ 243883 h 283887"/>
                <a:gd name="connsiteX5" fmla="*/ 29215 w 1103649"/>
                <a:gd name="connsiteY5" fmla="*/ 158158 h 283887"/>
                <a:gd name="connsiteX6" fmla="*/ 562616 w 1103649"/>
                <a:gd name="connsiteY6" fmla="*/ 43 h 283887"/>
                <a:gd name="connsiteX7" fmla="*/ 1082680 w 1103649"/>
                <a:gd name="connsiteY7" fmla="*/ 180065 h 283887"/>
                <a:gd name="connsiteX8" fmla="*/ 1102683 w 1103649"/>
                <a:gd name="connsiteY8" fmla="*/ 232453 h 283887"/>
                <a:gd name="connsiteX9" fmla="*/ 1058868 w 1103649"/>
                <a:gd name="connsiteY9" fmla="*/ 281030 h 283887"/>
                <a:gd name="connsiteX10" fmla="*/ 1037913 w 1103649"/>
                <a:gd name="connsiteY10" fmla="*/ 283888 h 283887"/>
                <a:gd name="connsiteX11" fmla="*/ 578808 w 1103649"/>
                <a:gd name="connsiteY11" fmla="*/ 93388 h 283887"/>
                <a:gd name="connsiteX12" fmla="*/ 1016005 w 1103649"/>
                <a:gd name="connsiteY12" fmla="*/ 245788 h 283887"/>
                <a:gd name="connsiteX13" fmla="*/ 1049343 w 1103649"/>
                <a:gd name="connsiteY13" fmla="*/ 252455 h 283887"/>
                <a:gd name="connsiteX14" fmla="*/ 1075061 w 1103649"/>
                <a:gd name="connsiteY14" fmla="*/ 224833 h 283887"/>
                <a:gd name="connsiteX15" fmla="*/ 1064583 w 1103649"/>
                <a:gd name="connsiteY15" fmla="*/ 200068 h 283887"/>
                <a:gd name="connsiteX16" fmla="*/ 562616 w 1103649"/>
                <a:gd name="connsiteY16" fmla="*/ 26713 h 283887"/>
                <a:gd name="connsiteX17" fmla="*/ 43503 w 1103649"/>
                <a:gd name="connsiteY17" fmla="*/ 180065 h 283887"/>
                <a:gd name="connsiteX18" fmla="*/ 33978 w 1103649"/>
                <a:gd name="connsiteY18" fmla="*/ 226738 h 283887"/>
                <a:gd name="connsiteX19" fmla="*/ 76840 w 1103649"/>
                <a:gd name="connsiteY19" fmla="*/ 238168 h 283887"/>
                <a:gd name="connsiteX20" fmla="*/ 578808 w 1103649"/>
                <a:gd name="connsiteY20" fmla="*/ 93388 h 283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3649" h="283887">
                  <a:moveTo>
                    <a:pt x="1037913" y="283888"/>
                  </a:moveTo>
                  <a:cubicBezTo>
                    <a:pt x="1023625" y="283888"/>
                    <a:pt x="1009338" y="278173"/>
                    <a:pt x="996956" y="268648"/>
                  </a:cubicBezTo>
                  <a:cubicBezTo>
                    <a:pt x="735018" y="43858"/>
                    <a:pt x="344493" y="108628"/>
                    <a:pt x="92081" y="263885"/>
                  </a:cubicBezTo>
                  <a:lnTo>
                    <a:pt x="92081" y="263885"/>
                  </a:lnTo>
                  <a:cubicBezTo>
                    <a:pt x="58743" y="283888"/>
                    <a:pt x="25405" y="268648"/>
                    <a:pt x="10165" y="243883"/>
                  </a:cubicBezTo>
                  <a:cubicBezTo>
                    <a:pt x="-6027" y="218165"/>
                    <a:pt x="-5074" y="179113"/>
                    <a:pt x="29215" y="158158"/>
                  </a:cubicBezTo>
                  <a:cubicBezTo>
                    <a:pt x="191140" y="58145"/>
                    <a:pt x="380688" y="2900"/>
                    <a:pt x="562616" y="43"/>
                  </a:cubicBezTo>
                  <a:cubicBezTo>
                    <a:pt x="763593" y="-1862"/>
                    <a:pt x="943616" y="60050"/>
                    <a:pt x="1082680" y="180065"/>
                  </a:cubicBezTo>
                  <a:cubicBezTo>
                    <a:pt x="1098873" y="194353"/>
                    <a:pt x="1106493" y="212450"/>
                    <a:pt x="1102683" y="232453"/>
                  </a:cubicBezTo>
                  <a:cubicBezTo>
                    <a:pt x="1098873" y="254360"/>
                    <a:pt x="1081728" y="273410"/>
                    <a:pt x="1058868" y="281030"/>
                  </a:cubicBezTo>
                  <a:cubicBezTo>
                    <a:pt x="1052201" y="282935"/>
                    <a:pt x="1044580" y="283888"/>
                    <a:pt x="1037913" y="283888"/>
                  </a:cubicBezTo>
                  <a:close/>
                  <a:moveTo>
                    <a:pt x="578808" y="93388"/>
                  </a:moveTo>
                  <a:cubicBezTo>
                    <a:pt x="735018" y="93388"/>
                    <a:pt x="889323" y="137203"/>
                    <a:pt x="1016005" y="245788"/>
                  </a:cubicBezTo>
                  <a:cubicBezTo>
                    <a:pt x="1028388" y="256265"/>
                    <a:pt x="1041723" y="255313"/>
                    <a:pt x="1049343" y="252455"/>
                  </a:cubicBezTo>
                  <a:cubicBezTo>
                    <a:pt x="1061726" y="247693"/>
                    <a:pt x="1072203" y="237215"/>
                    <a:pt x="1075061" y="224833"/>
                  </a:cubicBezTo>
                  <a:cubicBezTo>
                    <a:pt x="1076966" y="215308"/>
                    <a:pt x="1073155" y="206735"/>
                    <a:pt x="1064583" y="200068"/>
                  </a:cubicBezTo>
                  <a:cubicBezTo>
                    <a:pt x="930281" y="84815"/>
                    <a:pt x="756925" y="24808"/>
                    <a:pt x="562616" y="26713"/>
                  </a:cubicBezTo>
                  <a:cubicBezTo>
                    <a:pt x="385451" y="28618"/>
                    <a:pt x="200665" y="82910"/>
                    <a:pt x="43503" y="180065"/>
                  </a:cubicBezTo>
                  <a:cubicBezTo>
                    <a:pt x="24453" y="191495"/>
                    <a:pt x="25405" y="212450"/>
                    <a:pt x="33978" y="226738"/>
                  </a:cubicBezTo>
                  <a:cubicBezTo>
                    <a:pt x="41598" y="239120"/>
                    <a:pt x="57790" y="249598"/>
                    <a:pt x="76840" y="238168"/>
                  </a:cubicBezTo>
                  <a:cubicBezTo>
                    <a:pt x="216858" y="152443"/>
                    <a:pt x="398785" y="93388"/>
                    <a:pt x="578808" y="933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06BB8600-EEE4-DD7A-0DBA-F35CA0FB99F0}"/>
                </a:ext>
              </a:extLst>
            </p:cNvPr>
            <p:cNvSpPr/>
            <p:nvPr/>
          </p:nvSpPr>
          <p:spPr>
            <a:xfrm>
              <a:off x="22469522" y="2514619"/>
              <a:ext cx="693430" cy="211539"/>
            </a:xfrm>
            <a:custGeom>
              <a:avLst/>
              <a:gdLst>
                <a:gd name="connsiteX0" fmla="*/ 632460 w 693430"/>
                <a:gd name="connsiteY0" fmla="*/ 211539 h 211539"/>
                <a:gd name="connsiteX1" fmla="*/ 590550 w 693430"/>
                <a:gd name="connsiteY1" fmla="*/ 189632 h 211539"/>
                <a:gd name="connsiteX2" fmla="*/ 483870 w 693430"/>
                <a:gd name="connsiteY2" fmla="*/ 141054 h 211539"/>
                <a:gd name="connsiteX3" fmla="*/ 476250 w 693430"/>
                <a:gd name="connsiteY3" fmla="*/ 139149 h 211539"/>
                <a:gd name="connsiteX4" fmla="*/ 348615 w 693430"/>
                <a:gd name="connsiteY4" fmla="*/ 123909 h 211539"/>
                <a:gd name="connsiteX5" fmla="*/ 92393 w 693430"/>
                <a:gd name="connsiteY5" fmla="*/ 194394 h 211539"/>
                <a:gd name="connsiteX6" fmla="*/ 92393 w 693430"/>
                <a:gd name="connsiteY6" fmla="*/ 194394 h 211539"/>
                <a:gd name="connsiteX7" fmla="*/ 33338 w 693430"/>
                <a:gd name="connsiteY7" fmla="*/ 195347 h 211539"/>
                <a:gd name="connsiteX8" fmla="*/ 0 w 693430"/>
                <a:gd name="connsiteY8" fmla="*/ 138197 h 211539"/>
                <a:gd name="connsiteX9" fmla="*/ 30480 w 693430"/>
                <a:gd name="connsiteY9" fmla="*/ 87714 h 211539"/>
                <a:gd name="connsiteX10" fmla="*/ 363855 w 693430"/>
                <a:gd name="connsiteY10" fmla="*/ 84 h 211539"/>
                <a:gd name="connsiteX11" fmla="*/ 539115 w 693430"/>
                <a:gd name="connsiteY11" fmla="*/ 27707 h 211539"/>
                <a:gd name="connsiteX12" fmla="*/ 679133 w 693430"/>
                <a:gd name="connsiteY12" fmla="*/ 103907 h 211539"/>
                <a:gd name="connsiteX13" fmla="*/ 688658 w 693430"/>
                <a:gd name="connsiteY13" fmla="*/ 167724 h 211539"/>
                <a:gd name="connsiteX14" fmla="*/ 639128 w 693430"/>
                <a:gd name="connsiteY14" fmla="*/ 210587 h 211539"/>
                <a:gd name="connsiteX15" fmla="*/ 632460 w 693430"/>
                <a:gd name="connsiteY15" fmla="*/ 211539 h 211539"/>
                <a:gd name="connsiteX16" fmla="*/ 352425 w 693430"/>
                <a:gd name="connsiteY16" fmla="*/ 95334 h 211539"/>
                <a:gd name="connsiteX17" fmla="*/ 483870 w 693430"/>
                <a:gd name="connsiteY17" fmla="*/ 111527 h 211539"/>
                <a:gd name="connsiteX18" fmla="*/ 491490 w 693430"/>
                <a:gd name="connsiteY18" fmla="*/ 113432 h 211539"/>
                <a:gd name="connsiteX19" fmla="*/ 613410 w 693430"/>
                <a:gd name="connsiteY19" fmla="*/ 171534 h 211539"/>
                <a:gd name="connsiteX20" fmla="*/ 636270 w 693430"/>
                <a:gd name="connsiteY20" fmla="*/ 182012 h 211539"/>
                <a:gd name="connsiteX21" fmla="*/ 663893 w 693430"/>
                <a:gd name="connsiteY21" fmla="*/ 157247 h 211539"/>
                <a:gd name="connsiteX22" fmla="*/ 658178 w 693430"/>
                <a:gd name="connsiteY22" fmla="*/ 122004 h 211539"/>
                <a:gd name="connsiteX23" fmla="*/ 531495 w 693430"/>
                <a:gd name="connsiteY23" fmla="*/ 55329 h 211539"/>
                <a:gd name="connsiteX24" fmla="*/ 363855 w 693430"/>
                <a:gd name="connsiteY24" fmla="*/ 28659 h 211539"/>
                <a:gd name="connsiteX25" fmla="*/ 44768 w 693430"/>
                <a:gd name="connsiteY25" fmla="*/ 112479 h 211539"/>
                <a:gd name="connsiteX26" fmla="*/ 28575 w 693430"/>
                <a:gd name="connsiteY26" fmla="*/ 138197 h 211539"/>
                <a:gd name="connsiteX27" fmla="*/ 47625 w 693430"/>
                <a:gd name="connsiteY27" fmla="*/ 170582 h 211539"/>
                <a:gd name="connsiteX28" fmla="*/ 78105 w 693430"/>
                <a:gd name="connsiteY28" fmla="*/ 169629 h 211539"/>
                <a:gd name="connsiteX29" fmla="*/ 78105 w 693430"/>
                <a:gd name="connsiteY29" fmla="*/ 169629 h 211539"/>
                <a:gd name="connsiteX30" fmla="*/ 347662 w 693430"/>
                <a:gd name="connsiteY30" fmla="*/ 95334 h 211539"/>
                <a:gd name="connsiteX31" fmla="*/ 352425 w 693430"/>
                <a:gd name="connsiteY31" fmla="*/ 95334 h 21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93430" h="211539">
                  <a:moveTo>
                    <a:pt x="632460" y="211539"/>
                  </a:moveTo>
                  <a:cubicBezTo>
                    <a:pt x="616268" y="211539"/>
                    <a:pt x="601980" y="203919"/>
                    <a:pt x="590550" y="189632"/>
                  </a:cubicBezTo>
                  <a:cubicBezTo>
                    <a:pt x="568643" y="162009"/>
                    <a:pt x="521970" y="150579"/>
                    <a:pt x="483870" y="141054"/>
                  </a:cubicBezTo>
                  <a:lnTo>
                    <a:pt x="476250" y="139149"/>
                  </a:lnTo>
                  <a:cubicBezTo>
                    <a:pt x="436245" y="128672"/>
                    <a:pt x="392430" y="123909"/>
                    <a:pt x="348615" y="123909"/>
                  </a:cubicBezTo>
                  <a:cubicBezTo>
                    <a:pt x="259080" y="124862"/>
                    <a:pt x="173355" y="148674"/>
                    <a:pt x="92393" y="194394"/>
                  </a:cubicBezTo>
                  <a:lnTo>
                    <a:pt x="92393" y="194394"/>
                  </a:lnTo>
                  <a:cubicBezTo>
                    <a:pt x="73343" y="205824"/>
                    <a:pt x="51435" y="205824"/>
                    <a:pt x="33338" y="195347"/>
                  </a:cubicBezTo>
                  <a:cubicBezTo>
                    <a:pt x="13335" y="183917"/>
                    <a:pt x="0" y="161057"/>
                    <a:pt x="0" y="138197"/>
                  </a:cubicBezTo>
                  <a:cubicBezTo>
                    <a:pt x="0" y="117242"/>
                    <a:pt x="11430" y="99144"/>
                    <a:pt x="30480" y="87714"/>
                  </a:cubicBezTo>
                  <a:cubicBezTo>
                    <a:pt x="133350" y="28659"/>
                    <a:pt x="248603" y="-1821"/>
                    <a:pt x="363855" y="84"/>
                  </a:cubicBezTo>
                  <a:cubicBezTo>
                    <a:pt x="424815" y="1037"/>
                    <a:pt x="483870" y="10562"/>
                    <a:pt x="539115" y="27707"/>
                  </a:cubicBezTo>
                  <a:cubicBezTo>
                    <a:pt x="583883" y="41994"/>
                    <a:pt x="644843" y="61044"/>
                    <a:pt x="679133" y="103907"/>
                  </a:cubicBezTo>
                  <a:cubicBezTo>
                    <a:pt x="694373" y="122004"/>
                    <a:pt x="697230" y="145817"/>
                    <a:pt x="688658" y="167724"/>
                  </a:cubicBezTo>
                  <a:cubicBezTo>
                    <a:pt x="680085" y="190584"/>
                    <a:pt x="660083" y="206777"/>
                    <a:pt x="639128" y="210587"/>
                  </a:cubicBezTo>
                  <a:cubicBezTo>
                    <a:pt x="638175" y="211539"/>
                    <a:pt x="635318" y="211539"/>
                    <a:pt x="632460" y="211539"/>
                  </a:cubicBezTo>
                  <a:close/>
                  <a:moveTo>
                    <a:pt x="352425" y="95334"/>
                  </a:moveTo>
                  <a:cubicBezTo>
                    <a:pt x="398145" y="95334"/>
                    <a:pt x="441960" y="101049"/>
                    <a:pt x="483870" y="111527"/>
                  </a:cubicBezTo>
                  <a:lnTo>
                    <a:pt x="491490" y="113432"/>
                  </a:lnTo>
                  <a:cubicBezTo>
                    <a:pt x="533400" y="123909"/>
                    <a:pt x="584835" y="137244"/>
                    <a:pt x="613410" y="171534"/>
                  </a:cubicBezTo>
                  <a:cubicBezTo>
                    <a:pt x="620078" y="180107"/>
                    <a:pt x="627698" y="183917"/>
                    <a:pt x="636270" y="182012"/>
                  </a:cubicBezTo>
                  <a:cubicBezTo>
                    <a:pt x="647700" y="180107"/>
                    <a:pt x="659130" y="170582"/>
                    <a:pt x="663893" y="157247"/>
                  </a:cubicBezTo>
                  <a:cubicBezTo>
                    <a:pt x="666750" y="149627"/>
                    <a:pt x="669608" y="135339"/>
                    <a:pt x="658178" y="122004"/>
                  </a:cubicBezTo>
                  <a:cubicBezTo>
                    <a:pt x="628650" y="85809"/>
                    <a:pt x="572453" y="67712"/>
                    <a:pt x="531495" y="55329"/>
                  </a:cubicBezTo>
                  <a:cubicBezTo>
                    <a:pt x="478155" y="39137"/>
                    <a:pt x="421958" y="29612"/>
                    <a:pt x="363855" y="28659"/>
                  </a:cubicBezTo>
                  <a:cubicBezTo>
                    <a:pt x="253365" y="26754"/>
                    <a:pt x="143827" y="55329"/>
                    <a:pt x="44768" y="112479"/>
                  </a:cubicBezTo>
                  <a:cubicBezTo>
                    <a:pt x="31432" y="120099"/>
                    <a:pt x="28575" y="130577"/>
                    <a:pt x="28575" y="138197"/>
                  </a:cubicBezTo>
                  <a:cubicBezTo>
                    <a:pt x="28575" y="150579"/>
                    <a:pt x="36195" y="163914"/>
                    <a:pt x="47625" y="170582"/>
                  </a:cubicBezTo>
                  <a:cubicBezTo>
                    <a:pt x="54293" y="174392"/>
                    <a:pt x="64770" y="177249"/>
                    <a:pt x="78105" y="169629"/>
                  </a:cubicBezTo>
                  <a:lnTo>
                    <a:pt x="78105" y="169629"/>
                  </a:lnTo>
                  <a:cubicBezTo>
                    <a:pt x="162877" y="121052"/>
                    <a:pt x="253365" y="96287"/>
                    <a:pt x="347662" y="95334"/>
                  </a:cubicBezTo>
                  <a:cubicBezTo>
                    <a:pt x="349568" y="95334"/>
                    <a:pt x="350520" y="95334"/>
                    <a:pt x="352425" y="95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5967914F-7767-40CE-C5AC-5D1781C67AE6}"/>
                </a:ext>
              </a:extLst>
            </p:cNvPr>
            <p:cNvSpPr/>
            <p:nvPr/>
          </p:nvSpPr>
          <p:spPr>
            <a:xfrm>
              <a:off x="22650337" y="2842364"/>
              <a:ext cx="314643" cy="313372"/>
            </a:xfrm>
            <a:custGeom>
              <a:avLst/>
              <a:gdLst>
                <a:gd name="connsiteX0" fmla="*/ 157322 w 314643"/>
                <a:gd name="connsiteY0" fmla="*/ 313373 h 313372"/>
                <a:gd name="connsiteX1" fmla="*/ 159 w 314643"/>
                <a:gd name="connsiteY1" fmla="*/ 157163 h 313372"/>
                <a:gd name="connsiteX2" fmla="*/ 42069 w 314643"/>
                <a:gd name="connsiteY2" fmla="*/ 50482 h 313372"/>
                <a:gd name="connsiteX3" fmla="*/ 157322 w 314643"/>
                <a:gd name="connsiteY3" fmla="*/ 0 h 313372"/>
                <a:gd name="connsiteX4" fmla="*/ 314484 w 314643"/>
                <a:gd name="connsiteY4" fmla="*/ 156210 h 313372"/>
                <a:gd name="connsiteX5" fmla="*/ 272574 w 314643"/>
                <a:gd name="connsiteY5" fmla="*/ 262890 h 313372"/>
                <a:gd name="connsiteX6" fmla="*/ 157322 w 314643"/>
                <a:gd name="connsiteY6" fmla="*/ 313373 h 313372"/>
                <a:gd name="connsiteX7" fmla="*/ 157322 w 314643"/>
                <a:gd name="connsiteY7" fmla="*/ 27623 h 313372"/>
                <a:gd name="connsiteX8" fmla="*/ 63024 w 314643"/>
                <a:gd name="connsiteY8" fmla="*/ 69532 h 313372"/>
                <a:gd name="connsiteX9" fmla="*/ 28734 w 314643"/>
                <a:gd name="connsiteY9" fmla="*/ 155257 h 313372"/>
                <a:gd name="connsiteX10" fmla="*/ 157322 w 314643"/>
                <a:gd name="connsiteY10" fmla="*/ 284798 h 313372"/>
                <a:gd name="connsiteX11" fmla="*/ 251619 w 314643"/>
                <a:gd name="connsiteY11" fmla="*/ 242887 h 313372"/>
                <a:gd name="connsiteX12" fmla="*/ 285909 w 314643"/>
                <a:gd name="connsiteY12" fmla="*/ 157163 h 313372"/>
                <a:gd name="connsiteX13" fmla="*/ 157322 w 314643"/>
                <a:gd name="connsiteY13" fmla="*/ 27623 h 313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643" h="313372">
                  <a:moveTo>
                    <a:pt x="157322" y="313373"/>
                  </a:moveTo>
                  <a:cubicBezTo>
                    <a:pt x="73502" y="313373"/>
                    <a:pt x="3969" y="244793"/>
                    <a:pt x="159" y="157163"/>
                  </a:cubicBezTo>
                  <a:cubicBezTo>
                    <a:pt x="-1746" y="118110"/>
                    <a:pt x="13494" y="80010"/>
                    <a:pt x="42069" y="50482"/>
                  </a:cubicBezTo>
                  <a:cubicBezTo>
                    <a:pt x="72549" y="18098"/>
                    <a:pt x="114459" y="0"/>
                    <a:pt x="157322" y="0"/>
                  </a:cubicBezTo>
                  <a:cubicBezTo>
                    <a:pt x="241142" y="0"/>
                    <a:pt x="310674" y="68580"/>
                    <a:pt x="314484" y="156210"/>
                  </a:cubicBezTo>
                  <a:cubicBezTo>
                    <a:pt x="316389" y="195262"/>
                    <a:pt x="301149" y="233362"/>
                    <a:pt x="272574" y="262890"/>
                  </a:cubicBezTo>
                  <a:cubicBezTo>
                    <a:pt x="241142" y="295275"/>
                    <a:pt x="199232" y="313373"/>
                    <a:pt x="157322" y="313373"/>
                  </a:cubicBezTo>
                  <a:close/>
                  <a:moveTo>
                    <a:pt x="157322" y="27623"/>
                  </a:moveTo>
                  <a:cubicBezTo>
                    <a:pt x="123032" y="27623"/>
                    <a:pt x="87789" y="42863"/>
                    <a:pt x="63024" y="69532"/>
                  </a:cubicBezTo>
                  <a:cubicBezTo>
                    <a:pt x="39212" y="94298"/>
                    <a:pt x="27782" y="124777"/>
                    <a:pt x="28734" y="155257"/>
                  </a:cubicBezTo>
                  <a:cubicBezTo>
                    <a:pt x="31592" y="227648"/>
                    <a:pt x="88742" y="284798"/>
                    <a:pt x="157322" y="284798"/>
                  </a:cubicBezTo>
                  <a:cubicBezTo>
                    <a:pt x="191612" y="284798"/>
                    <a:pt x="226854" y="269557"/>
                    <a:pt x="251619" y="242887"/>
                  </a:cubicBezTo>
                  <a:cubicBezTo>
                    <a:pt x="275432" y="218123"/>
                    <a:pt x="286862" y="187643"/>
                    <a:pt x="285909" y="157163"/>
                  </a:cubicBezTo>
                  <a:cubicBezTo>
                    <a:pt x="283052" y="84773"/>
                    <a:pt x="225902" y="27623"/>
                    <a:pt x="157322" y="276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73" name="Graphic 48">
            <a:extLst>
              <a:ext uri="{FF2B5EF4-FFF2-40B4-BE49-F238E27FC236}">
                <a16:creationId xmlns:a16="http://schemas.microsoft.com/office/drawing/2014/main" id="{6FEA23E3-5E02-7297-B3CF-DC9E8F2CE1F4}"/>
              </a:ext>
            </a:extLst>
          </p:cNvPr>
          <p:cNvSpPr/>
          <p:nvPr/>
        </p:nvSpPr>
        <p:spPr>
          <a:xfrm>
            <a:off x="21847838" y="6148483"/>
            <a:ext cx="1346078" cy="2559309"/>
          </a:xfrm>
          <a:custGeom>
            <a:avLst/>
            <a:gdLst>
              <a:gd name="connsiteX0" fmla="*/ 198315 w 739433"/>
              <a:gd name="connsiteY0" fmla="*/ 1405890 h 1405890"/>
              <a:gd name="connsiteX1" fmla="*/ 344691 w 739433"/>
              <a:gd name="connsiteY1" fmla="*/ 772478 h 1405890"/>
              <a:gd name="connsiteX2" fmla="*/ 0 w 739433"/>
              <a:gd name="connsiteY2" fmla="*/ 857250 h 1405890"/>
              <a:gd name="connsiteX3" fmla="*/ 0 w 739433"/>
              <a:gd name="connsiteY3" fmla="*/ 113348 h 1405890"/>
              <a:gd name="connsiteX4" fmla="*/ 429683 w 739433"/>
              <a:gd name="connsiteY4" fmla="*/ 0 h 1405890"/>
              <a:gd name="connsiteX5" fmla="*/ 305972 w 739433"/>
              <a:gd name="connsiteY5" fmla="*/ 556260 h 1405890"/>
              <a:gd name="connsiteX6" fmla="*/ 739433 w 739433"/>
              <a:gd name="connsiteY6" fmla="*/ 526733 h 1405890"/>
              <a:gd name="connsiteX7" fmla="*/ 198315 w 739433"/>
              <a:gd name="connsiteY7" fmla="*/ 1405890 h 1405890"/>
              <a:gd name="connsiteX8" fmla="*/ 382465 w 739433"/>
              <a:gd name="connsiteY8" fmla="*/ 733425 h 1405890"/>
              <a:gd name="connsiteX9" fmla="*/ 264421 w 739433"/>
              <a:gd name="connsiteY9" fmla="*/ 1243965 h 1405890"/>
              <a:gd name="connsiteX10" fmla="*/ 686549 w 739433"/>
              <a:gd name="connsiteY10" fmla="*/ 560070 h 1405890"/>
              <a:gd name="connsiteX11" fmla="*/ 270087 w 739433"/>
              <a:gd name="connsiteY11" fmla="*/ 587693 h 1405890"/>
              <a:gd name="connsiteX12" fmla="*/ 391909 w 739433"/>
              <a:gd name="connsiteY12" fmla="*/ 40005 h 1405890"/>
              <a:gd name="connsiteX13" fmla="*/ 28331 w 739433"/>
              <a:gd name="connsiteY13" fmla="*/ 135255 h 1405890"/>
              <a:gd name="connsiteX14" fmla="*/ 28331 w 739433"/>
              <a:gd name="connsiteY14" fmla="*/ 820103 h 1405890"/>
              <a:gd name="connsiteX15" fmla="*/ 382465 w 739433"/>
              <a:gd name="connsiteY15" fmla="*/ 733425 h 140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39433" h="1405890">
                <a:moveTo>
                  <a:pt x="198315" y="1405890"/>
                </a:moveTo>
                <a:lnTo>
                  <a:pt x="344691" y="772478"/>
                </a:lnTo>
                <a:lnTo>
                  <a:pt x="0" y="857250"/>
                </a:lnTo>
                <a:lnTo>
                  <a:pt x="0" y="113348"/>
                </a:lnTo>
                <a:lnTo>
                  <a:pt x="429683" y="0"/>
                </a:lnTo>
                <a:lnTo>
                  <a:pt x="305972" y="556260"/>
                </a:lnTo>
                <a:lnTo>
                  <a:pt x="739433" y="526733"/>
                </a:lnTo>
                <a:lnTo>
                  <a:pt x="198315" y="1405890"/>
                </a:lnTo>
                <a:close/>
                <a:moveTo>
                  <a:pt x="382465" y="733425"/>
                </a:moveTo>
                <a:lnTo>
                  <a:pt x="264421" y="1243965"/>
                </a:lnTo>
                <a:lnTo>
                  <a:pt x="686549" y="560070"/>
                </a:lnTo>
                <a:lnTo>
                  <a:pt x="270087" y="587693"/>
                </a:lnTo>
                <a:lnTo>
                  <a:pt x="391909" y="40005"/>
                </a:lnTo>
                <a:lnTo>
                  <a:pt x="28331" y="135255"/>
                </a:lnTo>
                <a:lnTo>
                  <a:pt x="28331" y="820103"/>
                </a:lnTo>
                <a:lnTo>
                  <a:pt x="382465" y="733425"/>
                </a:lnTo>
                <a:close/>
              </a:path>
            </a:pathLst>
          </a:custGeom>
          <a:solidFill>
            <a:schemeClr val="accent4"/>
          </a:solidFill>
          <a:ln w="94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74" name="Graphic 50">
            <a:extLst>
              <a:ext uri="{FF2B5EF4-FFF2-40B4-BE49-F238E27FC236}">
                <a16:creationId xmlns:a16="http://schemas.microsoft.com/office/drawing/2014/main" id="{74CEBCC8-0E5C-2F1C-7AD3-5AAB4CC2A378}"/>
              </a:ext>
            </a:extLst>
          </p:cNvPr>
          <p:cNvSpPr/>
          <p:nvPr/>
        </p:nvSpPr>
        <p:spPr>
          <a:xfrm>
            <a:off x="22257583" y="9126947"/>
            <a:ext cx="1294682" cy="1294682"/>
          </a:xfrm>
          <a:custGeom>
            <a:avLst/>
            <a:gdLst>
              <a:gd name="connsiteX0" fmla="*/ 355600 w 711200"/>
              <a:gd name="connsiteY0" fmla="*/ 711200 h 711200"/>
              <a:gd name="connsiteX1" fmla="*/ 241808 w 711200"/>
              <a:gd name="connsiteY1" fmla="*/ 597408 h 711200"/>
              <a:gd name="connsiteX2" fmla="*/ 241808 w 711200"/>
              <a:gd name="connsiteY2" fmla="*/ 469392 h 711200"/>
              <a:gd name="connsiteX3" fmla="*/ 113792 w 711200"/>
              <a:gd name="connsiteY3" fmla="*/ 469392 h 711200"/>
              <a:gd name="connsiteX4" fmla="*/ 0 w 711200"/>
              <a:gd name="connsiteY4" fmla="*/ 355600 h 711200"/>
              <a:gd name="connsiteX5" fmla="*/ 113792 w 711200"/>
              <a:gd name="connsiteY5" fmla="*/ 241808 h 711200"/>
              <a:gd name="connsiteX6" fmla="*/ 241808 w 711200"/>
              <a:gd name="connsiteY6" fmla="*/ 241808 h 711200"/>
              <a:gd name="connsiteX7" fmla="*/ 241808 w 711200"/>
              <a:gd name="connsiteY7" fmla="*/ 113792 h 711200"/>
              <a:gd name="connsiteX8" fmla="*/ 355600 w 711200"/>
              <a:gd name="connsiteY8" fmla="*/ 0 h 711200"/>
              <a:gd name="connsiteX9" fmla="*/ 469392 w 711200"/>
              <a:gd name="connsiteY9" fmla="*/ 113792 h 711200"/>
              <a:gd name="connsiteX10" fmla="*/ 469392 w 711200"/>
              <a:gd name="connsiteY10" fmla="*/ 241808 h 711200"/>
              <a:gd name="connsiteX11" fmla="*/ 597408 w 711200"/>
              <a:gd name="connsiteY11" fmla="*/ 241808 h 711200"/>
              <a:gd name="connsiteX12" fmla="*/ 711200 w 711200"/>
              <a:gd name="connsiteY12" fmla="*/ 355600 h 711200"/>
              <a:gd name="connsiteX13" fmla="*/ 597408 w 711200"/>
              <a:gd name="connsiteY13" fmla="*/ 469392 h 711200"/>
              <a:gd name="connsiteX14" fmla="*/ 469392 w 711200"/>
              <a:gd name="connsiteY14" fmla="*/ 469392 h 711200"/>
              <a:gd name="connsiteX15" fmla="*/ 469392 w 711200"/>
              <a:gd name="connsiteY15" fmla="*/ 597408 h 711200"/>
              <a:gd name="connsiteX16" fmla="*/ 355600 w 711200"/>
              <a:gd name="connsiteY16" fmla="*/ 711200 h 711200"/>
              <a:gd name="connsiteX17" fmla="*/ 113792 w 711200"/>
              <a:gd name="connsiteY17" fmla="*/ 270256 h 711200"/>
              <a:gd name="connsiteX18" fmla="*/ 28448 w 711200"/>
              <a:gd name="connsiteY18" fmla="*/ 355600 h 711200"/>
              <a:gd name="connsiteX19" fmla="*/ 113792 w 711200"/>
              <a:gd name="connsiteY19" fmla="*/ 440944 h 711200"/>
              <a:gd name="connsiteX20" fmla="*/ 270256 w 711200"/>
              <a:gd name="connsiteY20" fmla="*/ 440944 h 711200"/>
              <a:gd name="connsiteX21" fmla="*/ 270256 w 711200"/>
              <a:gd name="connsiteY21" fmla="*/ 597408 h 711200"/>
              <a:gd name="connsiteX22" fmla="*/ 355600 w 711200"/>
              <a:gd name="connsiteY22" fmla="*/ 682752 h 711200"/>
              <a:gd name="connsiteX23" fmla="*/ 440944 w 711200"/>
              <a:gd name="connsiteY23" fmla="*/ 597408 h 711200"/>
              <a:gd name="connsiteX24" fmla="*/ 440944 w 711200"/>
              <a:gd name="connsiteY24" fmla="*/ 440944 h 711200"/>
              <a:gd name="connsiteX25" fmla="*/ 597408 w 711200"/>
              <a:gd name="connsiteY25" fmla="*/ 440944 h 711200"/>
              <a:gd name="connsiteX26" fmla="*/ 682752 w 711200"/>
              <a:gd name="connsiteY26" fmla="*/ 355600 h 711200"/>
              <a:gd name="connsiteX27" fmla="*/ 597408 w 711200"/>
              <a:gd name="connsiteY27" fmla="*/ 270256 h 711200"/>
              <a:gd name="connsiteX28" fmla="*/ 440944 w 711200"/>
              <a:gd name="connsiteY28" fmla="*/ 270256 h 711200"/>
              <a:gd name="connsiteX29" fmla="*/ 440944 w 711200"/>
              <a:gd name="connsiteY29" fmla="*/ 113792 h 711200"/>
              <a:gd name="connsiteX30" fmla="*/ 355600 w 711200"/>
              <a:gd name="connsiteY30" fmla="*/ 28448 h 711200"/>
              <a:gd name="connsiteX31" fmla="*/ 270256 w 711200"/>
              <a:gd name="connsiteY31" fmla="*/ 113792 h 711200"/>
              <a:gd name="connsiteX32" fmla="*/ 270256 w 711200"/>
              <a:gd name="connsiteY32" fmla="*/ 270256 h 711200"/>
              <a:gd name="connsiteX33" fmla="*/ 113792 w 711200"/>
              <a:gd name="connsiteY33" fmla="*/ 270256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11200" h="711200">
                <a:moveTo>
                  <a:pt x="355600" y="711200"/>
                </a:moveTo>
                <a:cubicBezTo>
                  <a:pt x="293014" y="711200"/>
                  <a:pt x="241808" y="659994"/>
                  <a:pt x="241808" y="597408"/>
                </a:cubicBezTo>
                <a:lnTo>
                  <a:pt x="241808" y="469392"/>
                </a:lnTo>
                <a:lnTo>
                  <a:pt x="113792" y="469392"/>
                </a:lnTo>
                <a:cubicBezTo>
                  <a:pt x="51206" y="469392"/>
                  <a:pt x="0" y="418186"/>
                  <a:pt x="0" y="355600"/>
                </a:cubicBezTo>
                <a:cubicBezTo>
                  <a:pt x="0" y="293014"/>
                  <a:pt x="51206" y="241808"/>
                  <a:pt x="113792" y="241808"/>
                </a:cubicBezTo>
                <a:lnTo>
                  <a:pt x="241808" y="241808"/>
                </a:lnTo>
                <a:lnTo>
                  <a:pt x="241808" y="113792"/>
                </a:lnTo>
                <a:cubicBezTo>
                  <a:pt x="241808" y="51206"/>
                  <a:pt x="293014" y="0"/>
                  <a:pt x="355600" y="0"/>
                </a:cubicBezTo>
                <a:cubicBezTo>
                  <a:pt x="418186" y="0"/>
                  <a:pt x="469392" y="51206"/>
                  <a:pt x="469392" y="113792"/>
                </a:cubicBezTo>
                <a:lnTo>
                  <a:pt x="469392" y="241808"/>
                </a:lnTo>
                <a:lnTo>
                  <a:pt x="597408" y="241808"/>
                </a:lnTo>
                <a:cubicBezTo>
                  <a:pt x="659994" y="241808"/>
                  <a:pt x="711200" y="293014"/>
                  <a:pt x="711200" y="355600"/>
                </a:cubicBezTo>
                <a:cubicBezTo>
                  <a:pt x="711200" y="418186"/>
                  <a:pt x="659994" y="469392"/>
                  <a:pt x="597408" y="469392"/>
                </a:cubicBezTo>
                <a:lnTo>
                  <a:pt x="469392" y="469392"/>
                </a:lnTo>
                <a:lnTo>
                  <a:pt x="469392" y="597408"/>
                </a:lnTo>
                <a:cubicBezTo>
                  <a:pt x="469392" y="659994"/>
                  <a:pt x="418186" y="711200"/>
                  <a:pt x="355600" y="711200"/>
                </a:cubicBezTo>
                <a:close/>
                <a:moveTo>
                  <a:pt x="113792" y="270256"/>
                </a:moveTo>
                <a:cubicBezTo>
                  <a:pt x="66379" y="270256"/>
                  <a:pt x="28448" y="308187"/>
                  <a:pt x="28448" y="355600"/>
                </a:cubicBezTo>
                <a:cubicBezTo>
                  <a:pt x="28448" y="403013"/>
                  <a:pt x="66379" y="440944"/>
                  <a:pt x="113792" y="440944"/>
                </a:cubicBezTo>
                <a:lnTo>
                  <a:pt x="270256" y="440944"/>
                </a:lnTo>
                <a:lnTo>
                  <a:pt x="270256" y="597408"/>
                </a:lnTo>
                <a:cubicBezTo>
                  <a:pt x="270256" y="644821"/>
                  <a:pt x="308187" y="682752"/>
                  <a:pt x="355600" y="682752"/>
                </a:cubicBezTo>
                <a:cubicBezTo>
                  <a:pt x="403013" y="682752"/>
                  <a:pt x="440944" y="644821"/>
                  <a:pt x="440944" y="597408"/>
                </a:cubicBezTo>
                <a:lnTo>
                  <a:pt x="440944" y="440944"/>
                </a:lnTo>
                <a:lnTo>
                  <a:pt x="597408" y="440944"/>
                </a:lnTo>
                <a:cubicBezTo>
                  <a:pt x="644821" y="440944"/>
                  <a:pt x="682752" y="403013"/>
                  <a:pt x="682752" y="355600"/>
                </a:cubicBezTo>
                <a:cubicBezTo>
                  <a:pt x="682752" y="308187"/>
                  <a:pt x="644821" y="270256"/>
                  <a:pt x="597408" y="270256"/>
                </a:cubicBezTo>
                <a:lnTo>
                  <a:pt x="440944" y="270256"/>
                </a:lnTo>
                <a:lnTo>
                  <a:pt x="440944" y="113792"/>
                </a:lnTo>
                <a:cubicBezTo>
                  <a:pt x="440944" y="66379"/>
                  <a:pt x="403013" y="28448"/>
                  <a:pt x="355600" y="28448"/>
                </a:cubicBezTo>
                <a:cubicBezTo>
                  <a:pt x="308187" y="28448"/>
                  <a:pt x="270256" y="66379"/>
                  <a:pt x="270256" y="113792"/>
                </a:cubicBezTo>
                <a:lnTo>
                  <a:pt x="270256" y="270256"/>
                </a:lnTo>
                <a:lnTo>
                  <a:pt x="113792" y="270256"/>
                </a:lnTo>
                <a:close/>
              </a:path>
            </a:pathLst>
          </a:custGeom>
          <a:solidFill>
            <a:schemeClr val="accent1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49C6B9-4970-2CAF-C096-745D6C607129}"/>
              </a:ext>
            </a:extLst>
          </p:cNvPr>
          <p:cNvSpPr txBox="1"/>
          <p:nvPr/>
        </p:nvSpPr>
        <p:spPr>
          <a:xfrm>
            <a:off x="20073280" y="6275368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824515-A6FD-1AEF-8D01-EA841CC6F6FD}"/>
              </a:ext>
            </a:extLst>
          </p:cNvPr>
          <p:cNvSpPr txBox="1"/>
          <p:nvPr/>
        </p:nvSpPr>
        <p:spPr>
          <a:xfrm>
            <a:off x="20073280" y="8033544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D0249-842C-5F20-F42A-CEED7E9B4496}"/>
              </a:ext>
            </a:extLst>
          </p:cNvPr>
          <p:cNvSpPr txBox="1"/>
          <p:nvPr/>
        </p:nvSpPr>
        <p:spPr>
          <a:xfrm>
            <a:off x="20073280" y="9791720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08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BCFCAB-BFF1-F873-0277-B6B41A626C3A}"/>
              </a:ext>
            </a:extLst>
          </p:cNvPr>
          <p:cNvSpPr/>
          <p:nvPr/>
        </p:nvSpPr>
        <p:spPr>
          <a:xfrm>
            <a:off x="9444220" y="9791720"/>
            <a:ext cx="5575276" cy="5293133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Perkenalan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Anggota</a:t>
            </a:r>
            <a:endParaRPr lang="en-ID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D14D3E-6A68-17D0-2ECF-A49941A6CCB6}"/>
              </a:ext>
            </a:extLst>
          </p:cNvPr>
          <p:cNvSpPr/>
          <p:nvPr/>
        </p:nvSpPr>
        <p:spPr>
          <a:xfrm>
            <a:off x="5256133" y="12704485"/>
            <a:ext cx="3238242" cy="2950153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B4C813-7D76-9D44-823D-B6CA4CD3DA0D}"/>
              </a:ext>
            </a:extLst>
          </p:cNvPr>
          <p:cNvSpPr/>
          <p:nvPr/>
        </p:nvSpPr>
        <p:spPr>
          <a:xfrm>
            <a:off x="15883277" y="12704485"/>
            <a:ext cx="3238242" cy="2950153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Manfaat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13502F-A81E-DC19-A111-79D3C334610A}"/>
              </a:ext>
            </a:extLst>
          </p:cNvPr>
          <p:cNvSpPr/>
          <p:nvPr/>
        </p:nvSpPr>
        <p:spPr>
          <a:xfrm>
            <a:off x="8124851" y="16286459"/>
            <a:ext cx="3238242" cy="2950153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Alat &amp; Cara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55B86B-FA9B-0579-A5C6-A23B887FE173}"/>
              </a:ext>
            </a:extLst>
          </p:cNvPr>
          <p:cNvSpPr/>
          <p:nvPr/>
        </p:nvSpPr>
        <p:spPr>
          <a:xfrm>
            <a:off x="13067836" y="16286459"/>
            <a:ext cx="3238242" cy="2950153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Latar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Belakang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E053985F-3E49-B4CD-2118-E74C31CC8C2E}"/>
              </a:ext>
            </a:extLst>
          </p:cNvPr>
          <p:cNvSpPr txBox="1"/>
          <p:nvPr/>
        </p:nvSpPr>
        <p:spPr>
          <a:xfrm>
            <a:off x="1263033" y="1723910"/>
            <a:ext cx="12537010" cy="144655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8800" b="1" dirty="0" err="1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Anggota</a:t>
            </a:r>
            <a:r>
              <a:rPr lang="en-US" sz="8800" b="1" dirty="0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 </a:t>
            </a:r>
            <a:r>
              <a:rPr lang="en-US" sz="8800" b="1" dirty="0" err="1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Kelompok</a:t>
            </a:r>
            <a:r>
              <a:rPr lang="en-US" sz="8800" b="1" dirty="0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: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9C4CD201-BE5C-9034-FE83-A6E60C279448}"/>
              </a:ext>
            </a:extLst>
          </p:cNvPr>
          <p:cNvSpPr txBox="1"/>
          <p:nvPr/>
        </p:nvSpPr>
        <p:spPr>
          <a:xfrm>
            <a:off x="2824866" y="3807165"/>
            <a:ext cx="10599969" cy="3050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defRPr sz="3800">
                <a:latin typeface="Josefin Sans Light" pitchFamily="2" charset="77"/>
              </a:defRPr>
            </a:lvl1pPr>
          </a:lstStyle>
          <a:p>
            <a:pPr marL="914400" indent="-914400" algn="l">
              <a:buAutoNum type="arabicPeriod"/>
            </a:pPr>
            <a:r>
              <a:rPr lang="en-US" sz="5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Muhandis </a:t>
            </a:r>
            <a:r>
              <a:rPr lang="en-US" sz="5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Lawdza’I</a:t>
            </a:r>
            <a:r>
              <a:rPr lang="en-US" sz="5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Putra Sanjaya</a:t>
            </a:r>
          </a:p>
          <a:p>
            <a:pPr marL="914400" indent="-914400" algn="l">
              <a:buAutoNum type="arabicPeriod"/>
            </a:pPr>
            <a:r>
              <a:rPr lang="en-US" sz="5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Satria </a:t>
            </a:r>
            <a:r>
              <a:rPr lang="en-US" sz="5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Bhekti</a:t>
            </a:r>
            <a:r>
              <a:rPr lang="en-US" sz="5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5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Akhisnu</a:t>
            </a:r>
            <a:endParaRPr lang="en-US" sz="5000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  <a:p>
            <a:pPr marL="914400" indent="-914400" algn="l">
              <a:buAutoNum type="arabicPeriod"/>
            </a:pPr>
            <a:r>
              <a:rPr lang="en-US" sz="5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Rizq</a:t>
            </a:r>
            <a:r>
              <a:rPr lang="en-US" sz="5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5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Syandana</a:t>
            </a:r>
            <a:r>
              <a:rPr lang="en-US" sz="5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5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Dwi</a:t>
            </a:r>
            <a:r>
              <a:rPr lang="en-US" sz="5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5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Anggara</a:t>
            </a:r>
            <a:endParaRPr lang="en-US" sz="5000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588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Neon Green Teal Geometric Photo Tech and Gaming Facebook Cover">
            <a:hlinkClick r:id="" action="ppaction://media"/>
            <a:extLst>
              <a:ext uri="{FF2B5EF4-FFF2-40B4-BE49-F238E27FC236}">
                <a16:creationId xmlns:a16="http://schemas.microsoft.com/office/drawing/2014/main" id="{ED8DE015-A82C-39A8-4680-324E8412D8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28696" y="-25400"/>
            <a:ext cx="24406346" cy="13750273"/>
          </a:xfrm>
          <a:prstGeom prst="rect">
            <a:avLst/>
          </a:prstGeom>
        </p:spPr>
      </p:pic>
      <p:grpSp>
        <p:nvGrpSpPr>
          <p:cNvPr id="52" name="Graphic 34">
            <a:extLst>
              <a:ext uri="{FF2B5EF4-FFF2-40B4-BE49-F238E27FC236}">
                <a16:creationId xmlns:a16="http://schemas.microsoft.com/office/drawing/2014/main" id="{CB4198FD-E16E-3077-74C4-9AC016F8C9AD}"/>
              </a:ext>
            </a:extLst>
          </p:cNvPr>
          <p:cNvGrpSpPr/>
          <p:nvPr/>
        </p:nvGrpSpPr>
        <p:grpSpPr>
          <a:xfrm>
            <a:off x="16380069" y="-275475"/>
            <a:ext cx="3375421" cy="1595233"/>
            <a:chOff x="21002467" y="1128929"/>
            <a:chExt cx="1854200" cy="876300"/>
          </a:xfrm>
          <a:solidFill>
            <a:schemeClr val="accent1"/>
          </a:solidFill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8A8319A-4014-ED49-8BA9-6EDB912B593E}"/>
                </a:ext>
              </a:extLst>
            </p:cNvPr>
            <p:cNvSpPr/>
            <p:nvPr/>
          </p:nvSpPr>
          <p:spPr>
            <a:xfrm>
              <a:off x="21002467" y="1128929"/>
              <a:ext cx="1854200" cy="876300"/>
            </a:xfrm>
            <a:custGeom>
              <a:avLst/>
              <a:gdLst>
                <a:gd name="connsiteX0" fmla="*/ 1728685 w 1854200"/>
                <a:gd name="connsiteY0" fmla="*/ 0 h 876300"/>
                <a:gd name="connsiteX1" fmla="*/ 125515 w 1854200"/>
                <a:gd name="connsiteY1" fmla="*/ 0 h 876300"/>
                <a:gd name="connsiteX2" fmla="*/ 0 w 1854200"/>
                <a:gd name="connsiteY2" fmla="*/ 125730 h 876300"/>
                <a:gd name="connsiteX3" fmla="*/ 0 w 1854200"/>
                <a:gd name="connsiteY3" fmla="*/ 750570 h 876300"/>
                <a:gd name="connsiteX4" fmla="*/ 125515 w 1854200"/>
                <a:gd name="connsiteY4" fmla="*/ 876300 h 876300"/>
                <a:gd name="connsiteX5" fmla="*/ 1728685 w 1854200"/>
                <a:gd name="connsiteY5" fmla="*/ 876300 h 876300"/>
                <a:gd name="connsiteX6" fmla="*/ 1854200 w 1854200"/>
                <a:gd name="connsiteY6" fmla="*/ 750570 h 876300"/>
                <a:gd name="connsiteX7" fmla="*/ 1854200 w 1854200"/>
                <a:gd name="connsiteY7" fmla="*/ 125730 h 876300"/>
                <a:gd name="connsiteX8" fmla="*/ 1728685 w 1854200"/>
                <a:gd name="connsiteY8" fmla="*/ 0 h 876300"/>
                <a:gd name="connsiteX9" fmla="*/ 1825674 w 1854200"/>
                <a:gd name="connsiteY9" fmla="*/ 750570 h 876300"/>
                <a:gd name="connsiteX10" fmla="*/ 1728685 w 1854200"/>
                <a:gd name="connsiteY10" fmla="*/ 847725 h 876300"/>
                <a:gd name="connsiteX11" fmla="*/ 125515 w 1854200"/>
                <a:gd name="connsiteY11" fmla="*/ 847725 h 876300"/>
                <a:gd name="connsiteX12" fmla="*/ 28526 w 1854200"/>
                <a:gd name="connsiteY12" fmla="*/ 750570 h 876300"/>
                <a:gd name="connsiteX13" fmla="*/ 28526 w 1854200"/>
                <a:gd name="connsiteY13" fmla="*/ 125730 h 876300"/>
                <a:gd name="connsiteX14" fmla="*/ 125515 w 1854200"/>
                <a:gd name="connsiteY14" fmla="*/ 28575 h 876300"/>
                <a:gd name="connsiteX15" fmla="*/ 1728685 w 1854200"/>
                <a:gd name="connsiteY15" fmla="*/ 28575 h 876300"/>
                <a:gd name="connsiteX16" fmla="*/ 1825674 w 1854200"/>
                <a:gd name="connsiteY16" fmla="*/ 125730 h 876300"/>
                <a:gd name="connsiteX17" fmla="*/ 1825674 w 1854200"/>
                <a:gd name="connsiteY17" fmla="*/ 75057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54200" h="876300">
                  <a:moveTo>
                    <a:pt x="1728685" y="0"/>
                  </a:moveTo>
                  <a:lnTo>
                    <a:pt x="125515" y="0"/>
                  </a:lnTo>
                  <a:cubicBezTo>
                    <a:pt x="56101" y="0"/>
                    <a:pt x="0" y="56198"/>
                    <a:pt x="0" y="125730"/>
                  </a:cubicBezTo>
                  <a:lnTo>
                    <a:pt x="0" y="750570"/>
                  </a:lnTo>
                  <a:cubicBezTo>
                    <a:pt x="0" y="820103"/>
                    <a:pt x="56101" y="876300"/>
                    <a:pt x="125515" y="876300"/>
                  </a:cubicBezTo>
                  <a:lnTo>
                    <a:pt x="1728685" y="876300"/>
                  </a:lnTo>
                  <a:cubicBezTo>
                    <a:pt x="1798099" y="876300"/>
                    <a:pt x="1854200" y="820103"/>
                    <a:pt x="1854200" y="750570"/>
                  </a:cubicBezTo>
                  <a:lnTo>
                    <a:pt x="1854200" y="125730"/>
                  </a:lnTo>
                  <a:cubicBezTo>
                    <a:pt x="1854200" y="56198"/>
                    <a:pt x="1798099" y="0"/>
                    <a:pt x="1728685" y="0"/>
                  </a:cubicBezTo>
                  <a:close/>
                  <a:moveTo>
                    <a:pt x="1825674" y="750570"/>
                  </a:moveTo>
                  <a:cubicBezTo>
                    <a:pt x="1825674" y="803910"/>
                    <a:pt x="1781934" y="847725"/>
                    <a:pt x="1728685" y="847725"/>
                  </a:cubicBezTo>
                  <a:lnTo>
                    <a:pt x="125515" y="847725"/>
                  </a:lnTo>
                  <a:cubicBezTo>
                    <a:pt x="72266" y="847725"/>
                    <a:pt x="28526" y="803910"/>
                    <a:pt x="28526" y="750570"/>
                  </a:cubicBezTo>
                  <a:lnTo>
                    <a:pt x="28526" y="125730"/>
                  </a:lnTo>
                  <a:cubicBezTo>
                    <a:pt x="28526" y="72390"/>
                    <a:pt x="72266" y="28575"/>
                    <a:pt x="125515" y="28575"/>
                  </a:cubicBezTo>
                  <a:lnTo>
                    <a:pt x="1728685" y="28575"/>
                  </a:lnTo>
                  <a:cubicBezTo>
                    <a:pt x="1781934" y="28575"/>
                    <a:pt x="1825674" y="72390"/>
                    <a:pt x="1825674" y="125730"/>
                  </a:cubicBezTo>
                  <a:lnTo>
                    <a:pt x="1825674" y="750570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D1AD09B-2996-92BB-A338-ADC831C3E909}"/>
                </a:ext>
              </a:extLst>
            </p:cNvPr>
            <p:cNvSpPr/>
            <p:nvPr/>
          </p:nvSpPr>
          <p:spPr>
            <a:xfrm>
              <a:off x="21188837" y="1633754"/>
              <a:ext cx="126465" cy="125729"/>
            </a:xfrm>
            <a:custGeom>
              <a:avLst/>
              <a:gdLst>
                <a:gd name="connsiteX0" fmla="*/ 125515 w 126465"/>
                <a:gd name="connsiteY0" fmla="*/ 50482 h 125729"/>
                <a:gd name="connsiteX1" fmla="*/ 113154 w 126465"/>
                <a:gd name="connsiteY1" fmla="*/ 16193 h 125729"/>
                <a:gd name="connsiteX2" fmla="*/ 77971 w 126465"/>
                <a:gd name="connsiteY2" fmla="*/ 952 h 125729"/>
                <a:gd name="connsiteX3" fmla="*/ 73217 w 126465"/>
                <a:gd name="connsiteY3" fmla="*/ 0 h 125729"/>
                <a:gd name="connsiteX4" fmla="*/ 58954 w 126465"/>
                <a:gd name="connsiteY4" fmla="*/ 0 h 125729"/>
                <a:gd name="connsiteX5" fmla="*/ 16165 w 126465"/>
                <a:gd name="connsiteY5" fmla="*/ 13335 h 125729"/>
                <a:gd name="connsiteX6" fmla="*/ 0 w 126465"/>
                <a:gd name="connsiteY6" fmla="*/ 58102 h 125729"/>
                <a:gd name="connsiteX7" fmla="*/ 0 w 126465"/>
                <a:gd name="connsiteY7" fmla="*/ 69532 h 125729"/>
                <a:gd name="connsiteX8" fmla="*/ 10460 w 126465"/>
                <a:gd name="connsiteY8" fmla="*/ 107633 h 125729"/>
                <a:gd name="connsiteX9" fmla="*/ 38986 w 126465"/>
                <a:gd name="connsiteY9" fmla="*/ 124777 h 125729"/>
                <a:gd name="connsiteX10" fmla="*/ 54200 w 126465"/>
                <a:gd name="connsiteY10" fmla="*/ 125730 h 125729"/>
                <a:gd name="connsiteX11" fmla="*/ 66561 w 126465"/>
                <a:gd name="connsiteY11" fmla="*/ 125730 h 125729"/>
                <a:gd name="connsiteX12" fmla="*/ 75119 w 126465"/>
                <a:gd name="connsiteY12" fmla="*/ 124777 h 125729"/>
                <a:gd name="connsiteX13" fmla="*/ 126466 w 126465"/>
                <a:gd name="connsiteY13" fmla="*/ 66675 h 125729"/>
                <a:gd name="connsiteX14" fmla="*/ 126466 w 126465"/>
                <a:gd name="connsiteY14" fmla="*/ 54293 h 125729"/>
                <a:gd name="connsiteX15" fmla="*/ 125515 w 126465"/>
                <a:gd name="connsiteY15" fmla="*/ 50482 h 125729"/>
                <a:gd name="connsiteX16" fmla="*/ 74168 w 126465"/>
                <a:gd name="connsiteY16" fmla="*/ 97155 h 125729"/>
                <a:gd name="connsiteX17" fmla="*/ 64659 w 126465"/>
                <a:gd name="connsiteY17" fmla="*/ 98107 h 125729"/>
                <a:gd name="connsiteX18" fmla="*/ 58003 w 126465"/>
                <a:gd name="connsiteY18" fmla="*/ 98107 h 125729"/>
                <a:gd name="connsiteX19" fmla="*/ 38986 w 126465"/>
                <a:gd name="connsiteY19" fmla="*/ 96202 h 125729"/>
                <a:gd name="connsiteX20" fmla="*/ 33281 w 126465"/>
                <a:gd name="connsiteY20" fmla="*/ 90488 h 125729"/>
                <a:gd name="connsiteX21" fmla="*/ 27575 w 126465"/>
                <a:gd name="connsiteY21" fmla="*/ 69532 h 125729"/>
                <a:gd name="connsiteX22" fmla="*/ 27575 w 126465"/>
                <a:gd name="connsiteY22" fmla="*/ 58102 h 125729"/>
                <a:gd name="connsiteX23" fmla="*/ 34231 w 126465"/>
                <a:gd name="connsiteY23" fmla="*/ 35243 h 125729"/>
                <a:gd name="connsiteX24" fmla="*/ 58003 w 126465"/>
                <a:gd name="connsiteY24" fmla="*/ 28575 h 125729"/>
                <a:gd name="connsiteX25" fmla="*/ 68463 w 126465"/>
                <a:gd name="connsiteY25" fmla="*/ 28575 h 125729"/>
                <a:gd name="connsiteX26" fmla="*/ 77971 w 126465"/>
                <a:gd name="connsiteY26" fmla="*/ 29527 h 125729"/>
                <a:gd name="connsiteX27" fmla="*/ 91284 w 126465"/>
                <a:gd name="connsiteY27" fmla="*/ 34290 h 125729"/>
                <a:gd name="connsiteX28" fmla="*/ 96038 w 126465"/>
                <a:gd name="connsiteY28" fmla="*/ 51435 h 125729"/>
                <a:gd name="connsiteX29" fmla="*/ 96989 w 126465"/>
                <a:gd name="connsiteY29" fmla="*/ 66675 h 125729"/>
                <a:gd name="connsiteX30" fmla="*/ 74168 w 126465"/>
                <a:gd name="connsiteY30" fmla="*/ 97155 h 12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6465" h="125729">
                  <a:moveTo>
                    <a:pt x="125515" y="50482"/>
                  </a:moveTo>
                  <a:cubicBezTo>
                    <a:pt x="125515" y="37148"/>
                    <a:pt x="120761" y="25718"/>
                    <a:pt x="113154" y="16193"/>
                  </a:cubicBezTo>
                  <a:cubicBezTo>
                    <a:pt x="107449" y="9525"/>
                    <a:pt x="96038" y="952"/>
                    <a:pt x="77971" y="952"/>
                  </a:cubicBezTo>
                  <a:cubicBezTo>
                    <a:pt x="77971" y="952"/>
                    <a:pt x="76070" y="952"/>
                    <a:pt x="73217" y="0"/>
                  </a:cubicBezTo>
                  <a:lnTo>
                    <a:pt x="58954" y="0"/>
                  </a:lnTo>
                  <a:cubicBezTo>
                    <a:pt x="40887" y="0"/>
                    <a:pt x="26624" y="4763"/>
                    <a:pt x="16165" y="13335"/>
                  </a:cubicBezTo>
                  <a:cubicBezTo>
                    <a:pt x="4754" y="22860"/>
                    <a:pt x="0" y="38100"/>
                    <a:pt x="0" y="58102"/>
                  </a:cubicBezTo>
                  <a:lnTo>
                    <a:pt x="0" y="69532"/>
                  </a:lnTo>
                  <a:cubicBezTo>
                    <a:pt x="0" y="84773"/>
                    <a:pt x="3803" y="97155"/>
                    <a:pt x="10460" y="107633"/>
                  </a:cubicBezTo>
                  <a:cubicBezTo>
                    <a:pt x="20919" y="121920"/>
                    <a:pt x="31379" y="124777"/>
                    <a:pt x="38986" y="124777"/>
                  </a:cubicBezTo>
                  <a:cubicBezTo>
                    <a:pt x="44691" y="124777"/>
                    <a:pt x="49445" y="124777"/>
                    <a:pt x="54200" y="125730"/>
                  </a:cubicBezTo>
                  <a:lnTo>
                    <a:pt x="66561" y="125730"/>
                  </a:lnTo>
                  <a:lnTo>
                    <a:pt x="75119" y="124777"/>
                  </a:lnTo>
                  <a:cubicBezTo>
                    <a:pt x="107449" y="124777"/>
                    <a:pt x="126466" y="102870"/>
                    <a:pt x="126466" y="66675"/>
                  </a:cubicBezTo>
                  <a:lnTo>
                    <a:pt x="126466" y="54293"/>
                  </a:lnTo>
                  <a:lnTo>
                    <a:pt x="125515" y="50482"/>
                  </a:lnTo>
                  <a:close/>
                  <a:moveTo>
                    <a:pt x="74168" y="97155"/>
                  </a:moveTo>
                  <a:lnTo>
                    <a:pt x="64659" y="98107"/>
                  </a:lnTo>
                  <a:lnTo>
                    <a:pt x="58003" y="98107"/>
                  </a:lnTo>
                  <a:cubicBezTo>
                    <a:pt x="52298" y="97155"/>
                    <a:pt x="45642" y="96202"/>
                    <a:pt x="38986" y="96202"/>
                  </a:cubicBezTo>
                  <a:cubicBezTo>
                    <a:pt x="38035" y="96202"/>
                    <a:pt x="36133" y="95250"/>
                    <a:pt x="33281" y="90488"/>
                  </a:cubicBezTo>
                  <a:cubicBezTo>
                    <a:pt x="29477" y="85725"/>
                    <a:pt x="27575" y="78105"/>
                    <a:pt x="27575" y="69532"/>
                  </a:cubicBezTo>
                  <a:lnTo>
                    <a:pt x="27575" y="58102"/>
                  </a:lnTo>
                  <a:cubicBezTo>
                    <a:pt x="27575" y="50482"/>
                    <a:pt x="28526" y="40005"/>
                    <a:pt x="34231" y="35243"/>
                  </a:cubicBezTo>
                  <a:cubicBezTo>
                    <a:pt x="38986" y="31432"/>
                    <a:pt x="47544" y="28575"/>
                    <a:pt x="58003" y="28575"/>
                  </a:cubicBezTo>
                  <a:lnTo>
                    <a:pt x="68463" y="28575"/>
                  </a:lnTo>
                  <a:cubicBezTo>
                    <a:pt x="72266" y="29527"/>
                    <a:pt x="75119" y="29527"/>
                    <a:pt x="77971" y="29527"/>
                  </a:cubicBezTo>
                  <a:cubicBezTo>
                    <a:pt x="86529" y="29527"/>
                    <a:pt x="89382" y="32385"/>
                    <a:pt x="91284" y="34290"/>
                  </a:cubicBezTo>
                  <a:cubicBezTo>
                    <a:pt x="95087" y="38100"/>
                    <a:pt x="96038" y="43815"/>
                    <a:pt x="96038" y="51435"/>
                  </a:cubicBezTo>
                  <a:lnTo>
                    <a:pt x="96989" y="66675"/>
                  </a:lnTo>
                  <a:cubicBezTo>
                    <a:pt x="97940" y="95250"/>
                    <a:pt x="85578" y="97155"/>
                    <a:pt x="74168" y="97155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73A46DF-A5EE-E910-5405-40E8197C3325}"/>
                </a:ext>
              </a:extLst>
            </p:cNvPr>
            <p:cNvSpPr/>
            <p:nvPr/>
          </p:nvSpPr>
          <p:spPr>
            <a:xfrm>
              <a:off x="21359994" y="1383246"/>
              <a:ext cx="307131" cy="377190"/>
            </a:xfrm>
            <a:custGeom>
              <a:avLst/>
              <a:gdLst>
                <a:gd name="connsiteX0" fmla="*/ 268146 w 307131"/>
                <a:gd name="connsiteY0" fmla="*/ 267653 h 377190"/>
                <a:gd name="connsiteX1" fmla="*/ 228209 w 307131"/>
                <a:gd name="connsiteY1" fmla="*/ 275272 h 377190"/>
                <a:gd name="connsiteX2" fmla="*/ 190174 w 307131"/>
                <a:gd name="connsiteY2" fmla="*/ 281940 h 377190"/>
                <a:gd name="connsiteX3" fmla="*/ 135024 w 307131"/>
                <a:gd name="connsiteY3" fmla="*/ 259080 h 377190"/>
                <a:gd name="connsiteX4" fmla="*/ 115056 w 307131"/>
                <a:gd name="connsiteY4" fmla="*/ 186690 h 377190"/>
                <a:gd name="connsiteX5" fmla="*/ 130269 w 307131"/>
                <a:gd name="connsiteY5" fmla="*/ 113347 h 377190"/>
                <a:gd name="connsiteX6" fmla="*/ 172108 w 307131"/>
                <a:gd name="connsiteY6" fmla="*/ 92393 h 377190"/>
                <a:gd name="connsiteX7" fmla="*/ 209192 w 307131"/>
                <a:gd name="connsiteY7" fmla="*/ 105727 h 377190"/>
                <a:gd name="connsiteX8" fmla="*/ 259588 w 307131"/>
                <a:gd name="connsiteY8" fmla="*/ 121920 h 377190"/>
                <a:gd name="connsiteX9" fmla="*/ 291918 w 307131"/>
                <a:gd name="connsiteY9" fmla="*/ 108585 h 377190"/>
                <a:gd name="connsiteX10" fmla="*/ 304279 w 307131"/>
                <a:gd name="connsiteY10" fmla="*/ 71438 h 377190"/>
                <a:gd name="connsiteX11" fmla="*/ 267195 w 307131"/>
                <a:gd name="connsiteY11" fmla="*/ 17145 h 377190"/>
                <a:gd name="connsiteX12" fmla="*/ 188273 w 307131"/>
                <a:gd name="connsiteY12" fmla="*/ 0 h 377190"/>
                <a:gd name="connsiteX13" fmla="*/ 112203 w 307131"/>
                <a:gd name="connsiteY13" fmla="*/ 10477 h 377190"/>
                <a:gd name="connsiteX14" fmla="*/ 13312 w 307131"/>
                <a:gd name="connsiteY14" fmla="*/ 104775 h 377190"/>
                <a:gd name="connsiteX15" fmla="*/ 0 w 307131"/>
                <a:gd name="connsiteY15" fmla="*/ 177165 h 377190"/>
                <a:gd name="connsiteX16" fmla="*/ 0 w 307131"/>
                <a:gd name="connsiteY16" fmla="*/ 195263 h 377190"/>
                <a:gd name="connsiteX17" fmla="*/ 96038 w 307131"/>
                <a:gd name="connsiteY17" fmla="*/ 362903 h 377190"/>
                <a:gd name="connsiteX18" fmla="*/ 160697 w 307131"/>
                <a:gd name="connsiteY18" fmla="*/ 377190 h 377190"/>
                <a:gd name="connsiteX19" fmla="*/ 175911 w 307131"/>
                <a:gd name="connsiteY19" fmla="*/ 377190 h 377190"/>
                <a:gd name="connsiteX20" fmla="*/ 259588 w 307131"/>
                <a:gd name="connsiteY20" fmla="*/ 358140 h 377190"/>
                <a:gd name="connsiteX21" fmla="*/ 307132 w 307131"/>
                <a:gd name="connsiteY21" fmla="*/ 310515 h 377190"/>
                <a:gd name="connsiteX22" fmla="*/ 307132 w 307131"/>
                <a:gd name="connsiteY22" fmla="*/ 304800 h 377190"/>
                <a:gd name="connsiteX23" fmla="*/ 268146 w 307131"/>
                <a:gd name="connsiteY23" fmla="*/ 267653 h 377190"/>
                <a:gd name="connsiteX24" fmla="*/ 278605 w 307131"/>
                <a:gd name="connsiteY24" fmla="*/ 309563 h 377190"/>
                <a:gd name="connsiteX25" fmla="*/ 248178 w 307131"/>
                <a:gd name="connsiteY25" fmla="*/ 331470 h 377190"/>
                <a:gd name="connsiteX26" fmla="*/ 176862 w 307131"/>
                <a:gd name="connsiteY26" fmla="*/ 347663 h 377190"/>
                <a:gd name="connsiteX27" fmla="*/ 161648 w 307131"/>
                <a:gd name="connsiteY27" fmla="*/ 347663 h 377190"/>
                <a:gd name="connsiteX28" fmla="*/ 108399 w 307131"/>
                <a:gd name="connsiteY28" fmla="*/ 335280 h 377190"/>
                <a:gd name="connsiteX29" fmla="*/ 29477 w 307131"/>
                <a:gd name="connsiteY29" fmla="*/ 194310 h 377190"/>
                <a:gd name="connsiteX30" fmla="*/ 29477 w 307131"/>
                <a:gd name="connsiteY30" fmla="*/ 176213 h 377190"/>
                <a:gd name="connsiteX31" fmla="*/ 40888 w 307131"/>
                <a:gd name="connsiteY31" fmla="*/ 114300 h 377190"/>
                <a:gd name="connsiteX32" fmla="*/ 122662 w 307131"/>
                <a:gd name="connsiteY32" fmla="*/ 36195 h 377190"/>
                <a:gd name="connsiteX33" fmla="*/ 190174 w 307131"/>
                <a:gd name="connsiteY33" fmla="*/ 27622 h 377190"/>
                <a:gd name="connsiteX34" fmla="*/ 255785 w 307131"/>
                <a:gd name="connsiteY34" fmla="*/ 41910 h 377190"/>
                <a:gd name="connsiteX35" fmla="*/ 277655 w 307131"/>
                <a:gd name="connsiteY35" fmla="*/ 70485 h 377190"/>
                <a:gd name="connsiteX36" fmla="*/ 272900 w 307131"/>
                <a:gd name="connsiteY36" fmla="*/ 87630 h 377190"/>
                <a:gd name="connsiteX37" fmla="*/ 260539 w 307131"/>
                <a:gd name="connsiteY37" fmla="*/ 92393 h 377190"/>
                <a:gd name="connsiteX38" fmla="*/ 222504 w 307131"/>
                <a:gd name="connsiteY38" fmla="*/ 79057 h 377190"/>
                <a:gd name="connsiteX39" fmla="*/ 173059 w 307131"/>
                <a:gd name="connsiteY39" fmla="*/ 62865 h 377190"/>
                <a:gd name="connsiteX40" fmla="*/ 106498 w 307131"/>
                <a:gd name="connsiteY40" fmla="*/ 97155 h 377190"/>
                <a:gd name="connsiteX41" fmla="*/ 87480 w 307131"/>
                <a:gd name="connsiteY41" fmla="*/ 185738 h 377190"/>
                <a:gd name="connsiteX42" fmla="*/ 114105 w 307131"/>
                <a:gd name="connsiteY42" fmla="*/ 277178 h 377190"/>
                <a:gd name="connsiteX43" fmla="*/ 191125 w 307131"/>
                <a:gd name="connsiteY43" fmla="*/ 310515 h 377190"/>
                <a:gd name="connsiteX44" fmla="*/ 237718 w 307131"/>
                <a:gd name="connsiteY44" fmla="*/ 302895 h 377190"/>
                <a:gd name="connsiteX45" fmla="*/ 269097 w 307131"/>
                <a:gd name="connsiteY45" fmla="*/ 296228 h 377190"/>
                <a:gd name="connsiteX46" fmla="*/ 278605 w 307131"/>
                <a:gd name="connsiteY46" fmla="*/ 304800 h 377190"/>
                <a:gd name="connsiteX47" fmla="*/ 278605 w 307131"/>
                <a:gd name="connsiteY47" fmla="*/ 309563 h 37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07131" h="377190">
                  <a:moveTo>
                    <a:pt x="268146" y="267653"/>
                  </a:moveTo>
                  <a:cubicBezTo>
                    <a:pt x="258637" y="267653"/>
                    <a:pt x="246276" y="270510"/>
                    <a:pt x="228209" y="275272"/>
                  </a:cubicBezTo>
                  <a:cubicBezTo>
                    <a:pt x="213946" y="280035"/>
                    <a:pt x="200634" y="281940"/>
                    <a:pt x="190174" y="281940"/>
                  </a:cubicBezTo>
                  <a:cubicBezTo>
                    <a:pt x="165452" y="281940"/>
                    <a:pt x="147385" y="274320"/>
                    <a:pt x="135024" y="259080"/>
                  </a:cubicBezTo>
                  <a:cubicBezTo>
                    <a:pt x="121712" y="242888"/>
                    <a:pt x="115056" y="219075"/>
                    <a:pt x="115056" y="186690"/>
                  </a:cubicBezTo>
                  <a:cubicBezTo>
                    <a:pt x="115056" y="153352"/>
                    <a:pt x="119810" y="128588"/>
                    <a:pt x="130269" y="113347"/>
                  </a:cubicBezTo>
                  <a:cubicBezTo>
                    <a:pt x="138827" y="99060"/>
                    <a:pt x="152139" y="92393"/>
                    <a:pt x="172108" y="92393"/>
                  </a:cubicBezTo>
                  <a:cubicBezTo>
                    <a:pt x="174960" y="92393"/>
                    <a:pt x="184469" y="93345"/>
                    <a:pt x="209192" y="105727"/>
                  </a:cubicBezTo>
                  <a:cubicBezTo>
                    <a:pt x="232013" y="116205"/>
                    <a:pt x="248178" y="121920"/>
                    <a:pt x="259588" y="121920"/>
                  </a:cubicBezTo>
                  <a:cubicBezTo>
                    <a:pt x="272900" y="121920"/>
                    <a:pt x="283360" y="117157"/>
                    <a:pt x="291918" y="108585"/>
                  </a:cubicBezTo>
                  <a:cubicBezTo>
                    <a:pt x="300475" y="100013"/>
                    <a:pt x="304279" y="87630"/>
                    <a:pt x="304279" y="71438"/>
                  </a:cubicBezTo>
                  <a:cubicBezTo>
                    <a:pt x="304279" y="56197"/>
                    <a:pt x="297623" y="34290"/>
                    <a:pt x="267195" y="17145"/>
                  </a:cubicBezTo>
                  <a:cubicBezTo>
                    <a:pt x="245325" y="5715"/>
                    <a:pt x="218701" y="0"/>
                    <a:pt x="188273" y="0"/>
                  </a:cubicBezTo>
                  <a:cubicBezTo>
                    <a:pt x="158796" y="0"/>
                    <a:pt x="133122" y="3810"/>
                    <a:pt x="112203" y="10477"/>
                  </a:cubicBezTo>
                  <a:cubicBezTo>
                    <a:pt x="64659" y="25717"/>
                    <a:pt x="31379" y="58102"/>
                    <a:pt x="13312" y="104775"/>
                  </a:cubicBezTo>
                  <a:cubicBezTo>
                    <a:pt x="4754" y="126682"/>
                    <a:pt x="0" y="151447"/>
                    <a:pt x="0" y="177165"/>
                  </a:cubicBezTo>
                  <a:lnTo>
                    <a:pt x="0" y="195263"/>
                  </a:lnTo>
                  <a:cubicBezTo>
                    <a:pt x="0" y="279083"/>
                    <a:pt x="32330" y="335280"/>
                    <a:pt x="96038" y="362903"/>
                  </a:cubicBezTo>
                  <a:cubicBezTo>
                    <a:pt x="117908" y="372428"/>
                    <a:pt x="139778" y="377190"/>
                    <a:pt x="160697" y="377190"/>
                  </a:cubicBezTo>
                  <a:lnTo>
                    <a:pt x="175911" y="377190"/>
                  </a:lnTo>
                  <a:cubicBezTo>
                    <a:pt x="203487" y="377190"/>
                    <a:pt x="232013" y="370522"/>
                    <a:pt x="259588" y="358140"/>
                  </a:cubicBezTo>
                  <a:cubicBezTo>
                    <a:pt x="279556" y="348615"/>
                    <a:pt x="307132" y="334328"/>
                    <a:pt x="307132" y="310515"/>
                  </a:cubicBezTo>
                  <a:lnTo>
                    <a:pt x="307132" y="304800"/>
                  </a:lnTo>
                  <a:cubicBezTo>
                    <a:pt x="307132" y="280988"/>
                    <a:pt x="291918" y="267653"/>
                    <a:pt x="268146" y="267653"/>
                  </a:cubicBezTo>
                  <a:close/>
                  <a:moveTo>
                    <a:pt x="278605" y="309563"/>
                  </a:moveTo>
                  <a:cubicBezTo>
                    <a:pt x="278605" y="309563"/>
                    <a:pt x="277655" y="318135"/>
                    <a:pt x="248178" y="331470"/>
                  </a:cubicBezTo>
                  <a:cubicBezTo>
                    <a:pt x="224406" y="341947"/>
                    <a:pt x="199683" y="347663"/>
                    <a:pt x="176862" y="347663"/>
                  </a:cubicBezTo>
                  <a:lnTo>
                    <a:pt x="161648" y="347663"/>
                  </a:lnTo>
                  <a:cubicBezTo>
                    <a:pt x="144533" y="347663"/>
                    <a:pt x="126466" y="343853"/>
                    <a:pt x="108399" y="335280"/>
                  </a:cubicBezTo>
                  <a:cubicBezTo>
                    <a:pt x="55151" y="312420"/>
                    <a:pt x="29477" y="266700"/>
                    <a:pt x="29477" y="194310"/>
                  </a:cubicBezTo>
                  <a:lnTo>
                    <a:pt x="29477" y="176213"/>
                  </a:lnTo>
                  <a:cubicBezTo>
                    <a:pt x="29477" y="154305"/>
                    <a:pt x="33281" y="133350"/>
                    <a:pt x="40888" y="114300"/>
                  </a:cubicBezTo>
                  <a:cubicBezTo>
                    <a:pt x="56101" y="75247"/>
                    <a:pt x="82726" y="49530"/>
                    <a:pt x="122662" y="36195"/>
                  </a:cubicBezTo>
                  <a:cubicBezTo>
                    <a:pt x="140729" y="30480"/>
                    <a:pt x="163550" y="27622"/>
                    <a:pt x="190174" y="27622"/>
                  </a:cubicBezTo>
                  <a:cubicBezTo>
                    <a:pt x="215848" y="27622"/>
                    <a:pt x="237718" y="32385"/>
                    <a:pt x="255785" y="41910"/>
                  </a:cubicBezTo>
                  <a:cubicBezTo>
                    <a:pt x="275753" y="52388"/>
                    <a:pt x="277655" y="62865"/>
                    <a:pt x="277655" y="70485"/>
                  </a:cubicBezTo>
                  <a:cubicBezTo>
                    <a:pt x="277655" y="76200"/>
                    <a:pt x="276704" y="83820"/>
                    <a:pt x="272900" y="87630"/>
                  </a:cubicBezTo>
                  <a:cubicBezTo>
                    <a:pt x="270048" y="90488"/>
                    <a:pt x="266244" y="92393"/>
                    <a:pt x="260539" y="92393"/>
                  </a:cubicBezTo>
                  <a:cubicBezTo>
                    <a:pt x="256735" y="92393"/>
                    <a:pt x="246276" y="90488"/>
                    <a:pt x="222504" y="79057"/>
                  </a:cubicBezTo>
                  <a:cubicBezTo>
                    <a:pt x="199683" y="68580"/>
                    <a:pt x="184469" y="62865"/>
                    <a:pt x="173059" y="62865"/>
                  </a:cubicBezTo>
                  <a:cubicBezTo>
                    <a:pt x="143582" y="62865"/>
                    <a:pt x="120761" y="74295"/>
                    <a:pt x="106498" y="97155"/>
                  </a:cubicBezTo>
                  <a:cubicBezTo>
                    <a:pt x="94136" y="118110"/>
                    <a:pt x="87480" y="146685"/>
                    <a:pt x="87480" y="185738"/>
                  </a:cubicBezTo>
                  <a:cubicBezTo>
                    <a:pt x="87480" y="224790"/>
                    <a:pt x="96989" y="255270"/>
                    <a:pt x="114105" y="277178"/>
                  </a:cubicBezTo>
                  <a:cubicBezTo>
                    <a:pt x="132171" y="299085"/>
                    <a:pt x="158796" y="310515"/>
                    <a:pt x="191125" y="310515"/>
                  </a:cubicBezTo>
                  <a:cubicBezTo>
                    <a:pt x="204437" y="310515"/>
                    <a:pt x="219651" y="307658"/>
                    <a:pt x="237718" y="302895"/>
                  </a:cubicBezTo>
                  <a:cubicBezTo>
                    <a:pt x="255785" y="297180"/>
                    <a:pt x="265293" y="296228"/>
                    <a:pt x="269097" y="296228"/>
                  </a:cubicBezTo>
                  <a:cubicBezTo>
                    <a:pt x="278605" y="296228"/>
                    <a:pt x="278605" y="299085"/>
                    <a:pt x="278605" y="304800"/>
                  </a:cubicBezTo>
                  <a:lnTo>
                    <a:pt x="278605" y="309563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656DA79-F32B-E09A-360F-9997BCC62524}"/>
                </a:ext>
              </a:extLst>
            </p:cNvPr>
            <p:cNvSpPr/>
            <p:nvPr/>
          </p:nvSpPr>
          <p:spPr>
            <a:xfrm>
              <a:off x="21775525" y="1438491"/>
              <a:ext cx="180665" cy="264794"/>
            </a:xfrm>
            <a:custGeom>
              <a:avLst/>
              <a:gdLst>
                <a:gd name="connsiteX0" fmla="*/ 93185 w 180665"/>
                <a:gd name="connsiteY0" fmla="*/ 0 h 264794"/>
                <a:gd name="connsiteX1" fmla="*/ 82726 w 180665"/>
                <a:gd name="connsiteY1" fmla="*/ 0 h 264794"/>
                <a:gd name="connsiteX2" fmla="*/ 19968 w 180665"/>
                <a:gd name="connsiteY2" fmla="*/ 37148 h 264794"/>
                <a:gd name="connsiteX3" fmla="*/ 0 w 180665"/>
                <a:gd name="connsiteY3" fmla="*/ 130493 h 264794"/>
                <a:gd name="connsiteX4" fmla="*/ 21870 w 180665"/>
                <a:gd name="connsiteY4" fmla="*/ 225743 h 264794"/>
                <a:gd name="connsiteX5" fmla="*/ 89382 w 180665"/>
                <a:gd name="connsiteY5" fmla="*/ 264795 h 264794"/>
                <a:gd name="connsiteX6" fmla="*/ 96038 w 180665"/>
                <a:gd name="connsiteY6" fmla="*/ 264795 h 264794"/>
                <a:gd name="connsiteX7" fmla="*/ 157845 w 180665"/>
                <a:gd name="connsiteY7" fmla="*/ 232410 h 264794"/>
                <a:gd name="connsiteX8" fmla="*/ 179715 w 180665"/>
                <a:gd name="connsiteY8" fmla="*/ 160020 h 264794"/>
                <a:gd name="connsiteX9" fmla="*/ 180666 w 180665"/>
                <a:gd name="connsiteY9" fmla="*/ 152400 h 264794"/>
                <a:gd name="connsiteX10" fmla="*/ 180666 w 180665"/>
                <a:gd name="connsiteY10" fmla="*/ 120015 h 264794"/>
                <a:gd name="connsiteX11" fmla="*/ 157845 w 180665"/>
                <a:gd name="connsiteY11" fmla="*/ 35243 h 264794"/>
                <a:gd name="connsiteX12" fmla="*/ 93185 w 180665"/>
                <a:gd name="connsiteY12" fmla="*/ 0 h 264794"/>
                <a:gd name="connsiteX13" fmla="*/ 152139 w 180665"/>
                <a:gd name="connsiteY13" fmla="*/ 152400 h 264794"/>
                <a:gd name="connsiteX14" fmla="*/ 151189 w 180665"/>
                <a:gd name="connsiteY14" fmla="*/ 159068 h 264794"/>
                <a:gd name="connsiteX15" fmla="*/ 151189 w 180665"/>
                <a:gd name="connsiteY15" fmla="*/ 160020 h 264794"/>
                <a:gd name="connsiteX16" fmla="*/ 134073 w 180665"/>
                <a:gd name="connsiteY16" fmla="*/ 216218 h 264794"/>
                <a:gd name="connsiteX17" fmla="*/ 95087 w 180665"/>
                <a:gd name="connsiteY17" fmla="*/ 237173 h 264794"/>
                <a:gd name="connsiteX18" fmla="*/ 88431 w 180665"/>
                <a:gd name="connsiteY18" fmla="*/ 237173 h 264794"/>
                <a:gd name="connsiteX19" fmla="*/ 45642 w 180665"/>
                <a:gd name="connsiteY19" fmla="*/ 211455 h 264794"/>
                <a:gd name="connsiteX20" fmla="*/ 28526 w 180665"/>
                <a:gd name="connsiteY20" fmla="*/ 130493 h 264794"/>
                <a:gd name="connsiteX21" fmla="*/ 44691 w 180665"/>
                <a:gd name="connsiteY21" fmla="*/ 51435 h 264794"/>
                <a:gd name="connsiteX22" fmla="*/ 82726 w 180665"/>
                <a:gd name="connsiteY22" fmla="*/ 27623 h 264794"/>
                <a:gd name="connsiteX23" fmla="*/ 93185 w 180665"/>
                <a:gd name="connsiteY23" fmla="*/ 27623 h 264794"/>
                <a:gd name="connsiteX24" fmla="*/ 135024 w 180665"/>
                <a:gd name="connsiteY24" fmla="*/ 51435 h 264794"/>
                <a:gd name="connsiteX25" fmla="*/ 153090 w 180665"/>
                <a:gd name="connsiteY25" fmla="*/ 120015 h 264794"/>
                <a:gd name="connsiteX26" fmla="*/ 153090 w 180665"/>
                <a:gd name="connsiteY26" fmla="*/ 140970 h 264794"/>
                <a:gd name="connsiteX27" fmla="*/ 152139 w 180665"/>
                <a:gd name="connsiteY27" fmla="*/ 15240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0665" h="264794">
                  <a:moveTo>
                    <a:pt x="93185" y="0"/>
                  </a:moveTo>
                  <a:lnTo>
                    <a:pt x="82726" y="0"/>
                  </a:lnTo>
                  <a:cubicBezTo>
                    <a:pt x="56101" y="0"/>
                    <a:pt x="35182" y="13335"/>
                    <a:pt x="19968" y="37148"/>
                  </a:cubicBezTo>
                  <a:cubicBezTo>
                    <a:pt x="6656" y="60007"/>
                    <a:pt x="0" y="91440"/>
                    <a:pt x="0" y="130493"/>
                  </a:cubicBezTo>
                  <a:cubicBezTo>
                    <a:pt x="0" y="169545"/>
                    <a:pt x="7607" y="201930"/>
                    <a:pt x="21870" y="225743"/>
                  </a:cubicBezTo>
                  <a:cubicBezTo>
                    <a:pt x="37084" y="251460"/>
                    <a:pt x="60856" y="264795"/>
                    <a:pt x="89382" y="264795"/>
                  </a:cubicBezTo>
                  <a:lnTo>
                    <a:pt x="96038" y="264795"/>
                  </a:lnTo>
                  <a:cubicBezTo>
                    <a:pt x="121712" y="264795"/>
                    <a:pt x="142631" y="254318"/>
                    <a:pt x="157845" y="232410"/>
                  </a:cubicBezTo>
                  <a:cubicBezTo>
                    <a:pt x="172108" y="212408"/>
                    <a:pt x="179715" y="187643"/>
                    <a:pt x="179715" y="160020"/>
                  </a:cubicBezTo>
                  <a:lnTo>
                    <a:pt x="180666" y="152400"/>
                  </a:lnTo>
                  <a:lnTo>
                    <a:pt x="180666" y="120015"/>
                  </a:lnTo>
                  <a:cubicBezTo>
                    <a:pt x="180666" y="86677"/>
                    <a:pt x="173059" y="58102"/>
                    <a:pt x="157845" y="35243"/>
                  </a:cubicBezTo>
                  <a:cubicBezTo>
                    <a:pt x="142631" y="12382"/>
                    <a:pt x="120761" y="0"/>
                    <a:pt x="93185" y="0"/>
                  </a:cubicBezTo>
                  <a:close/>
                  <a:moveTo>
                    <a:pt x="152139" y="152400"/>
                  </a:moveTo>
                  <a:lnTo>
                    <a:pt x="151189" y="159068"/>
                  </a:lnTo>
                  <a:lnTo>
                    <a:pt x="151189" y="160020"/>
                  </a:lnTo>
                  <a:cubicBezTo>
                    <a:pt x="151189" y="181927"/>
                    <a:pt x="145483" y="200977"/>
                    <a:pt x="134073" y="216218"/>
                  </a:cubicBezTo>
                  <a:cubicBezTo>
                    <a:pt x="123613" y="230505"/>
                    <a:pt x="111252" y="237173"/>
                    <a:pt x="95087" y="237173"/>
                  </a:cubicBezTo>
                  <a:lnTo>
                    <a:pt x="88431" y="237173"/>
                  </a:lnTo>
                  <a:cubicBezTo>
                    <a:pt x="69414" y="237173"/>
                    <a:pt x="55151" y="229552"/>
                    <a:pt x="45642" y="211455"/>
                  </a:cubicBezTo>
                  <a:cubicBezTo>
                    <a:pt x="34231" y="192405"/>
                    <a:pt x="28526" y="164783"/>
                    <a:pt x="28526" y="130493"/>
                  </a:cubicBezTo>
                  <a:cubicBezTo>
                    <a:pt x="28526" y="96202"/>
                    <a:pt x="34231" y="69532"/>
                    <a:pt x="44691" y="51435"/>
                  </a:cubicBezTo>
                  <a:cubicBezTo>
                    <a:pt x="54200" y="35243"/>
                    <a:pt x="66561" y="27623"/>
                    <a:pt x="82726" y="27623"/>
                  </a:cubicBezTo>
                  <a:lnTo>
                    <a:pt x="93185" y="27623"/>
                  </a:lnTo>
                  <a:cubicBezTo>
                    <a:pt x="111252" y="27623"/>
                    <a:pt x="123613" y="35243"/>
                    <a:pt x="135024" y="51435"/>
                  </a:cubicBezTo>
                  <a:cubicBezTo>
                    <a:pt x="146434" y="68580"/>
                    <a:pt x="153090" y="92393"/>
                    <a:pt x="153090" y="120015"/>
                  </a:cubicBezTo>
                  <a:lnTo>
                    <a:pt x="153090" y="140970"/>
                  </a:lnTo>
                  <a:lnTo>
                    <a:pt x="152139" y="152400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4F97BF5-C439-7C43-265E-01373E6B44FB}"/>
                </a:ext>
              </a:extLst>
            </p:cNvPr>
            <p:cNvSpPr/>
            <p:nvPr/>
          </p:nvSpPr>
          <p:spPr>
            <a:xfrm>
              <a:off x="21693750" y="1381341"/>
              <a:ext cx="351822" cy="382904"/>
            </a:xfrm>
            <a:custGeom>
              <a:avLst/>
              <a:gdLst>
                <a:gd name="connsiteX0" fmla="*/ 182567 w 351822"/>
                <a:gd name="connsiteY0" fmla="*/ 0 h 382904"/>
                <a:gd name="connsiteX1" fmla="*/ 182567 w 351822"/>
                <a:gd name="connsiteY1" fmla="*/ 0 h 382904"/>
                <a:gd name="connsiteX2" fmla="*/ 175911 w 351822"/>
                <a:gd name="connsiteY2" fmla="*/ 0 h 382904"/>
                <a:gd name="connsiteX3" fmla="*/ 105547 w 351822"/>
                <a:gd name="connsiteY3" fmla="*/ 12382 h 382904"/>
                <a:gd name="connsiteX4" fmla="*/ 12361 w 351822"/>
                <a:gd name="connsiteY4" fmla="*/ 107632 h 382904"/>
                <a:gd name="connsiteX5" fmla="*/ 0 w 351822"/>
                <a:gd name="connsiteY5" fmla="*/ 180023 h 382904"/>
                <a:gd name="connsiteX6" fmla="*/ 0 w 351822"/>
                <a:gd name="connsiteY6" fmla="*/ 192405 h 382904"/>
                <a:gd name="connsiteX7" fmla="*/ 43740 w 351822"/>
                <a:gd name="connsiteY7" fmla="*/ 329565 h 382904"/>
                <a:gd name="connsiteX8" fmla="*/ 174010 w 351822"/>
                <a:gd name="connsiteY8" fmla="*/ 382905 h 382904"/>
                <a:gd name="connsiteX9" fmla="*/ 179715 w 351822"/>
                <a:gd name="connsiteY9" fmla="*/ 382905 h 382904"/>
                <a:gd name="connsiteX10" fmla="*/ 249128 w 351822"/>
                <a:gd name="connsiteY10" fmla="*/ 367665 h 382904"/>
                <a:gd name="connsiteX11" fmla="*/ 340412 w 351822"/>
                <a:gd name="connsiteY11" fmla="*/ 261938 h 382904"/>
                <a:gd name="connsiteX12" fmla="*/ 351823 w 351822"/>
                <a:gd name="connsiteY12" fmla="*/ 186690 h 382904"/>
                <a:gd name="connsiteX13" fmla="*/ 351823 w 351822"/>
                <a:gd name="connsiteY13" fmla="*/ 180975 h 382904"/>
                <a:gd name="connsiteX14" fmla="*/ 309033 w 351822"/>
                <a:gd name="connsiteY14" fmla="*/ 55245 h 382904"/>
                <a:gd name="connsiteX15" fmla="*/ 182567 w 351822"/>
                <a:gd name="connsiteY15" fmla="*/ 0 h 382904"/>
                <a:gd name="connsiteX16" fmla="*/ 322346 w 351822"/>
                <a:gd name="connsiteY16" fmla="*/ 185738 h 382904"/>
                <a:gd name="connsiteX17" fmla="*/ 311886 w 351822"/>
                <a:gd name="connsiteY17" fmla="*/ 252413 h 382904"/>
                <a:gd name="connsiteX18" fmla="*/ 235816 w 351822"/>
                <a:gd name="connsiteY18" fmla="*/ 340995 h 382904"/>
                <a:gd name="connsiteX19" fmla="*/ 177813 w 351822"/>
                <a:gd name="connsiteY19" fmla="*/ 354330 h 382904"/>
                <a:gd name="connsiteX20" fmla="*/ 172108 w 351822"/>
                <a:gd name="connsiteY20" fmla="*/ 354330 h 382904"/>
                <a:gd name="connsiteX21" fmla="*/ 61807 w 351822"/>
                <a:gd name="connsiteY21" fmla="*/ 310515 h 382904"/>
                <a:gd name="connsiteX22" fmla="*/ 25674 w 351822"/>
                <a:gd name="connsiteY22" fmla="*/ 193358 h 382904"/>
                <a:gd name="connsiteX23" fmla="*/ 25674 w 351822"/>
                <a:gd name="connsiteY23" fmla="*/ 188595 h 382904"/>
                <a:gd name="connsiteX24" fmla="*/ 25674 w 351822"/>
                <a:gd name="connsiteY24" fmla="*/ 181927 h 382904"/>
                <a:gd name="connsiteX25" fmla="*/ 36133 w 351822"/>
                <a:gd name="connsiteY25" fmla="*/ 118110 h 382904"/>
                <a:gd name="connsiteX26" fmla="*/ 112203 w 351822"/>
                <a:gd name="connsiteY26" fmla="*/ 40005 h 382904"/>
                <a:gd name="connsiteX27" fmla="*/ 172108 w 351822"/>
                <a:gd name="connsiteY27" fmla="*/ 29528 h 382904"/>
                <a:gd name="connsiteX28" fmla="*/ 178764 w 351822"/>
                <a:gd name="connsiteY28" fmla="*/ 29528 h 382904"/>
                <a:gd name="connsiteX29" fmla="*/ 285262 w 351822"/>
                <a:gd name="connsiteY29" fmla="*/ 74295 h 382904"/>
                <a:gd name="connsiteX30" fmla="*/ 320444 w 351822"/>
                <a:gd name="connsiteY30" fmla="*/ 180975 h 382904"/>
                <a:gd name="connsiteX31" fmla="*/ 320444 w 351822"/>
                <a:gd name="connsiteY31" fmla="*/ 185738 h 38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1822" h="382904">
                  <a:moveTo>
                    <a:pt x="182567" y="0"/>
                  </a:moveTo>
                  <a:cubicBezTo>
                    <a:pt x="182567" y="0"/>
                    <a:pt x="182567" y="0"/>
                    <a:pt x="182567" y="0"/>
                  </a:cubicBezTo>
                  <a:lnTo>
                    <a:pt x="175911" y="0"/>
                  </a:lnTo>
                  <a:cubicBezTo>
                    <a:pt x="151189" y="0"/>
                    <a:pt x="127417" y="3810"/>
                    <a:pt x="105547" y="12382"/>
                  </a:cubicBezTo>
                  <a:cubicBezTo>
                    <a:pt x="59905" y="28575"/>
                    <a:pt x="29477" y="60960"/>
                    <a:pt x="12361" y="107632"/>
                  </a:cubicBezTo>
                  <a:cubicBezTo>
                    <a:pt x="4754" y="130493"/>
                    <a:pt x="0" y="155258"/>
                    <a:pt x="0" y="180023"/>
                  </a:cubicBezTo>
                  <a:lnTo>
                    <a:pt x="0" y="192405"/>
                  </a:lnTo>
                  <a:cubicBezTo>
                    <a:pt x="0" y="252413"/>
                    <a:pt x="14263" y="299085"/>
                    <a:pt x="43740" y="329565"/>
                  </a:cubicBezTo>
                  <a:cubicBezTo>
                    <a:pt x="77021" y="364808"/>
                    <a:pt x="121712" y="382905"/>
                    <a:pt x="174010" y="382905"/>
                  </a:cubicBezTo>
                  <a:lnTo>
                    <a:pt x="179715" y="382905"/>
                  </a:lnTo>
                  <a:cubicBezTo>
                    <a:pt x="202536" y="382905"/>
                    <a:pt x="226308" y="377190"/>
                    <a:pt x="249128" y="367665"/>
                  </a:cubicBezTo>
                  <a:cubicBezTo>
                    <a:pt x="294770" y="346710"/>
                    <a:pt x="326149" y="311468"/>
                    <a:pt x="340412" y="261938"/>
                  </a:cubicBezTo>
                  <a:cubicBezTo>
                    <a:pt x="348019" y="237173"/>
                    <a:pt x="351823" y="211455"/>
                    <a:pt x="351823" y="186690"/>
                  </a:cubicBezTo>
                  <a:lnTo>
                    <a:pt x="351823" y="180975"/>
                  </a:lnTo>
                  <a:cubicBezTo>
                    <a:pt x="351823" y="128588"/>
                    <a:pt x="337560" y="86677"/>
                    <a:pt x="309033" y="55245"/>
                  </a:cubicBezTo>
                  <a:cubicBezTo>
                    <a:pt x="275753" y="18097"/>
                    <a:pt x="232964" y="0"/>
                    <a:pt x="182567" y="0"/>
                  </a:cubicBezTo>
                  <a:close/>
                  <a:moveTo>
                    <a:pt x="322346" y="185738"/>
                  </a:moveTo>
                  <a:cubicBezTo>
                    <a:pt x="322346" y="207645"/>
                    <a:pt x="318542" y="230505"/>
                    <a:pt x="311886" y="252413"/>
                  </a:cubicBezTo>
                  <a:cubicBezTo>
                    <a:pt x="299525" y="294323"/>
                    <a:pt x="274802" y="322898"/>
                    <a:pt x="235816" y="340995"/>
                  </a:cubicBezTo>
                  <a:cubicBezTo>
                    <a:pt x="216799" y="349568"/>
                    <a:pt x="196831" y="354330"/>
                    <a:pt x="177813" y="354330"/>
                  </a:cubicBezTo>
                  <a:lnTo>
                    <a:pt x="172108" y="354330"/>
                  </a:lnTo>
                  <a:cubicBezTo>
                    <a:pt x="126466" y="354330"/>
                    <a:pt x="90333" y="340043"/>
                    <a:pt x="61807" y="310515"/>
                  </a:cubicBezTo>
                  <a:cubicBezTo>
                    <a:pt x="38035" y="285750"/>
                    <a:pt x="25674" y="245745"/>
                    <a:pt x="25674" y="193358"/>
                  </a:cubicBezTo>
                  <a:lnTo>
                    <a:pt x="25674" y="188595"/>
                  </a:lnTo>
                  <a:lnTo>
                    <a:pt x="25674" y="181927"/>
                  </a:lnTo>
                  <a:cubicBezTo>
                    <a:pt x="25674" y="160020"/>
                    <a:pt x="29477" y="138113"/>
                    <a:pt x="36133" y="118110"/>
                  </a:cubicBezTo>
                  <a:cubicBezTo>
                    <a:pt x="50396" y="79057"/>
                    <a:pt x="75119" y="53340"/>
                    <a:pt x="112203" y="40005"/>
                  </a:cubicBezTo>
                  <a:cubicBezTo>
                    <a:pt x="131220" y="33338"/>
                    <a:pt x="152139" y="29528"/>
                    <a:pt x="172108" y="29528"/>
                  </a:cubicBezTo>
                  <a:lnTo>
                    <a:pt x="178764" y="29528"/>
                  </a:lnTo>
                  <a:cubicBezTo>
                    <a:pt x="222504" y="29528"/>
                    <a:pt x="257686" y="43815"/>
                    <a:pt x="285262" y="74295"/>
                  </a:cubicBezTo>
                  <a:cubicBezTo>
                    <a:pt x="308082" y="100013"/>
                    <a:pt x="320444" y="135255"/>
                    <a:pt x="320444" y="180975"/>
                  </a:cubicBezTo>
                  <a:lnTo>
                    <a:pt x="320444" y="185738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A909E9B-21C9-E823-43C4-2406F5325CCA}"/>
                </a:ext>
              </a:extLst>
            </p:cNvPr>
            <p:cNvSpPr/>
            <p:nvPr/>
          </p:nvSpPr>
          <p:spPr>
            <a:xfrm>
              <a:off x="22085509" y="1386697"/>
              <a:ext cx="533439" cy="363261"/>
            </a:xfrm>
            <a:custGeom>
              <a:avLst/>
              <a:gdLst>
                <a:gd name="connsiteX0" fmla="*/ 523930 w 533439"/>
                <a:gd name="connsiteY0" fmla="*/ 271822 h 363261"/>
                <a:gd name="connsiteX1" fmla="*/ 520127 w 533439"/>
                <a:gd name="connsiteY1" fmla="*/ 261344 h 363261"/>
                <a:gd name="connsiteX2" fmla="*/ 517274 w 533439"/>
                <a:gd name="connsiteY2" fmla="*/ 209909 h 363261"/>
                <a:gd name="connsiteX3" fmla="*/ 503011 w 533439"/>
                <a:gd name="connsiteY3" fmla="*/ 65129 h 363261"/>
                <a:gd name="connsiteX4" fmla="*/ 461173 w 533439"/>
                <a:gd name="connsiteY4" fmla="*/ 16552 h 363261"/>
                <a:gd name="connsiteX5" fmla="*/ 329953 w 533439"/>
                <a:gd name="connsiteY5" fmla="*/ 18457 h 363261"/>
                <a:gd name="connsiteX6" fmla="*/ 296672 w 533439"/>
                <a:gd name="connsiteY6" fmla="*/ 33697 h 363261"/>
                <a:gd name="connsiteX7" fmla="*/ 281458 w 533439"/>
                <a:gd name="connsiteY7" fmla="*/ 27029 h 363261"/>
                <a:gd name="connsiteX8" fmla="*/ 247227 w 533439"/>
                <a:gd name="connsiteY8" fmla="*/ 12742 h 363261"/>
                <a:gd name="connsiteX9" fmla="*/ 156894 w 533439"/>
                <a:gd name="connsiteY9" fmla="*/ 13694 h 363261"/>
                <a:gd name="connsiteX10" fmla="*/ 122662 w 533439"/>
                <a:gd name="connsiteY10" fmla="*/ 19409 h 363261"/>
                <a:gd name="connsiteX11" fmla="*/ 88431 w 533439"/>
                <a:gd name="connsiteY11" fmla="*/ 14647 h 363261"/>
                <a:gd name="connsiteX12" fmla="*/ 48494 w 533439"/>
                <a:gd name="connsiteY12" fmla="*/ 9884 h 363261"/>
                <a:gd name="connsiteX13" fmla="*/ 16165 w 533439"/>
                <a:gd name="connsiteY13" fmla="*/ 22267 h 363261"/>
                <a:gd name="connsiteX14" fmla="*/ 6656 w 533439"/>
                <a:gd name="connsiteY14" fmla="*/ 47032 h 363261"/>
                <a:gd name="connsiteX15" fmla="*/ 9509 w 533439"/>
                <a:gd name="connsiteY15" fmla="*/ 75607 h 363261"/>
                <a:gd name="connsiteX16" fmla="*/ 10460 w 533439"/>
                <a:gd name="connsiteY16" fmla="*/ 85132 h 363261"/>
                <a:gd name="connsiteX17" fmla="*/ 12361 w 533439"/>
                <a:gd name="connsiteY17" fmla="*/ 169904 h 363261"/>
                <a:gd name="connsiteX18" fmla="*/ 11410 w 533439"/>
                <a:gd name="connsiteY18" fmla="*/ 243247 h 363261"/>
                <a:gd name="connsiteX19" fmla="*/ 5705 w 533439"/>
                <a:gd name="connsiteY19" fmla="*/ 269917 h 363261"/>
                <a:gd name="connsiteX20" fmla="*/ 0 w 533439"/>
                <a:gd name="connsiteY20" fmla="*/ 300397 h 363261"/>
                <a:gd name="connsiteX21" fmla="*/ 0 w 533439"/>
                <a:gd name="connsiteY21" fmla="*/ 312779 h 363261"/>
                <a:gd name="connsiteX22" fmla="*/ 18067 w 533439"/>
                <a:gd name="connsiteY22" fmla="*/ 349927 h 363261"/>
                <a:gd name="connsiteX23" fmla="*/ 64659 w 533439"/>
                <a:gd name="connsiteY23" fmla="*/ 362309 h 363261"/>
                <a:gd name="connsiteX24" fmla="*/ 111252 w 533439"/>
                <a:gd name="connsiteY24" fmla="*/ 348974 h 363261"/>
                <a:gd name="connsiteX25" fmla="*/ 128368 w 533439"/>
                <a:gd name="connsiteY25" fmla="*/ 299444 h 363261"/>
                <a:gd name="connsiteX26" fmla="*/ 124564 w 533439"/>
                <a:gd name="connsiteY26" fmla="*/ 208004 h 363261"/>
                <a:gd name="connsiteX27" fmla="*/ 132171 w 533439"/>
                <a:gd name="connsiteY27" fmla="*/ 120374 h 363261"/>
                <a:gd name="connsiteX28" fmla="*/ 151189 w 533439"/>
                <a:gd name="connsiteY28" fmla="*/ 100372 h 363261"/>
                <a:gd name="connsiteX29" fmla="*/ 170206 w 533439"/>
                <a:gd name="connsiteY29" fmla="*/ 93704 h 363261"/>
                <a:gd name="connsiteX30" fmla="*/ 197781 w 533439"/>
                <a:gd name="connsiteY30" fmla="*/ 108944 h 363261"/>
                <a:gd name="connsiteX31" fmla="*/ 208241 w 533439"/>
                <a:gd name="connsiteY31" fmla="*/ 192764 h 363261"/>
                <a:gd name="connsiteX32" fmla="*/ 207290 w 533439"/>
                <a:gd name="connsiteY32" fmla="*/ 267059 h 363261"/>
                <a:gd name="connsiteX33" fmla="*/ 202536 w 533439"/>
                <a:gd name="connsiteY33" fmla="*/ 290872 h 363261"/>
                <a:gd name="connsiteX34" fmla="*/ 200634 w 533439"/>
                <a:gd name="connsiteY34" fmla="*/ 303254 h 363261"/>
                <a:gd name="connsiteX35" fmla="*/ 200634 w 533439"/>
                <a:gd name="connsiteY35" fmla="*/ 317542 h 363261"/>
                <a:gd name="connsiteX36" fmla="*/ 253883 w 533439"/>
                <a:gd name="connsiteY36" fmla="*/ 362309 h 363261"/>
                <a:gd name="connsiteX37" fmla="*/ 313788 w 533439"/>
                <a:gd name="connsiteY37" fmla="*/ 351832 h 363261"/>
                <a:gd name="connsiteX38" fmla="*/ 334707 w 533439"/>
                <a:gd name="connsiteY38" fmla="*/ 302302 h 363261"/>
                <a:gd name="connsiteX39" fmla="*/ 329002 w 533439"/>
                <a:gd name="connsiteY39" fmla="*/ 268964 h 363261"/>
                <a:gd name="connsiteX40" fmla="*/ 324247 w 533439"/>
                <a:gd name="connsiteY40" fmla="*/ 228007 h 363261"/>
                <a:gd name="connsiteX41" fmla="*/ 329953 w 533439"/>
                <a:gd name="connsiteY41" fmla="*/ 126089 h 363261"/>
                <a:gd name="connsiteX42" fmla="*/ 344216 w 533439"/>
                <a:gd name="connsiteY42" fmla="*/ 105134 h 363261"/>
                <a:gd name="connsiteX43" fmla="*/ 364184 w 533439"/>
                <a:gd name="connsiteY43" fmla="*/ 99419 h 363261"/>
                <a:gd name="connsiteX44" fmla="*/ 380349 w 533439"/>
                <a:gd name="connsiteY44" fmla="*/ 102277 h 363261"/>
                <a:gd name="connsiteX45" fmla="*/ 396514 w 533439"/>
                <a:gd name="connsiteY45" fmla="*/ 122279 h 363261"/>
                <a:gd name="connsiteX46" fmla="*/ 404120 w 533439"/>
                <a:gd name="connsiteY46" fmla="*/ 227054 h 363261"/>
                <a:gd name="connsiteX47" fmla="*/ 407924 w 533439"/>
                <a:gd name="connsiteY47" fmla="*/ 329924 h 363261"/>
                <a:gd name="connsiteX48" fmla="*/ 463075 w 533439"/>
                <a:gd name="connsiteY48" fmla="*/ 363261 h 363261"/>
                <a:gd name="connsiteX49" fmla="*/ 475436 w 533439"/>
                <a:gd name="connsiteY49" fmla="*/ 363261 h 363261"/>
                <a:gd name="connsiteX50" fmla="*/ 518225 w 533439"/>
                <a:gd name="connsiteY50" fmla="*/ 348974 h 363261"/>
                <a:gd name="connsiteX51" fmla="*/ 533439 w 533439"/>
                <a:gd name="connsiteY51" fmla="*/ 313732 h 363261"/>
                <a:gd name="connsiteX52" fmla="*/ 528685 w 533439"/>
                <a:gd name="connsiteY52" fmla="*/ 283252 h 363261"/>
                <a:gd name="connsiteX53" fmla="*/ 523930 w 533439"/>
                <a:gd name="connsiteY53" fmla="*/ 271822 h 363261"/>
                <a:gd name="connsiteX54" fmla="*/ 497306 w 533439"/>
                <a:gd name="connsiteY54" fmla="*/ 327067 h 363261"/>
                <a:gd name="connsiteX55" fmla="*/ 474485 w 533439"/>
                <a:gd name="connsiteY55" fmla="*/ 333734 h 363261"/>
                <a:gd name="connsiteX56" fmla="*/ 462124 w 533439"/>
                <a:gd name="connsiteY56" fmla="*/ 333734 h 363261"/>
                <a:gd name="connsiteX57" fmla="*/ 433598 w 533439"/>
                <a:gd name="connsiteY57" fmla="*/ 319447 h 363261"/>
                <a:gd name="connsiteX58" fmla="*/ 430745 w 533439"/>
                <a:gd name="connsiteY58" fmla="*/ 225149 h 363261"/>
                <a:gd name="connsiteX59" fmla="*/ 421236 w 533439"/>
                <a:gd name="connsiteY59" fmla="*/ 109897 h 363261"/>
                <a:gd name="connsiteX60" fmla="*/ 390808 w 533439"/>
                <a:gd name="connsiteY60" fmla="*/ 74654 h 363261"/>
                <a:gd name="connsiteX61" fmla="*/ 363233 w 533439"/>
                <a:gd name="connsiteY61" fmla="*/ 69892 h 363261"/>
                <a:gd name="connsiteX62" fmla="*/ 329002 w 533439"/>
                <a:gd name="connsiteY62" fmla="*/ 80369 h 363261"/>
                <a:gd name="connsiteX63" fmla="*/ 302377 w 533439"/>
                <a:gd name="connsiteY63" fmla="*/ 116564 h 363261"/>
                <a:gd name="connsiteX64" fmla="*/ 294770 w 533439"/>
                <a:gd name="connsiteY64" fmla="*/ 227054 h 363261"/>
                <a:gd name="connsiteX65" fmla="*/ 300475 w 533439"/>
                <a:gd name="connsiteY65" fmla="*/ 273727 h 363261"/>
                <a:gd name="connsiteX66" fmla="*/ 305230 w 533439"/>
                <a:gd name="connsiteY66" fmla="*/ 301349 h 363261"/>
                <a:gd name="connsiteX67" fmla="*/ 298574 w 533439"/>
                <a:gd name="connsiteY67" fmla="*/ 326114 h 363261"/>
                <a:gd name="connsiteX68" fmla="*/ 252932 w 533439"/>
                <a:gd name="connsiteY68" fmla="*/ 331829 h 363261"/>
                <a:gd name="connsiteX69" fmla="*/ 228209 w 533439"/>
                <a:gd name="connsiteY69" fmla="*/ 315637 h 363261"/>
                <a:gd name="connsiteX70" fmla="*/ 228209 w 533439"/>
                <a:gd name="connsiteY70" fmla="*/ 303254 h 363261"/>
                <a:gd name="connsiteX71" fmla="*/ 230111 w 533439"/>
                <a:gd name="connsiteY71" fmla="*/ 292777 h 363261"/>
                <a:gd name="connsiteX72" fmla="*/ 234865 w 533439"/>
                <a:gd name="connsiteY72" fmla="*/ 268964 h 363261"/>
                <a:gd name="connsiteX73" fmla="*/ 236767 w 533439"/>
                <a:gd name="connsiteY73" fmla="*/ 190859 h 363261"/>
                <a:gd name="connsiteX74" fmla="*/ 223455 w 533439"/>
                <a:gd name="connsiteY74" fmla="*/ 94657 h 363261"/>
                <a:gd name="connsiteX75" fmla="*/ 170206 w 533439"/>
                <a:gd name="connsiteY75" fmla="*/ 63224 h 363261"/>
                <a:gd name="connsiteX76" fmla="*/ 137876 w 533439"/>
                <a:gd name="connsiteY76" fmla="*/ 73702 h 363261"/>
                <a:gd name="connsiteX77" fmla="*/ 107448 w 533439"/>
                <a:gd name="connsiteY77" fmla="*/ 105134 h 363261"/>
                <a:gd name="connsiteX78" fmla="*/ 96989 w 533439"/>
                <a:gd name="connsiteY78" fmla="*/ 206099 h 363261"/>
                <a:gd name="connsiteX79" fmla="*/ 100792 w 533439"/>
                <a:gd name="connsiteY79" fmla="*/ 297539 h 363261"/>
                <a:gd name="connsiteX80" fmla="*/ 93185 w 533439"/>
                <a:gd name="connsiteY80" fmla="*/ 325162 h 363261"/>
                <a:gd name="connsiteX81" fmla="*/ 93185 w 533439"/>
                <a:gd name="connsiteY81" fmla="*/ 325162 h 363261"/>
                <a:gd name="connsiteX82" fmla="*/ 64659 w 533439"/>
                <a:gd name="connsiteY82" fmla="*/ 331829 h 363261"/>
                <a:gd name="connsiteX83" fmla="*/ 35182 w 533439"/>
                <a:gd name="connsiteY83" fmla="*/ 325162 h 363261"/>
                <a:gd name="connsiteX84" fmla="*/ 28526 w 533439"/>
                <a:gd name="connsiteY84" fmla="*/ 310874 h 363261"/>
                <a:gd name="connsiteX85" fmla="*/ 28526 w 533439"/>
                <a:gd name="connsiteY85" fmla="*/ 298492 h 363261"/>
                <a:gd name="connsiteX86" fmla="*/ 33281 w 533439"/>
                <a:gd name="connsiteY86" fmla="*/ 275632 h 363261"/>
                <a:gd name="connsiteX87" fmla="*/ 39937 w 533439"/>
                <a:gd name="connsiteY87" fmla="*/ 242294 h 363261"/>
                <a:gd name="connsiteX88" fmla="*/ 40887 w 533439"/>
                <a:gd name="connsiteY88" fmla="*/ 167047 h 363261"/>
                <a:gd name="connsiteX89" fmla="*/ 38035 w 533439"/>
                <a:gd name="connsiteY89" fmla="*/ 78464 h 363261"/>
                <a:gd name="connsiteX90" fmla="*/ 36133 w 533439"/>
                <a:gd name="connsiteY90" fmla="*/ 67034 h 363261"/>
                <a:gd name="connsiteX91" fmla="*/ 33281 w 533439"/>
                <a:gd name="connsiteY91" fmla="*/ 43222 h 363261"/>
                <a:gd name="connsiteX92" fmla="*/ 36133 w 533439"/>
                <a:gd name="connsiteY92" fmla="*/ 37507 h 363261"/>
                <a:gd name="connsiteX93" fmla="*/ 46593 w 533439"/>
                <a:gd name="connsiteY93" fmla="*/ 34649 h 363261"/>
                <a:gd name="connsiteX94" fmla="*/ 80824 w 533439"/>
                <a:gd name="connsiteY94" fmla="*/ 39412 h 363261"/>
                <a:gd name="connsiteX95" fmla="*/ 120761 w 533439"/>
                <a:gd name="connsiteY95" fmla="*/ 44174 h 363261"/>
                <a:gd name="connsiteX96" fmla="*/ 163550 w 533439"/>
                <a:gd name="connsiteY96" fmla="*/ 36554 h 363261"/>
                <a:gd name="connsiteX97" fmla="*/ 236767 w 533439"/>
                <a:gd name="connsiteY97" fmla="*/ 35602 h 363261"/>
                <a:gd name="connsiteX98" fmla="*/ 268146 w 533439"/>
                <a:gd name="connsiteY98" fmla="*/ 48937 h 363261"/>
                <a:gd name="connsiteX99" fmla="*/ 296672 w 533439"/>
                <a:gd name="connsiteY99" fmla="*/ 58462 h 363261"/>
                <a:gd name="connsiteX100" fmla="*/ 342314 w 533439"/>
                <a:gd name="connsiteY100" fmla="*/ 40364 h 363261"/>
                <a:gd name="connsiteX101" fmla="*/ 400317 w 533439"/>
                <a:gd name="connsiteY101" fmla="*/ 25124 h 363261"/>
                <a:gd name="connsiteX102" fmla="*/ 445959 w 533439"/>
                <a:gd name="connsiteY102" fmla="*/ 37507 h 363261"/>
                <a:gd name="connsiteX103" fmla="*/ 476387 w 533439"/>
                <a:gd name="connsiteY103" fmla="*/ 73702 h 363261"/>
                <a:gd name="connsiteX104" fmla="*/ 487797 w 533439"/>
                <a:gd name="connsiteY104" fmla="*/ 206099 h 363261"/>
                <a:gd name="connsiteX105" fmla="*/ 491601 w 533439"/>
                <a:gd name="connsiteY105" fmla="*/ 264202 h 363261"/>
                <a:gd name="connsiteX106" fmla="*/ 495404 w 533439"/>
                <a:gd name="connsiteY106" fmla="*/ 277537 h 363261"/>
                <a:gd name="connsiteX107" fmla="*/ 499208 w 533439"/>
                <a:gd name="connsiteY107" fmla="*/ 287062 h 363261"/>
                <a:gd name="connsiteX108" fmla="*/ 502060 w 533439"/>
                <a:gd name="connsiteY108" fmla="*/ 308969 h 363261"/>
                <a:gd name="connsiteX109" fmla="*/ 497306 w 533439"/>
                <a:gd name="connsiteY109" fmla="*/ 327067 h 36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533439" h="363261">
                  <a:moveTo>
                    <a:pt x="523930" y="271822"/>
                  </a:moveTo>
                  <a:lnTo>
                    <a:pt x="520127" y="261344"/>
                  </a:lnTo>
                  <a:cubicBezTo>
                    <a:pt x="518225" y="254677"/>
                    <a:pt x="517274" y="241342"/>
                    <a:pt x="517274" y="209909"/>
                  </a:cubicBezTo>
                  <a:cubicBezTo>
                    <a:pt x="517274" y="108944"/>
                    <a:pt x="508716" y="79417"/>
                    <a:pt x="503011" y="65129"/>
                  </a:cubicBezTo>
                  <a:cubicBezTo>
                    <a:pt x="493502" y="43222"/>
                    <a:pt x="479239" y="27029"/>
                    <a:pt x="461173" y="16552"/>
                  </a:cubicBezTo>
                  <a:cubicBezTo>
                    <a:pt x="426941" y="-5356"/>
                    <a:pt x="379398" y="-6308"/>
                    <a:pt x="329953" y="18457"/>
                  </a:cubicBezTo>
                  <a:cubicBezTo>
                    <a:pt x="307132" y="29887"/>
                    <a:pt x="298574" y="32744"/>
                    <a:pt x="296672" y="33697"/>
                  </a:cubicBezTo>
                  <a:cubicBezTo>
                    <a:pt x="294770" y="33697"/>
                    <a:pt x="290967" y="31792"/>
                    <a:pt x="281458" y="27029"/>
                  </a:cubicBezTo>
                  <a:cubicBezTo>
                    <a:pt x="270048" y="21314"/>
                    <a:pt x="258637" y="16552"/>
                    <a:pt x="247227" y="12742"/>
                  </a:cubicBezTo>
                  <a:cubicBezTo>
                    <a:pt x="222504" y="4169"/>
                    <a:pt x="191125" y="3217"/>
                    <a:pt x="156894" y="13694"/>
                  </a:cubicBezTo>
                  <a:cubicBezTo>
                    <a:pt x="142631" y="17504"/>
                    <a:pt x="131220" y="19409"/>
                    <a:pt x="122662" y="19409"/>
                  </a:cubicBezTo>
                  <a:cubicBezTo>
                    <a:pt x="114105" y="19409"/>
                    <a:pt x="102694" y="17504"/>
                    <a:pt x="88431" y="14647"/>
                  </a:cubicBezTo>
                  <a:cubicBezTo>
                    <a:pt x="72266" y="10837"/>
                    <a:pt x="58954" y="9884"/>
                    <a:pt x="48494" y="9884"/>
                  </a:cubicBezTo>
                  <a:cubicBezTo>
                    <a:pt x="34231" y="9884"/>
                    <a:pt x="23772" y="13694"/>
                    <a:pt x="16165" y="22267"/>
                  </a:cubicBezTo>
                  <a:cubicBezTo>
                    <a:pt x="9509" y="29887"/>
                    <a:pt x="6656" y="38459"/>
                    <a:pt x="6656" y="47032"/>
                  </a:cubicBezTo>
                  <a:cubicBezTo>
                    <a:pt x="6656" y="52747"/>
                    <a:pt x="7607" y="62272"/>
                    <a:pt x="9509" y="75607"/>
                  </a:cubicBezTo>
                  <a:lnTo>
                    <a:pt x="10460" y="85132"/>
                  </a:lnTo>
                  <a:cubicBezTo>
                    <a:pt x="12361" y="99419"/>
                    <a:pt x="12361" y="127994"/>
                    <a:pt x="12361" y="169904"/>
                  </a:cubicBezTo>
                  <a:cubicBezTo>
                    <a:pt x="12361" y="222292"/>
                    <a:pt x="12361" y="238484"/>
                    <a:pt x="11410" y="243247"/>
                  </a:cubicBezTo>
                  <a:cubicBezTo>
                    <a:pt x="11410" y="249914"/>
                    <a:pt x="9509" y="258487"/>
                    <a:pt x="5705" y="269917"/>
                  </a:cubicBezTo>
                  <a:cubicBezTo>
                    <a:pt x="1902" y="284204"/>
                    <a:pt x="0" y="293729"/>
                    <a:pt x="0" y="300397"/>
                  </a:cubicBezTo>
                  <a:lnTo>
                    <a:pt x="0" y="312779"/>
                  </a:lnTo>
                  <a:cubicBezTo>
                    <a:pt x="0" y="328019"/>
                    <a:pt x="6656" y="340402"/>
                    <a:pt x="18067" y="349927"/>
                  </a:cubicBezTo>
                  <a:cubicBezTo>
                    <a:pt x="28526" y="358499"/>
                    <a:pt x="43740" y="362309"/>
                    <a:pt x="64659" y="362309"/>
                  </a:cubicBezTo>
                  <a:cubicBezTo>
                    <a:pt x="84628" y="362309"/>
                    <a:pt x="100792" y="357547"/>
                    <a:pt x="111252" y="348974"/>
                  </a:cubicBezTo>
                  <a:cubicBezTo>
                    <a:pt x="122662" y="339449"/>
                    <a:pt x="128368" y="323257"/>
                    <a:pt x="128368" y="299444"/>
                  </a:cubicBezTo>
                  <a:lnTo>
                    <a:pt x="124564" y="208004"/>
                  </a:lnTo>
                  <a:cubicBezTo>
                    <a:pt x="124564" y="142282"/>
                    <a:pt x="129319" y="125137"/>
                    <a:pt x="132171" y="120374"/>
                  </a:cubicBezTo>
                  <a:cubicBezTo>
                    <a:pt x="136926" y="110849"/>
                    <a:pt x="142631" y="105134"/>
                    <a:pt x="151189" y="100372"/>
                  </a:cubicBezTo>
                  <a:cubicBezTo>
                    <a:pt x="161648" y="94657"/>
                    <a:pt x="167353" y="93704"/>
                    <a:pt x="170206" y="93704"/>
                  </a:cubicBezTo>
                  <a:cubicBezTo>
                    <a:pt x="183518" y="93704"/>
                    <a:pt x="192076" y="98467"/>
                    <a:pt x="197781" y="108944"/>
                  </a:cubicBezTo>
                  <a:cubicBezTo>
                    <a:pt x="202536" y="118469"/>
                    <a:pt x="208241" y="140377"/>
                    <a:pt x="208241" y="192764"/>
                  </a:cubicBezTo>
                  <a:cubicBezTo>
                    <a:pt x="208241" y="249914"/>
                    <a:pt x="207290" y="264202"/>
                    <a:pt x="207290" y="267059"/>
                  </a:cubicBezTo>
                  <a:lnTo>
                    <a:pt x="202536" y="290872"/>
                  </a:lnTo>
                  <a:lnTo>
                    <a:pt x="200634" y="303254"/>
                  </a:lnTo>
                  <a:lnTo>
                    <a:pt x="200634" y="317542"/>
                  </a:lnTo>
                  <a:cubicBezTo>
                    <a:pt x="200634" y="330877"/>
                    <a:pt x="205388" y="362309"/>
                    <a:pt x="253883" y="362309"/>
                  </a:cubicBezTo>
                  <a:cubicBezTo>
                    <a:pt x="283360" y="362309"/>
                    <a:pt x="302377" y="359452"/>
                    <a:pt x="313788" y="351832"/>
                  </a:cubicBezTo>
                  <a:cubicBezTo>
                    <a:pt x="327100" y="343259"/>
                    <a:pt x="334707" y="327067"/>
                    <a:pt x="334707" y="302302"/>
                  </a:cubicBezTo>
                  <a:cubicBezTo>
                    <a:pt x="334707" y="299444"/>
                    <a:pt x="334707" y="294682"/>
                    <a:pt x="329002" y="268964"/>
                  </a:cubicBezTo>
                  <a:cubicBezTo>
                    <a:pt x="325198" y="252772"/>
                    <a:pt x="324247" y="238484"/>
                    <a:pt x="324247" y="228007"/>
                  </a:cubicBezTo>
                  <a:cubicBezTo>
                    <a:pt x="324247" y="154664"/>
                    <a:pt x="328051" y="132757"/>
                    <a:pt x="329953" y="126089"/>
                  </a:cubicBezTo>
                  <a:cubicBezTo>
                    <a:pt x="332805" y="115612"/>
                    <a:pt x="337559" y="108944"/>
                    <a:pt x="344216" y="105134"/>
                  </a:cubicBezTo>
                  <a:cubicBezTo>
                    <a:pt x="350872" y="101324"/>
                    <a:pt x="357528" y="99419"/>
                    <a:pt x="364184" y="99419"/>
                  </a:cubicBezTo>
                  <a:cubicBezTo>
                    <a:pt x="372742" y="99419"/>
                    <a:pt x="377496" y="100372"/>
                    <a:pt x="380349" y="102277"/>
                  </a:cubicBezTo>
                  <a:cubicBezTo>
                    <a:pt x="387005" y="105134"/>
                    <a:pt x="391759" y="111802"/>
                    <a:pt x="396514" y="122279"/>
                  </a:cubicBezTo>
                  <a:cubicBezTo>
                    <a:pt x="399366" y="128947"/>
                    <a:pt x="404120" y="151807"/>
                    <a:pt x="404120" y="227054"/>
                  </a:cubicBezTo>
                  <a:cubicBezTo>
                    <a:pt x="404120" y="318494"/>
                    <a:pt x="406973" y="326114"/>
                    <a:pt x="407924" y="329924"/>
                  </a:cubicBezTo>
                  <a:cubicBezTo>
                    <a:pt x="413629" y="345164"/>
                    <a:pt x="426941" y="363261"/>
                    <a:pt x="463075" y="363261"/>
                  </a:cubicBezTo>
                  <a:lnTo>
                    <a:pt x="475436" y="363261"/>
                  </a:lnTo>
                  <a:cubicBezTo>
                    <a:pt x="493502" y="363261"/>
                    <a:pt x="507766" y="358499"/>
                    <a:pt x="518225" y="348974"/>
                  </a:cubicBezTo>
                  <a:cubicBezTo>
                    <a:pt x="528685" y="339449"/>
                    <a:pt x="533439" y="327067"/>
                    <a:pt x="533439" y="313732"/>
                  </a:cubicBezTo>
                  <a:cubicBezTo>
                    <a:pt x="533439" y="302302"/>
                    <a:pt x="531537" y="292777"/>
                    <a:pt x="528685" y="283252"/>
                  </a:cubicBezTo>
                  <a:lnTo>
                    <a:pt x="523930" y="271822"/>
                  </a:lnTo>
                  <a:close/>
                  <a:moveTo>
                    <a:pt x="497306" y="327067"/>
                  </a:moveTo>
                  <a:cubicBezTo>
                    <a:pt x="492552" y="331829"/>
                    <a:pt x="484945" y="333734"/>
                    <a:pt x="474485" y="333734"/>
                  </a:cubicBezTo>
                  <a:lnTo>
                    <a:pt x="462124" y="333734"/>
                  </a:lnTo>
                  <a:cubicBezTo>
                    <a:pt x="439303" y="333734"/>
                    <a:pt x="435499" y="323257"/>
                    <a:pt x="433598" y="319447"/>
                  </a:cubicBezTo>
                  <a:cubicBezTo>
                    <a:pt x="432647" y="316589"/>
                    <a:pt x="430745" y="301349"/>
                    <a:pt x="430745" y="225149"/>
                  </a:cubicBezTo>
                  <a:cubicBezTo>
                    <a:pt x="430745" y="143234"/>
                    <a:pt x="425040" y="120374"/>
                    <a:pt x="421236" y="109897"/>
                  </a:cubicBezTo>
                  <a:cubicBezTo>
                    <a:pt x="414580" y="92752"/>
                    <a:pt x="404120" y="80369"/>
                    <a:pt x="390808" y="74654"/>
                  </a:cubicBezTo>
                  <a:cubicBezTo>
                    <a:pt x="383201" y="70844"/>
                    <a:pt x="374644" y="69892"/>
                    <a:pt x="363233" y="69892"/>
                  </a:cubicBezTo>
                  <a:cubicBezTo>
                    <a:pt x="351823" y="69892"/>
                    <a:pt x="339461" y="73702"/>
                    <a:pt x="329002" y="80369"/>
                  </a:cubicBezTo>
                  <a:cubicBezTo>
                    <a:pt x="316640" y="87989"/>
                    <a:pt x="308082" y="99419"/>
                    <a:pt x="302377" y="116564"/>
                  </a:cubicBezTo>
                  <a:cubicBezTo>
                    <a:pt x="299525" y="126089"/>
                    <a:pt x="294770" y="147997"/>
                    <a:pt x="294770" y="227054"/>
                  </a:cubicBezTo>
                  <a:cubicBezTo>
                    <a:pt x="294770" y="240389"/>
                    <a:pt x="296672" y="255629"/>
                    <a:pt x="300475" y="273727"/>
                  </a:cubicBezTo>
                  <a:cubicBezTo>
                    <a:pt x="305230" y="295634"/>
                    <a:pt x="305230" y="300397"/>
                    <a:pt x="305230" y="301349"/>
                  </a:cubicBezTo>
                  <a:cubicBezTo>
                    <a:pt x="305230" y="314684"/>
                    <a:pt x="302377" y="324209"/>
                    <a:pt x="298574" y="326114"/>
                  </a:cubicBezTo>
                  <a:cubicBezTo>
                    <a:pt x="295721" y="328019"/>
                    <a:pt x="285261" y="331829"/>
                    <a:pt x="252932" y="331829"/>
                  </a:cubicBezTo>
                  <a:cubicBezTo>
                    <a:pt x="228209" y="331829"/>
                    <a:pt x="228209" y="322304"/>
                    <a:pt x="228209" y="315637"/>
                  </a:cubicBezTo>
                  <a:lnTo>
                    <a:pt x="228209" y="303254"/>
                  </a:lnTo>
                  <a:lnTo>
                    <a:pt x="230111" y="292777"/>
                  </a:lnTo>
                  <a:lnTo>
                    <a:pt x="234865" y="268964"/>
                  </a:lnTo>
                  <a:cubicBezTo>
                    <a:pt x="235816" y="264202"/>
                    <a:pt x="236767" y="250867"/>
                    <a:pt x="236767" y="190859"/>
                  </a:cubicBezTo>
                  <a:cubicBezTo>
                    <a:pt x="236767" y="143234"/>
                    <a:pt x="232013" y="111802"/>
                    <a:pt x="223455" y="94657"/>
                  </a:cubicBezTo>
                  <a:cubicBezTo>
                    <a:pt x="212995" y="74654"/>
                    <a:pt x="194929" y="63224"/>
                    <a:pt x="170206" y="63224"/>
                  </a:cubicBezTo>
                  <a:cubicBezTo>
                    <a:pt x="160697" y="63224"/>
                    <a:pt x="150238" y="67034"/>
                    <a:pt x="137876" y="73702"/>
                  </a:cubicBezTo>
                  <a:cubicBezTo>
                    <a:pt x="125515" y="80369"/>
                    <a:pt x="115055" y="91799"/>
                    <a:pt x="107448" y="105134"/>
                  </a:cubicBezTo>
                  <a:cubicBezTo>
                    <a:pt x="102694" y="114659"/>
                    <a:pt x="96989" y="134662"/>
                    <a:pt x="96989" y="206099"/>
                  </a:cubicBezTo>
                  <a:lnTo>
                    <a:pt x="100792" y="297539"/>
                  </a:lnTo>
                  <a:cubicBezTo>
                    <a:pt x="100792" y="311827"/>
                    <a:pt x="97940" y="321352"/>
                    <a:pt x="93185" y="325162"/>
                  </a:cubicBezTo>
                  <a:lnTo>
                    <a:pt x="93185" y="325162"/>
                  </a:lnTo>
                  <a:cubicBezTo>
                    <a:pt x="87480" y="329924"/>
                    <a:pt x="77971" y="331829"/>
                    <a:pt x="64659" y="331829"/>
                  </a:cubicBezTo>
                  <a:cubicBezTo>
                    <a:pt x="51347" y="331829"/>
                    <a:pt x="40887" y="329924"/>
                    <a:pt x="35182" y="325162"/>
                  </a:cubicBezTo>
                  <a:cubicBezTo>
                    <a:pt x="30428" y="321352"/>
                    <a:pt x="28526" y="317542"/>
                    <a:pt x="28526" y="310874"/>
                  </a:cubicBezTo>
                  <a:lnTo>
                    <a:pt x="28526" y="298492"/>
                  </a:lnTo>
                  <a:cubicBezTo>
                    <a:pt x="28526" y="296587"/>
                    <a:pt x="28526" y="290872"/>
                    <a:pt x="33281" y="275632"/>
                  </a:cubicBezTo>
                  <a:cubicBezTo>
                    <a:pt x="37084" y="261344"/>
                    <a:pt x="38986" y="250867"/>
                    <a:pt x="39937" y="242294"/>
                  </a:cubicBezTo>
                  <a:cubicBezTo>
                    <a:pt x="39937" y="234674"/>
                    <a:pt x="40887" y="209909"/>
                    <a:pt x="40887" y="167047"/>
                  </a:cubicBezTo>
                  <a:cubicBezTo>
                    <a:pt x="40887" y="124184"/>
                    <a:pt x="39937" y="95609"/>
                    <a:pt x="38035" y="78464"/>
                  </a:cubicBezTo>
                  <a:lnTo>
                    <a:pt x="36133" y="67034"/>
                  </a:lnTo>
                  <a:cubicBezTo>
                    <a:pt x="34231" y="52747"/>
                    <a:pt x="33281" y="46079"/>
                    <a:pt x="33281" y="43222"/>
                  </a:cubicBezTo>
                  <a:cubicBezTo>
                    <a:pt x="33281" y="41317"/>
                    <a:pt x="34231" y="39412"/>
                    <a:pt x="36133" y="37507"/>
                  </a:cubicBezTo>
                  <a:cubicBezTo>
                    <a:pt x="37084" y="36554"/>
                    <a:pt x="40887" y="34649"/>
                    <a:pt x="46593" y="34649"/>
                  </a:cubicBezTo>
                  <a:cubicBezTo>
                    <a:pt x="55151" y="34649"/>
                    <a:pt x="66561" y="36554"/>
                    <a:pt x="80824" y="39412"/>
                  </a:cubicBezTo>
                  <a:cubicBezTo>
                    <a:pt x="96989" y="43222"/>
                    <a:pt x="110301" y="44174"/>
                    <a:pt x="120761" y="44174"/>
                  </a:cubicBezTo>
                  <a:cubicBezTo>
                    <a:pt x="132171" y="44174"/>
                    <a:pt x="146434" y="42269"/>
                    <a:pt x="163550" y="36554"/>
                  </a:cubicBezTo>
                  <a:cubicBezTo>
                    <a:pt x="192076" y="28934"/>
                    <a:pt x="217750" y="28934"/>
                    <a:pt x="236767" y="35602"/>
                  </a:cubicBezTo>
                  <a:cubicBezTo>
                    <a:pt x="247227" y="39412"/>
                    <a:pt x="257686" y="44174"/>
                    <a:pt x="268146" y="48937"/>
                  </a:cubicBezTo>
                  <a:cubicBezTo>
                    <a:pt x="285261" y="57509"/>
                    <a:pt x="291918" y="58462"/>
                    <a:pt x="296672" y="58462"/>
                  </a:cubicBezTo>
                  <a:cubicBezTo>
                    <a:pt x="301426" y="58462"/>
                    <a:pt x="309033" y="57509"/>
                    <a:pt x="342314" y="40364"/>
                  </a:cubicBezTo>
                  <a:cubicBezTo>
                    <a:pt x="362282" y="29887"/>
                    <a:pt x="382251" y="25124"/>
                    <a:pt x="400317" y="25124"/>
                  </a:cubicBezTo>
                  <a:cubicBezTo>
                    <a:pt x="418384" y="25124"/>
                    <a:pt x="432647" y="28934"/>
                    <a:pt x="445959" y="37507"/>
                  </a:cubicBezTo>
                  <a:cubicBezTo>
                    <a:pt x="459271" y="45127"/>
                    <a:pt x="468780" y="57509"/>
                    <a:pt x="476387" y="73702"/>
                  </a:cubicBezTo>
                  <a:cubicBezTo>
                    <a:pt x="482092" y="85132"/>
                    <a:pt x="487797" y="117517"/>
                    <a:pt x="487797" y="206099"/>
                  </a:cubicBezTo>
                  <a:cubicBezTo>
                    <a:pt x="487797" y="233722"/>
                    <a:pt x="488748" y="252772"/>
                    <a:pt x="491601" y="264202"/>
                  </a:cubicBezTo>
                  <a:lnTo>
                    <a:pt x="495404" y="277537"/>
                  </a:lnTo>
                  <a:lnTo>
                    <a:pt x="499208" y="287062"/>
                  </a:lnTo>
                  <a:cubicBezTo>
                    <a:pt x="501109" y="293729"/>
                    <a:pt x="502060" y="301349"/>
                    <a:pt x="502060" y="308969"/>
                  </a:cubicBezTo>
                  <a:cubicBezTo>
                    <a:pt x="503962" y="318494"/>
                    <a:pt x="501109" y="323257"/>
                    <a:pt x="497306" y="327067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59" name="Graphic 36">
            <a:extLst>
              <a:ext uri="{FF2B5EF4-FFF2-40B4-BE49-F238E27FC236}">
                <a16:creationId xmlns:a16="http://schemas.microsoft.com/office/drawing/2014/main" id="{3CC9DDEC-989B-7D4A-D5AE-7292FB14AFD3}"/>
              </a:ext>
            </a:extLst>
          </p:cNvPr>
          <p:cNvSpPr/>
          <p:nvPr/>
        </p:nvSpPr>
        <p:spPr>
          <a:xfrm>
            <a:off x="19346168" y="1221778"/>
            <a:ext cx="3768449" cy="1803307"/>
          </a:xfrm>
          <a:custGeom>
            <a:avLst/>
            <a:gdLst>
              <a:gd name="connsiteX0" fmla="*/ 1723501 w 2070100"/>
              <a:gd name="connsiteY0" fmla="*/ 990600 h 990600"/>
              <a:gd name="connsiteX1" fmla="*/ 332356 w 2070100"/>
              <a:gd name="connsiteY1" fmla="*/ 990600 h 990600"/>
              <a:gd name="connsiteX2" fmla="*/ 0 w 2070100"/>
              <a:gd name="connsiteY2" fmla="*/ 660400 h 990600"/>
              <a:gd name="connsiteX3" fmla="*/ 332356 w 2070100"/>
              <a:gd name="connsiteY3" fmla="*/ 330200 h 990600"/>
              <a:gd name="connsiteX4" fmla="*/ 408322 w 2070100"/>
              <a:gd name="connsiteY4" fmla="*/ 338691 h 990600"/>
              <a:gd name="connsiteX5" fmla="*/ 408322 w 2070100"/>
              <a:gd name="connsiteY5" fmla="*/ 330200 h 990600"/>
              <a:gd name="connsiteX6" fmla="*/ 740678 w 2070100"/>
              <a:gd name="connsiteY6" fmla="*/ 0 h 990600"/>
              <a:gd name="connsiteX7" fmla="*/ 1054991 w 2070100"/>
              <a:gd name="connsiteY7" fmla="*/ 222649 h 990600"/>
              <a:gd name="connsiteX8" fmla="*/ 1258203 w 2070100"/>
              <a:gd name="connsiteY8" fmla="*/ 169817 h 990600"/>
              <a:gd name="connsiteX9" fmla="*/ 1585811 w 2070100"/>
              <a:gd name="connsiteY9" fmla="*/ 330200 h 990600"/>
              <a:gd name="connsiteX10" fmla="*/ 1723501 w 2070100"/>
              <a:gd name="connsiteY10" fmla="*/ 301897 h 990600"/>
              <a:gd name="connsiteX11" fmla="*/ 2070100 w 2070100"/>
              <a:gd name="connsiteY11" fmla="*/ 646249 h 990600"/>
              <a:gd name="connsiteX12" fmla="*/ 1763383 w 2070100"/>
              <a:gd name="connsiteY12" fmla="*/ 988713 h 990600"/>
              <a:gd name="connsiteX13" fmla="*/ 1723501 w 2070100"/>
              <a:gd name="connsiteY13" fmla="*/ 990600 h 990600"/>
              <a:gd name="connsiteX14" fmla="*/ 332356 w 2070100"/>
              <a:gd name="connsiteY14" fmla="*/ 358503 h 990600"/>
              <a:gd name="connsiteX15" fmla="*/ 28488 w 2070100"/>
              <a:gd name="connsiteY15" fmla="*/ 660400 h 990600"/>
              <a:gd name="connsiteX16" fmla="*/ 332356 w 2070100"/>
              <a:gd name="connsiteY16" fmla="*/ 962297 h 990600"/>
              <a:gd name="connsiteX17" fmla="*/ 1723501 w 2070100"/>
              <a:gd name="connsiteY17" fmla="*/ 962297 h 990600"/>
              <a:gd name="connsiteX18" fmla="*/ 1759585 w 2070100"/>
              <a:gd name="connsiteY18" fmla="*/ 960410 h 990600"/>
              <a:gd name="connsiteX19" fmla="*/ 2041612 w 2070100"/>
              <a:gd name="connsiteY19" fmla="*/ 646249 h 990600"/>
              <a:gd name="connsiteX20" fmla="*/ 1723501 w 2070100"/>
              <a:gd name="connsiteY20" fmla="*/ 330200 h 990600"/>
              <a:gd name="connsiteX21" fmla="*/ 1586760 w 2070100"/>
              <a:gd name="connsiteY21" fmla="*/ 360390 h 990600"/>
              <a:gd name="connsiteX22" fmla="*/ 1576315 w 2070100"/>
              <a:gd name="connsiteY22" fmla="*/ 365107 h 990600"/>
              <a:gd name="connsiteX23" fmla="*/ 1569668 w 2070100"/>
              <a:gd name="connsiteY23" fmla="*/ 355673 h 990600"/>
              <a:gd name="connsiteX24" fmla="*/ 1258203 w 2070100"/>
              <a:gd name="connsiteY24" fmla="*/ 198120 h 990600"/>
              <a:gd name="connsiteX25" fmla="*/ 1054042 w 2070100"/>
              <a:gd name="connsiteY25" fmla="*/ 256613 h 990600"/>
              <a:gd name="connsiteX26" fmla="*/ 1037899 w 2070100"/>
              <a:gd name="connsiteY26" fmla="*/ 266990 h 990600"/>
              <a:gd name="connsiteX27" fmla="*/ 1033151 w 2070100"/>
              <a:gd name="connsiteY27" fmla="*/ 249065 h 990600"/>
              <a:gd name="connsiteX28" fmla="*/ 740678 w 2070100"/>
              <a:gd name="connsiteY28" fmla="*/ 28303 h 990600"/>
              <a:gd name="connsiteX29" fmla="*/ 436810 w 2070100"/>
              <a:gd name="connsiteY29" fmla="*/ 330200 h 990600"/>
              <a:gd name="connsiteX30" fmla="*/ 437760 w 2070100"/>
              <a:gd name="connsiteY30" fmla="*/ 356616 h 990600"/>
              <a:gd name="connsiteX31" fmla="*/ 439659 w 2070100"/>
              <a:gd name="connsiteY31" fmla="*/ 377371 h 990600"/>
              <a:gd name="connsiteX32" fmla="*/ 419718 w 2070100"/>
              <a:gd name="connsiteY32" fmla="*/ 371711 h 990600"/>
              <a:gd name="connsiteX33" fmla="*/ 332356 w 2070100"/>
              <a:gd name="connsiteY33" fmla="*/ 358503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070100" h="990600">
                <a:moveTo>
                  <a:pt x="1723501" y="990600"/>
                </a:moveTo>
                <a:lnTo>
                  <a:pt x="332356" y="990600"/>
                </a:lnTo>
                <a:cubicBezTo>
                  <a:pt x="149085" y="990600"/>
                  <a:pt x="0" y="842482"/>
                  <a:pt x="0" y="660400"/>
                </a:cubicBezTo>
                <a:cubicBezTo>
                  <a:pt x="0" y="478318"/>
                  <a:pt x="149085" y="330200"/>
                  <a:pt x="332356" y="330200"/>
                </a:cubicBezTo>
                <a:cubicBezTo>
                  <a:pt x="357994" y="330200"/>
                  <a:pt x="383633" y="333030"/>
                  <a:pt x="408322" y="338691"/>
                </a:cubicBezTo>
                <a:cubicBezTo>
                  <a:pt x="408322" y="335861"/>
                  <a:pt x="408322" y="333030"/>
                  <a:pt x="408322" y="330200"/>
                </a:cubicBezTo>
                <a:cubicBezTo>
                  <a:pt x="408322" y="148118"/>
                  <a:pt x="557408" y="0"/>
                  <a:pt x="740678" y="0"/>
                </a:cubicBezTo>
                <a:cubicBezTo>
                  <a:pt x="882167" y="0"/>
                  <a:pt x="1009411" y="90569"/>
                  <a:pt x="1054991" y="222649"/>
                </a:cubicBezTo>
                <a:cubicBezTo>
                  <a:pt x="1116715" y="187742"/>
                  <a:pt x="1186984" y="169817"/>
                  <a:pt x="1258203" y="169817"/>
                </a:cubicBezTo>
                <a:cubicBezTo>
                  <a:pt x="1386397" y="169817"/>
                  <a:pt x="1507944" y="229253"/>
                  <a:pt x="1585811" y="330200"/>
                </a:cubicBezTo>
                <a:cubicBezTo>
                  <a:pt x="1629492" y="311331"/>
                  <a:pt x="1676021" y="301897"/>
                  <a:pt x="1723501" y="301897"/>
                </a:cubicBezTo>
                <a:cubicBezTo>
                  <a:pt x="1914368" y="301897"/>
                  <a:pt x="2070100" y="456619"/>
                  <a:pt x="2070100" y="646249"/>
                </a:cubicBezTo>
                <a:cubicBezTo>
                  <a:pt x="2070100" y="821726"/>
                  <a:pt x="1938108" y="968901"/>
                  <a:pt x="1763383" y="988713"/>
                </a:cubicBezTo>
                <a:cubicBezTo>
                  <a:pt x="1749140" y="989657"/>
                  <a:pt x="1735845" y="990600"/>
                  <a:pt x="1723501" y="990600"/>
                </a:cubicBezTo>
                <a:close/>
                <a:moveTo>
                  <a:pt x="332356" y="358503"/>
                </a:moveTo>
                <a:cubicBezTo>
                  <a:pt x="165228" y="358503"/>
                  <a:pt x="28488" y="494357"/>
                  <a:pt x="28488" y="660400"/>
                </a:cubicBezTo>
                <a:cubicBezTo>
                  <a:pt x="28488" y="826443"/>
                  <a:pt x="165228" y="962297"/>
                  <a:pt x="332356" y="962297"/>
                </a:cubicBezTo>
                <a:lnTo>
                  <a:pt x="1723501" y="962297"/>
                </a:lnTo>
                <a:cubicBezTo>
                  <a:pt x="1734896" y="962297"/>
                  <a:pt x="1747240" y="961354"/>
                  <a:pt x="1759585" y="960410"/>
                </a:cubicBezTo>
                <a:cubicBezTo>
                  <a:pt x="1920065" y="942485"/>
                  <a:pt x="2041612" y="807575"/>
                  <a:pt x="2041612" y="646249"/>
                </a:cubicBezTo>
                <a:cubicBezTo>
                  <a:pt x="2041612" y="471714"/>
                  <a:pt x="1899174" y="330200"/>
                  <a:pt x="1723501" y="330200"/>
                </a:cubicBezTo>
                <a:cubicBezTo>
                  <a:pt x="1676021" y="330200"/>
                  <a:pt x="1629492" y="340578"/>
                  <a:pt x="1586760" y="360390"/>
                </a:cubicBezTo>
                <a:lnTo>
                  <a:pt x="1576315" y="365107"/>
                </a:lnTo>
                <a:lnTo>
                  <a:pt x="1569668" y="355673"/>
                </a:lnTo>
                <a:cubicBezTo>
                  <a:pt x="1497499" y="257556"/>
                  <a:pt x="1380700" y="198120"/>
                  <a:pt x="1258203" y="198120"/>
                </a:cubicBezTo>
                <a:cubicBezTo>
                  <a:pt x="1186034" y="198120"/>
                  <a:pt x="1115765" y="217932"/>
                  <a:pt x="1054042" y="256613"/>
                </a:cubicBezTo>
                <a:lnTo>
                  <a:pt x="1037899" y="266990"/>
                </a:lnTo>
                <a:lnTo>
                  <a:pt x="1033151" y="249065"/>
                </a:lnTo>
                <a:cubicBezTo>
                  <a:pt x="996117" y="118872"/>
                  <a:pt x="876469" y="28303"/>
                  <a:pt x="740678" y="28303"/>
                </a:cubicBezTo>
                <a:cubicBezTo>
                  <a:pt x="573551" y="28303"/>
                  <a:pt x="436810" y="164157"/>
                  <a:pt x="436810" y="330200"/>
                </a:cubicBezTo>
                <a:cubicBezTo>
                  <a:pt x="436810" y="338691"/>
                  <a:pt x="436810" y="347182"/>
                  <a:pt x="437760" y="356616"/>
                </a:cubicBezTo>
                <a:lnTo>
                  <a:pt x="439659" y="377371"/>
                </a:lnTo>
                <a:lnTo>
                  <a:pt x="419718" y="371711"/>
                </a:lnTo>
                <a:cubicBezTo>
                  <a:pt x="391230" y="363220"/>
                  <a:pt x="361793" y="358503"/>
                  <a:pt x="332356" y="358503"/>
                </a:cubicBezTo>
                <a:close/>
              </a:path>
            </a:pathLst>
          </a:custGeom>
          <a:solidFill>
            <a:schemeClr val="accent6"/>
          </a:solidFill>
          <a:ln w="948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0" name="Graphic 38">
            <a:extLst>
              <a:ext uri="{FF2B5EF4-FFF2-40B4-BE49-F238E27FC236}">
                <a16:creationId xmlns:a16="http://schemas.microsoft.com/office/drawing/2014/main" id="{BBDFD193-D6EC-B814-4EBB-AF6A9AAE8E0B}"/>
              </a:ext>
            </a:extLst>
          </p:cNvPr>
          <p:cNvSpPr/>
          <p:nvPr/>
        </p:nvSpPr>
        <p:spPr>
          <a:xfrm>
            <a:off x="17661002" y="2371085"/>
            <a:ext cx="1287551" cy="1248443"/>
          </a:xfrm>
          <a:custGeom>
            <a:avLst/>
            <a:gdLst>
              <a:gd name="connsiteX0" fmla="*/ 567212 w 707283"/>
              <a:gd name="connsiteY0" fmla="*/ 685800 h 685800"/>
              <a:gd name="connsiteX1" fmla="*/ 140492 w 707283"/>
              <a:gd name="connsiteY1" fmla="*/ 685800 h 685800"/>
              <a:gd name="connsiteX2" fmla="*/ 140492 w 707283"/>
              <a:gd name="connsiteY2" fmla="*/ 438150 h 685800"/>
              <a:gd name="connsiteX3" fmla="*/ 68424 w 707283"/>
              <a:gd name="connsiteY3" fmla="*/ 438150 h 685800"/>
              <a:gd name="connsiteX4" fmla="*/ 5839 w 707283"/>
              <a:gd name="connsiteY4" fmla="*/ 397193 h 685800"/>
              <a:gd name="connsiteX5" fmla="*/ 19114 w 707283"/>
              <a:gd name="connsiteY5" fmla="*/ 322898 h 685800"/>
              <a:gd name="connsiteX6" fmla="*/ 304543 w 707283"/>
              <a:gd name="connsiteY6" fmla="*/ 20955 h 685800"/>
              <a:gd name="connsiteX7" fmla="*/ 353852 w 707283"/>
              <a:gd name="connsiteY7" fmla="*/ 0 h 685800"/>
              <a:gd name="connsiteX8" fmla="*/ 403162 w 707283"/>
              <a:gd name="connsiteY8" fmla="*/ 20955 h 685800"/>
              <a:gd name="connsiteX9" fmla="*/ 688591 w 707283"/>
              <a:gd name="connsiteY9" fmla="*/ 322898 h 685800"/>
              <a:gd name="connsiteX10" fmla="*/ 701866 w 707283"/>
              <a:gd name="connsiteY10" fmla="*/ 396240 h 685800"/>
              <a:gd name="connsiteX11" fmla="*/ 639281 w 707283"/>
              <a:gd name="connsiteY11" fmla="*/ 438150 h 685800"/>
              <a:gd name="connsiteX12" fmla="*/ 567212 w 707283"/>
              <a:gd name="connsiteY12" fmla="*/ 438150 h 685800"/>
              <a:gd name="connsiteX13" fmla="*/ 567212 w 707283"/>
              <a:gd name="connsiteY13" fmla="*/ 685800 h 685800"/>
              <a:gd name="connsiteX14" fmla="*/ 168940 w 707283"/>
              <a:gd name="connsiteY14" fmla="*/ 657225 h 685800"/>
              <a:gd name="connsiteX15" fmla="*/ 538764 w 707283"/>
              <a:gd name="connsiteY15" fmla="*/ 657225 h 685800"/>
              <a:gd name="connsiteX16" fmla="*/ 538764 w 707283"/>
              <a:gd name="connsiteY16" fmla="*/ 409575 h 685800"/>
              <a:gd name="connsiteX17" fmla="*/ 639281 w 707283"/>
              <a:gd name="connsiteY17" fmla="*/ 409575 h 685800"/>
              <a:gd name="connsiteX18" fmla="*/ 675315 w 707283"/>
              <a:gd name="connsiteY18" fmla="*/ 385763 h 685800"/>
              <a:gd name="connsiteX19" fmla="*/ 667729 w 707283"/>
              <a:gd name="connsiteY19" fmla="*/ 342900 h 685800"/>
              <a:gd name="connsiteX20" fmla="*/ 382300 w 707283"/>
              <a:gd name="connsiteY20" fmla="*/ 40958 h 685800"/>
              <a:gd name="connsiteX21" fmla="*/ 353852 w 707283"/>
              <a:gd name="connsiteY21" fmla="*/ 28575 h 685800"/>
              <a:gd name="connsiteX22" fmla="*/ 325404 w 707283"/>
              <a:gd name="connsiteY22" fmla="*/ 40958 h 685800"/>
              <a:gd name="connsiteX23" fmla="*/ 39976 w 707283"/>
              <a:gd name="connsiteY23" fmla="*/ 341948 h 685800"/>
              <a:gd name="connsiteX24" fmla="*/ 32390 w 707283"/>
              <a:gd name="connsiteY24" fmla="*/ 384810 h 685800"/>
              <a:gd name="connsiteX25" fmla="*/ 68424 w 707283"/>
              <a:gd name="connsiteY25" fmla="*/ 409575 h 685800"/>
              <a:gd name="connsiteX26" fmla="*/ 168940 w 707283"/>
              <a:gd name="connsiteY26" fmla="*/ 409575 h 685800"/>
              <a:gd name="connsiteX27" fmla="*/ 168940 w 707283"/>
              <a:gd name="connsiteY27" fmla="*/ 657225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07283" h="685800">
                <a:moveTo>
                  <a:pt x="567212" y="685800"/>
                </a:moveTo>
                <a:lnTo>
                  <a:pt x="140492" y="685800"/>
                </a:lnTo>
                <a:lnTo>
                  <a:pt x="140492" y="438150"/>
                </a:lnTo>
                <a:lnTo>
                  <a:pt x="68424" y="438150"/>
                </a:lnTo>
                <a:cubicBezTo>
                  <a:pt x="40924" y="438150"/>
                  <a:pt x="17218" y="421958"/>
                  <a:pt x="5839" y="397193"/>
                </a:cubicBezTo>
                <a:cubicBezTo>
                  <a:pt x="-5541" y="372428"/>
                  <a:pt x="149" y="342900"/>
                  <a:pt x="19114" y="322898"/>
                </a:cubicBezTo>
                <a:lnTo>
                  <a:pt x="304543" y="20955"/>
                </a:lnTo>
                <a:cubicBezTo>
                  <a:pt x="317818" y="7620"/>
                  <a:pt x="334887" y="0"/>
                  <a:pt x="353852" y="0"/>
                </a:cubicBezTo>
                <a:cubicBezTo>
                  <a:pt x="372818" y="0"/>
                  <a:pt x="389887" y="7620"/>
                  <a:pt x="403162" y="20955"/>
                </a:cubicBezTo>
                <a:lnTo>
                  <a:pt x="688591" y="322898"/>
                </a:lnTo>
                <a:cubicBezTo>
                  <a:pt x="707556" y="342900"/>
                  <a:pt x="712297" y="371475"/>
                  <a:pt x="701866" y="396240"/>
                </a:cubicBezTo>
                <a:cubicBezTo>
                  <a:pt x="691435" y="421005"/>
                  <a:pt x="666780" y="438150"/>
                  <a:pt x="639281" y="438150"/>
                </a:cubicBezTo>
                <a:lnTo>
                  <a:pt x="567212" y="438150"/>
                </a:lnTo>
                <a:lnTo>
                  <a:pt x="567212" y="685800"/>
                </a:lnTo>
                <a:close/>
                <a:moveTo>
                  <a:pt x="168940" y="657225"/>
                </a:moveTo>
                <a:lnTo>
                  <a:pt x="538764" y="657225"/>
                </a:lnTo>
                <a:lnTo>
                  <a:pt x="538764" y="409575"/>
                </a:lnTo>
                <a:lnTo>
                  <a:pt x="639281" y="409575"/>
                </a:lnTo>
                <a:cubicBezTo>
                  <a:pt x="658246" y="409575"/>
                  <a:pt x="670573" y="397193"/>
                  <a:pt x="675315" y="385763"/>
                </a:cubicBezTo>
                <a:cubicBezTo>
                  <a:pt x="680056" y="374333"/>
                  <a:pt x="681004" y="357188"/>
                  <a:pt x="667729" y="342900"/>
                </a:cubicBezTo>
                <a:lnTo>
                  <a:pt x="382300" y="40958"/>
                </a:lnTo>
                <a:cubicBezTo>
                  <a:pt x="374714" y="33338"/>
                  <a:pt x="364283" y="28575"/>
                  <a:pt x="353852" y="28575"/>
                </a:cubicBezTo>
                <a:cubicBezTo>
                  <a:pt x="343421" y="28575"/>
                  <a:pt x="332991" y="33338"/>
                  <a:pt x="325404" y="40958"/>
                </a:cubicBezTo>
                <a:lnTo>
                  <a:pt x="39976" y="341948"/>
                </a:lnTo>
                <a:cubicBezTo>
                  <a:pt x="26700" y="356235"/>
                  <a:pt x="27649" y="373380"/>
                  <a:pt x="32390" y="384810"/>
                </a:cubicBezTo>
                <a:cubicBezTo>
                  <a:pt x="37131" y="397193"/>
                  <a:pt x="48511" y="409575"/>
                  <a:pt x="68424" y="409575"/>
                </a:cubicBezTo>
                <a:lnTo>
                  <a:pt x="168940" y="409575"/>
                </a:lnTo>
                <a:lnTo>
                  <a:pt x="168940" y="657225"/>
                </a:lnTo>
                <a:close/>
              </a:path>
            </a:pathLst>
          </a:custGeom>
          <a:solidFill>
            <a:schemeClr val="accent2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762C7373-0B74-24C5-6DA2-4281B6A8B2D1}"/>
              </a:ext>
            </a:extLst>
          </p:cNvPr>
          <p:cNvSpPr/>
          <p:nvPr/>
        </p:nvSpPr>
        <p:spPr>
          <a:xfrm>
            <a:off x="17127698" y="3289132"/>
            <a:ext cx="2277754" cy="772265"/>
          </a:xfrm>
          <a:custGeom>
            <a:avLst/>
            <a:gdLst>
              <a:gd name="connsiteX0" fmla="*/ 1189613 w 1251226"/>
              <a:gd name="connsiteY0" fmla="*/ 424225 h 424224"/>
              <a:gd name="connsiteX1" fmla="*/ 61613 w 1251226"/>
              <a:gd name="connsiteY1" fmla="*/ 424225 h 424224"/>
              <a:gd name="connsiteX2" fmla="*/ 0 w 1251226"/>
              <a:gd name="connsiteY2" fmla="*/ 362674 h 424224"/>
              <a:gd name="connsiteX3" fmla="*/ 0 w 1251226"/>
              <a:gd name="connsiteY3" fmla="*/ 59657 h 424224"/>
              <a:gd name="connsiteX4" fmla="*/ 61613 w 1251226"/>
              <a:gd name="connsiteY4" fmla="*/ 0 h 424224"/>
              <a:gd name="connsiteX5" fmla="*/ 123227 w 1251226"/>
              <a:gd name="connsiteY5" fmla="*/ 59657 h 424224"/>
              <a:gd name="connsiteX6" fmla="*/ 123227 w 1251226"/>
              <a:gd name="connsiteY6" fmla="*/ 301124 h 424224"/>
              <a:gd name="connsiteX7" fmla="*/ 1127999 w 1251226"/>
              <a:gd name="connsiteY7" fmla="*/ 301124 h 424224"/>
              <a:gd name="connsiteX8" fmla="*/ 1127999 w 1251226"/>
              <a:gd name="connsiteY8" fmla="*/ 59657 h 424224"/>
              <a:gd name="connsiteX9" fmla="*/ 1189613 w 1251226"/>
              <a:gd name="connsiteY9" fmla="*/ 0 h 424224"/>
              <a:gd name="connsiteX10" fmla="*/ 1251226 w 1251226"/>
              <a:gd name="connsiteY10" fmla="*/ 59657 h 424224"/>
              <a:gd name="connsiteX11" fmla="*/ 1251226 w 1251226"/>
              <a:gd name="connsiteY11" fmla="*/ 362674 h 424224"/>
              <a:gd name="connsiteX12" fmla="*/ 1189613 w 1251226"/>
              <a:gd name="connsiteY12" fmla="*/ 424225 h 424224"/>
              <a:gd name="connsiteX13" fmla="*/ 61613 w 1251226"/>
              <a:gd name="connsiteY13" fmla="*/ 28408 h 424224"/>
              <a:gd name="connsiteX14" fmla="*/ 28437 w 1251226"/>
              <a:gd name="connsiteY14" fmla="*/ 59657 h 424224"/>
              <a:gd name="connsiteX15" fmla="*/ 28437 w 1251226"/>
              <a:gd name="connsiteY15" fmla="*/ 362674 h 424224"/>
              <a:gd name="connsiteX16" fmla="*/ 61613 w 1251226"/>
              <a:gd name="connsiteY16" fmla="*/ 395817 h 424224"/>
              <a:gd name="connsiteX17" fmla="*/ 1189613 w 1251226"/>
              <a:gd name="connsiteY17" fmla="*/ 395817 h 424224"/>
              <a:gd name="connsiteX18" fmla="*/ 1222789 w 1251226"/>
              <a:gd name="connsiteY18" fmla="*/ 362674 h 424224"/>
              <a:gd name="connsiteX19" fmla="*/ 1222789 w 1251226"/>
              <a:gd name="connsiteY19" fmla="*/ 59657 h 424224"/>
              <a:gd name="connsiteX20" fmla="*/ 1189613 w 1251226"/>
              <a:gd name="connsiteY20" fmla="*/ 28408 h 424224"/>
              <a:gd name="connsiteX21" fmla="*/ 1156436 w 1251226"/>
              <a:gd name="connsiteY21" fmla="*/ 59657 h 424224"/>
              <a:gd name="connsiteX22" fmla="*/ 1156436 w 1251226"/>
              <a:gd name="connsiteY22" fmla="*/ 329532 h 424224"/>
              <a:gd name="connsiteX23" fmla="*/ 94790 w 1251226"/>
              <a:gd name="connsiteY23" fmla="*/ 329532 h 424224"/>
              <a:gd name="connsiteX24" fmla="*/ 94790 w 1251226"/>
              <a:gd name="connsiteY24" fmla="*/ 59657 h 424224"/>
              <a:gd name="connsiteX25" fmla="*/ 61613 w 1251226"/>
              <a:gd name="connsiteY25" fmla="*/ 28408 h 424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51226" h="424224">
                <a:moveTo>
                  <a:pt x="1189613" y="424225"/>
                </a:moveTo>
                <a:lnTo>
                  <a:pt x="61613" y="424225"/>
                </a:lnTo>
                <a:cubicBezTo>
                  <a:pt x="28437" y="424225"/>
                  <a:pt x="0" y="395817"/>
                  <a:pt x="0" y="362674"/>
                </a:cubicBezTo>
                <a:lnTo>
                  <a:pt x="0" y="59657"/>
                </a:lnTo>
                <a:cubicBezTo>
                  <a:pt x="0" y="19886"/>
                  <a:pt x="31281" y="0"/>
                  <a:pt x="61613" y="0"/>
                </a:cubicBezTo>
                <a:cubicBezTo>
                  <a:pt x="91946" y="0"/>
                  <a:pt x="123227" y="20833"/>
                  <a:pt x="123227" y="59657"/>
                </a:cubicBezTo>
                <a:lnTo>
                  <a:pt x="123227" y="301124"/>
                </a:lnTo>
                <a:lnTo>
                  <a:pt x="1127999" y="301124"/>
                </a:lnTo>
                <a:lnTo>
                  <a:pt x="1127999" y="59657"/>
                </a:lnTo>
                <a:cubicBezTo>
                  <a:pt x="1127999" y="19886"/>
                  <a:pt x="1159280" y="0"/>
                  <a:pt x="1189613" y="0"/>
                </a:cubicBezTo>
                <a:cubicBezTo>
                  <a:pt x="1219945" y="0"/>
                  <a:pt x="1251226" y="20833"/>
                  <a:pt x="1251226" y="59657"/>
                </a:cubicBezTo>
                <a:lnTo>
                  <a:pt x="1251226" y="362674"/>
                </a:lnTo>
                <a:cubicBezTo>
                  <a:pt x="1251226" y="395817"/>
                  <a:pt x="1222789" y="424225"/>
                  <a:pt x="1189613" y="424225"/>
                </a:cubicBezTo>
                <a:close/>
                <a:moveTo>
                  <a:pt x="61613" y="28408"/>
                </a:moveTo>
                <a:cubicBezTo>
                  <a:pt x="49291" y="28408"/>
                  <a:pt x="28437" y="35036"/>
                  <a:pt x="28437" y="59657"/>
                </a:cubicBezTo>
                <a:lnTo>
                  <a:pt x="28437" y="362674"/>
                </a:lnTo>
                <a:cubicBezTo>
                  <a:pt x="28437" y="380666"/>
                  <a:pt x="43603" y="395817"/>
                  <a:pt x="61613" y="395817"/>
                </a:cubicBezTo>
                <a:lnTo>
                  <a:pt x="1189613" y="395817"/>
                </a:lnTo>
                <a:cubicBezTo>
                  <a:pt x="1207623" y="395817"/>
                  <a:pt x="1222789" y="380666"/>
                  <a:pt x="1222789" y="362674"/>
                </a:cubicBezTo>
                <a:lnTo>
                  <a:pt x="1222789" y="59657"/>
                </a:lnTo>
                <a:cubicBezTo>
                  <a:pt x="1222789" y="35036"/>
                  <a:pt x="1201935" y="28408"/>
                  <a:pt x="1189613" y="28408"/>
                </a:cubicBezTo>
                <a:cubicBezTo>
                  <a:pt x="1177290" y="28408"/>
                  <a:pt x="1156436" y="35036"/>
                  <a:pt x="1156436" y="59657"/>
                </a:cubicBezTo>
                <a:lnTo>
                  <a:pt x="1156436" y="329532"/>
                </a:lnTo>
                <a:lnTo>
                  <a:pt x="94790" y="329532"/>
                </a:lnTo>
                <a:lnTo>
                  <a:pt x="94790" y="59657"/>
                </a:lnTo>
                <a:cubicBezTo>
                  <a:pt x="94790" y="35036"/>
                  <a:pt x="73936" y="28408"/>
                  <a:pt x="61613" y="28408"/>
                </a:cubicBezTo>
                <a:close/>
              </a:path>
            </a:pathLst>
          </a:custGeom>
          <a:solidFill>
            <a:schemeClr val="accent3"/>
          </a:solidFill>
          <a:ln w="9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9C2F1B9D-F644-B48E-4BD6-9CDDAAF6022E}"/>
              </a:ext>
            </a:extLst>
          </p:cNvPr>
          <p:cNvSpPr/>
          <p:nvPr/>
        </p:nvSpPr>
        <p:spPr>
          <a:xfrm>
            <a:off x="23389113" y="7527949"/>
            <a:ext cx="1287053" cy="1239418"/>
          </a:xfrm>
          <a:custGeom>
            <a:avLst/>
            <a:gdLst>
              <a:gd name="connsiteX0" fmla="*/ 353294 w 707009"/>
              <a:gd name="connsiteY0" fmla="*/ 680843 h 680842"/>
              <a:gd name="connsiteX1" fmla="*/ 304004 w 707009"/>
              <a:gd name="connsiteY1" fmla="*/ 660010 h 680842"/>
              <a:gd name="connsiteX2" fmla="*/ 18686 w 707009"/>
              <a:gd name="connsiteY2" fmla="*/ 359833 h 680842"/>
              <a:gd name="connsiteX3" fmla="*/ 5415 w 707009"/>
              <a:gd name="connsiteY3" fmla="*/ 286920 h 680842"/>
              <a:gd name="connsiteX4" fmla="*/ 67977 w 707009"/>
              <a:gd name="connsiteY4" fmla="*/ 246202 h 680842"/>
              <a:gd name="connsiteX5" fmla="*/ 140017 w 707009"/>
              <a:gd name="connsiteY5" fmla="*/ 246202 h 680842"/>
              <a:gd name="connsiteX6" fmla="*/ 140017 w 707009"/>
              <a:gd name="connsiteY6" fmla="*/ 0 h 680842"/>
              <a:gd name="connsiteX7" fmla="*/ 566572 w 707009"/>
              <a:gd name="connsiteY7" fmla="*/ 0 h 680842"/>
              <a:gd name="connsiteX8" fmla="*/ 566572 w 707009"/>
              <a:gd name="connsiteY8" fmla="*/ 246202 h 680842"/>
              <a:gd name="connsiteX9" fmla="*/ 638612 w 707009"/>
              <a:gd name="connsiteY9" fmla="*/ 246202 h 680842"/>
              <a:gd name="connsiteX10" fmla="*/ 701173 w 707009"/>
              <a:gd name="connsiteY10" fmla="*/ 286920 h 680842"/>
              <a:gd name="connsiteX11" fmla="*/ 687902 w 707009"/>
              <a:gd name="connsiteY11" fmla="*/ 359833 h 680842"/>
              <a:gd name="connsiteX12" fmla="*/ 402585 w 707009"/>
              <a:gd name="connsiteY12" fmla="*/ 659063 h 680842"/>
              <a:gd name="connsiteX13" fmla="*/ 353294 w 707009"/>
              <a:gd name="connsiteY13" fmla="*/ 680843 h 680842"/>
              <a:gd name="connsiteX14" fmla="*/ 39540 w 707009"/>
              <a:gd name="connsiteY14" fmla="*/ 339948 h 680842"/>
              <a:gd name="connsiteX15" fmla="*/ 324857 w 707009"/>
              <a:gd name="connsiteY15" fmla="*/ 640125 h 680842"/>
              <a:gd name="connsiteX16" fmla="*/ 353294 w 707009"/>
              <a:gd name="connsiteY16" fmla="*/ 652435 h 680842"/>
              <a:gd name="connsiteX17" fmla="*/ 381731 w 707009"/>
              <a:gd name="connsiteY17" fmla="*/ 640125 h 680842"/>
              <a:gd name="connsiteX18" fmla="*/ 667049 w 707009"/>
              <a:gd name="connsiteY18" fmla="*/ 339948 h 680842"/>
              <a:gd name="connsiteX19" fmla="*/ 674632 w 707009"/>
              <a:gd name="connsiteY19" fmla="*/ 297336 h 680842"/>
              <a:gd name="connsiteX20" fmla="*/ 638612 w 707009"/>
              <a:gd name="connsiteY20" fmla="*/ 273663 h 680842"/>
              <a:gd name="connsiteX21" fmla="*/ 538135 w 707009"/>
              <a:gd name="connsiteY21" fmla="*/ 273663 h 680842"/>
              <a:gd name="connsiteX22" fmla="*/ 538135 w 707009"/>
              <a:gd name="connsiteY22" fmla="*/ 27461 h 680842"/>
              <a:gd name="connsiteX23" fmla="*/ 168454 w 707009"/>
              <a:gd name="connsiteY23" fmla="*/ 27461 h 680842"/>
              <a:gd name="connsiteX24" fmla="*/ 168454 w 707009"/>
              <a:gd name="connsiteY24" fmla="*/ 273663 h 680842"/>
              <a:gd name="connsiteX25" fmla="*/ 67977 w 707009"/>
              <a:gd name="connsiteY25" fmla="*/ 273663 h 680842"/>
              <a:gd name="connsiteX26" fmla="*/ 31957 w 707009"/>
              <a:gd name="connsiteY26" fmla="*/ 297336 h 680842"/>
              <a:gd name="connsiteX27" fmla="*/ 39540 w 707009"/>
              <a:gd name="connsiteY27" fmla="*/ 339948 h 680842"/>
              <a:gd name="connsiteX28" fmla="*/ 39540 w 707009"/>
              <a:gd name="connsiteY28" fmla="*/ 339948 h 68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07009" h="680842">
                <a:moveTo>
                  <a:pt x="353294" y="680843"/>
                </a:moveTo>
                <a:cubicBezTo>
                  <a:pt x="334336" y="680843"/>
                  <a:pt x="317274" y="673267"/>
                  <a:pt x="304004" y="660010"/>
                </a:cubicBezTo>
                <a:lnTo>
                  <a:pt x="18686" y="359833"/>
                </a:lnTo>
                <a:cubicBezTo>
                  <a:pt x="-272" y="339948"/>
                  <a:pt x="-5011" y="311540"/>
                  <a:pt x="5415" y="286920"/>
                </a:cubicBezTo>
                <a:cubicBezTo>
                  <a:pt x="15842" y="261353"/>
                  <a:pt x="40488" y="246202"/>
                  <a:pt x="67977" y="246202"/>
                </a:cubicBezTo>
                <a:lnTo>
                  <a:pt x="140017" y="246202"/>
                </a:lnTo>
                <a:lnTo>
                  <a:pt x="140017" y="0"/>
                </a:lnTo>
                <a:lnTo>
                  <a:pt x="566572" y="0"/>
                </a:lnTo>
                <a:lnTo>
                  <a:pt x="566572" y="246202"/>
                </a:lnTo>
                <a:lnTo>
                  <a:pt x="638612" y="246202"/>
                </a:lnTo>
                <a:cubicBezTo>
                  <a:pt x="666101" y="246202"/>
                  <a:pt x="689798" y="262300"/>
                  <a:pt x="701173" y="286920"/>
                </a:cubicBezTo>
                <a:cubicBezTo>
                  <a:pt x="712548" y="311540"/>
                  <a:pt x="706860" y="339948"/>
                  <a:pt x="687902" y="359833"/>
                </a:cubicBezTo>
                <a:lnTo>
                  <a:pt x="402585" y="659063"/>
                </a:lnTo>
                <a:cubicBezTo>
                  <a:pt x="389314" y="673267"/>
                  <a:pt x="372252" y="680843"/>
                  <a:pt x="353294" y="680843"/>
                </a:cubicBezTo>
                <a:close/>
                <a:moveTo>
                  <a:pt x="39540" y="339948"/>
                </a:moveTo>
                <a:lnTo>
                  <a:pt x="324857" y="640125"/>
                </a:lnTo>
                <a:cubicBezTo>
                  <a:pt x="332441" y="647700"/>
                  <a:pt x="342867" y="652435"/>
                  <a:pt x="353294" y="652435"/>
                </a:cubicBezTo>
                <a:cubicBezTo>
                  <a:pt x="363721" y="652435"/>
                  <a:pt x="374148" y="647700"/>
                  <a:pt x="381731" y="640125"/>
                </a:cubicBezTo>
                <a:lnTo>
                  <a:pt x="667049" y="339948"/>
                </a:lnTo>
                <a:cubicBezTo>
                  <a:pt x="680319" y="325744"/>
                  <a:pt x="679371" y="308699"/>
                  <a:pt x="674632" y="297336"/>
                </a:cubicBezTo>
                <a:cubicBezTo>
                  <a:pt x="669892" y="285973"/>
                  <a:pt x="657570" y="273663"/>
                  <a:pt x="638612" y="273663"/>
                </a:cubicBezTo>
                <a:lnTo>
                  <a:pt x="538135" y="273663"/>
                </a:lnTo>
                <a:lnTo>
                  <a:pt x="538135" y="27461"/>
                </a:lnTo>
                <a:lnTo>
                  <a:pt x="168454" y="27461"/>
                </a:lnTo>
                <a:lnTo>
                  <a:pt x="168454" y="273663"/>
                </a:lnTo>
                <a:lnTo>
                  <a:pt x="67977" y="273663"/>
                </a:lnTo>
                <a:cubicBezTo>
                  <a:pt x="49019" y="273663"/>
                  <a:pt x="36696" y="285973"/>
                  <a:pt x="31957" y="297336"/>
                </a:cubicBezTo>
                <a:cubicBezTo>
                  <a:pt x="26269" y="308699"/>
                  <a:pt x="26269" y="325744"/>
                  <a:pt x="39540" y="339948"/>
                </a:cubicBezTo>
                <a:lnTo>
                  <a:pt x="39540" y="339948"/>
                </a:lnTo>
                <a:close/>
              </a:path>
            </a:pathLst>
          </a:custGeom>
          <a:solidFill>
            <a:schemeClr val="accent2"/>
          </a:solidFill>
          <a:ln w="9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4" name="Graphic 42">
            <a:extLst>
              <a:ext uri="{FF2B5EF4-FFF2-40B4-BE49-F238E27FC236}">
                <a16:creationId xmlns:a16="http://schemas.microsoft.com/office/drawing/2014/main" id="{4FF152B5-51AB-8499-12C1-9FAE9E8EB153}"/>
              </a:ext>
            </a:extLst>
          </p:cNvPr>
          <p:cNvSpPr/>
          <p:nvPr/>
        </p:nvSpPr>
        <p:spPr>
          <a:xfrm>
            <a:off x="21603708" y="917817"/>
            <a:ext cx="1942027" cy="254313"/>
          </a:xfrm>
          <a:custGeom>
            <a:avLst/>
            <a:gdLst>
              <a:gd name="connsiteX0" fmla="*/ 995363 w 1066800"/>
              <a:gd name="connsiteY0" fmla="*/ 139700 h 139700"/>
              <a:gd name="connsiteX1" fmla="*/ 71438 w 1066800"/>
              <a:gd name="connsiteY1" fmla="*/ 139700 h 139700"/>
              <a:gd name="connsiteX2" fmla="*/ 0 w 1066800"/>
              <a:gd name="connsiteY2" fmla="*/ 69850 h 139700"/>
              <a:gd name="connsiteX3" fmla="*/ 71438 w 1066800"/>
              <a:gd name="connsiteY3" fmla="*/ 0 h 139700"/>
              <a:gd name="connsiteX4" fmla="*/ 995363 w 1066800"/>
              <a:gd name="connsiteY4" fmla="*/ 0 h 139700"/>
              <a:gd name="connsiteX5" fmla="*/ 1066800 w 1066800"/>
              <a:gd name="connsiteY5" fmla="*/ 69850 h 139700"/>
              <a:gd name="connsiteX6" fmla="*/ 995363 w 1066800"/>
              <a:gd name="connsiteY6" fmla="*/ 139700 h 139700"/>
              <a:gd name="connsiteX7" fmla="*/ 71438 w 1066800"/>
              <a:gd name="connsiteY7" fmla="*/ 27940 h 139700"/>
              <a:gd name="connsiteX8" fmla="*/ 28575 w 1066800"/>
              <a:gd name="connsiteY8" fmla="*/ 69850 h 139700"/>
              <a:gd name="connsiteX9" fmla="*/ 71438 w 1066800"/>
              <a:gd name="connsiteY9" fmla="*/ 111760 h 139700"/>
              <a:gd name="connsiteX10" fmla="*/ 995363 w 1066800"/>
              <a:gd name="connsiteY10" fmla="*/ 111760 h 139700"/>
              <a:gd name="connsiteX11" fmla="*/ 1038225 w 1066800"/>
              <a:gd name="connsiteY11" fmla="*/ 69850 h 139700"/>
              <a:gd name="connsiteX12" fmla="*/ 995363 w 1066800"/>
              <a:gd name="connsiteY12" fmla="*/ 27940 h 139700"/>
              <a:gd name="connsiteX13" fmla="*/ 71438 w 1066800"/>
              <a:gd name="connsiteY13" fmla="*/ 27940 h 13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6800" h="139700">
                <a:moveTo>
                  <a:pt x="995363" y="139700"/>
                </a:moveTo>
                <a:lnTo>
                  <a:pt x="71438" y="139700"/>
                </a:lnTo>
                <a:cubicBezTo>
                  <a:pt x="32385" y="139700"/>
                  <a:pt x="0" y="108035"/>
                  <a:pt x="0" y="69850"/>
                </a:cubicBezTo>
                <a:cubicBezTo>
                  <a:pt x="0" y="31665"/>
                  <a:pt x="32385" y="0"/>
                  <a:pt x="71438" y="0"/>
                </a:cubicBezTo>
                <a:lnTo>
                  <a:pt x="995363" y="0"/>
                </a:lnTo>
                <a:cubicBezTo>
                  <a:pt x="1034415" y="0"/>
                  <a:pt x="1066800" y="31665"/>
                  <a:pt x="1066800" y="69850"/>
                </a:cubicBezTo>
                <a:cubicBezTo>
                  <a:pt x="1066800" y="108035"/>
                  <a:pt x="1034415" y="139700"/>
                  <a:pt x="995363" y="139700"/>
                </a:cubicBezTo>
                <a:close/>
                <a:moveTo>
                  <a:pt x="71438" y="27940"/>
                </a:moveTo>
                <a:cubicBezTo>
                  <a:pt x="47625" y="27940"/>
                  <a:pt x="28575" y="46567"/>
                  <a:pt x="28575" y="69850"/>
                </a:cubicBezTo>
                <a:cubicBezTo>
                  <a:pt x="28575" y="93133"/>
                  <a:pt x="47625" y="111760"/>
                  <a:pt x="71438" y="111760"/>
                </a:cubicBezTo>
                <a:lnTo>
                  <a:pt x="995363" y="111760"/>
                </a:lnTo>
                <a:cubicBezTo>
                  <a:pt x="1019175" y="111760"/>
                  <a:pt x="1038225" y="93133"/>
                  <a:pt x="1038225" y="69850"/>
                </a:cubicBezTo>
                <a:cubicBezTo>
                  <a:pt x="1038225" y="46567"/>
                  <a:pt x="1019175" y="27940"/>
                  <a:pt x="995363" y="27940"/>
                </a:cubicBezTo>
                <a:lnTo>
                  <a:pt x="71438" y="2794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C5018BE-ABD7-AC1A-264B-A5B816D10603}"/>
              </a:ext>
            </a:extLst>
          </p:cNvPr>
          <p:cNvSpPr/>
          <p:nvPr/>
        </p:nvSpPr>
        <p:spPr>
          <a:xfrm>
            <a:off x="22257584" y="3536449"/>
            <a:ext cx="1872664" cy="2219455"/>
          </a:xfrm>
          <a:custGeom>
            <a:avLst/>
            <a:gdLst>
              <a:gd name="connsiteX0" fmla="*/ 936330 w 1872664"/>
              <a:gd name="connsiteY0" fmla="*/ 1038637 h 2219455"/>
              <a:gd name="connsiteX1" fmla="*/ 788944 w 1872664"/>
              <a:gd name="connsiteY1" fmla="*/ 1186021 h 2219455"/>
              <a:gd name="connsiteX2" fmla="*/ 884312 w 1872664"/>
              <a:gd name="connsiteY2" fmla="*/ 1324737 h 2219455"/>
              <a:gd name="connsiteX3" fmla="*/ 901652 w 1872664"/>
              <a:gd name="connsiteY3" fmla="*/ 1331673 h 2219455"/>
              <a:gd name="connsiteX4" fmla="*/ 901652 w 1872664"/>
              <a:gd name="connsiteY4" fmla="*/ 1716610 h 2219455"/>
              <a:gd name="connsiteX5" fmla="*/ 936330 w 1872664"/>
              <a:gd name="connsiteY5" fmla="*/ 1751289 h 2219455"/>
              <a:gd name="connsiteX6" fmla="*/ 971010 w 1872664"/>
              <a:gd name="connsiteY6" fmla="*/ 1716610 h 2219455"/>
              <a:gd name="connsiteX7" fmla="*/ 971010 w 1872664"/>
              <a:gd name="connsiteY7" fmla="*/ 1333408 h 2219455"/>
              <a:gd name="connsiteX8" fmla="*/ 988350 w 1872664"/>
              <a:gd name="connsiteY8" fmla="*/ 1326472 h 2219455"/>
              <a:gd name="connsiteX9" fmla="*/ 1083716 w 1872664"/>
              <a:gd name="connsiteY9" fmla="*/ 1186021 h 2219455"/>
              <a:gd name="connsiteX10" fmla="*/ 936330 w 1872664"/>
              <a:gd name="connsiteY10" fmla="*/ 1038637 h 2219455"/>
              <a:gd name="connsiteX11" fmla="*/ 936330 w 1872664"/>
              <a:gd name="connsiteY11" fmla="*/ 988351 h 2219455"/>
              <a:gd name="connsiteX12" fmla="*/ 1135734 w 1872664"/>
              <a:gd name="connsiteY12" fmla="*/ 1187756 h 2219455"/>
              <a:gd name="connsiteX13" fmla="*/ 1023028 w 1872664"/>
              <a:gd name="connsiteY13" fmla="*/ 1366352 h 2219455"/>
              <a:gd name="connsiteX14" fmla="*/ 1023028 w 1872664"/>
              <a:gd name="connsiteY14" fmla="*/ 1716610 h 2219455"/>
              <a:gd name="connsiteX15" fmla="*/ 936330 w 1872664"/>
              <a:gd name="connsiteY15" fmla="*/ 1803307 h 2219455"/>
              <a:gd name="connsiteX16" fmla="*/ 849634 w 1872664"/>
              <a:gd name="connsiteY16" fmla="*/ 1716610 h 2219455"/>
              <a:gd name="connsiteX17" fmla="*/ 849634 w 1872664"/>
              <a:gd name="connsiteY17" fmla="*/ 1366352 h 2219455"/>
              <a:gd name="connsiteX18" fmla="*/ 736926 w 1872664"/>
              <a:gd name="connsiteY18" fmla="*/ 1187756 h 2219455"/>
              <a:gd name="connsiteX19" fmla="*/ 936330 w 1872664"/>
              <a:gd name="connsiteY19" fmla="*/ 988351 h 2219455"/>
              <a:gd name="connsiteX20" fmla="*/ 234084 w 1872664"/>
              <a:gd name="connsiteY20" fmla="*/ 589543 h 2219455"/>
              <a:gd name="connsiteX21" fmla="*/ 52018 w 1872664"/>
              <a:gd name="connsiteY21" fmla="*/ 771609 h 2219455"/>
              <a:gd name="connsiteX22" fmla="*/ 52018 w 1872664"/>
              <a:gd name="connsiteY22" fmla="*/ 1985373 h 2219455"/>
              <a:gd name="connsiteX23" fmla="*/ 234084 w 1872664"/>
              <a:gd name="connsiteY23" fmla="*/ 2167437 h 2219455"/>
              <a:gd name="connsiteX24" fmla="*/ 1638582 w 1872664"/>
              <a:gd name="connsiteY24" fmla="*/ 2167437 h 2219455"/>
              <a:gd name="connsiteX25" fmla="*/ 1820646 w 1872664"/>
              <a:gd name="connsiteY25" fmla="*/ 1985373 h 2219455"/>
              <a:gd name="connsiteX26" fmla="*/ 1820646 w 1872664"/>
              <a:gd name="connsiteY26" fmla="*/ 771609 h 2219455"/>
              <a:gd name="connsiteX27" fmla="*/ 1638582 w 1872664"/>
              <a:gd name="connsiteY27" fmla="*/ 589543 h 2219455"/>
              <a:gd name="connsiteX28" fmla="*/ 528854 w 1872664"/>
              <a:gd name="connsiteY28" fmla="*/ 52019 h 2219455"/>
              <a:gd name="connsiteX29" fmla="*/ 346788 w 1872664"/>
              <a:gd name="connsiteY29" fmla="*/ 234084 h 2219455"/>
              <a:gd name="connsiteX30" fmla="*/ 346788 w 1872664"/>
              <a:gd name="connsiteY30" fmla="*/ 537524 h 2219455"/>
              <a:gd name="connsiteX31" fmla="*/ 1525874 w 1872664"/>
              <a:gd name="connsiteY31" fmla="*/ 537524 h 2219455"/>
              <a:gd name="connsiteX32" fmla="*/ 1525874 w 1872664"/>
              <a:gd name="connsiteY32" fmla="*/ 234084 h 2219455"/>
              <a:gd name="connsiteX33" fmla="*/ 1343810 w 1872664"/>
              <a:gd name="connsiteY33" fmla="*/ 52019 h 2219455"/>
              <a:gd name="connsiteX34" fmla="*/ 528854 w 1872664"/>
              <a:gd name="connsiteY34" fmla="*/ 0 h 2219455"/>
              <a:gd name="connsiteX35" fmla="*/ 1343810 w 1872664"/>
              <a:gd name="connsiteY35" fmla="*/ 0 h 2219455"/>
              <a:gd name="connsiteX36" fmla="*/ 1577892 w 1872664"/>
              <a:gd name="connsiteY36" fmla="*/ 234084 h 2219455"/>
              <a:gd name="connsiteX37" fmla="*/ 1577892 w 1872664"/>
              <a:gd name="connsiteY37" fmla="*/ 537524 h 2219455"/>
              <a:gd name="connsiteX38" fmla="*/ 1638582 w 1872664"/>
              <a:gd name="connsiteY38" fmla="*/ 537524 h 2219455"/>
              <a:gd name="connsiteX39" fmla="*/ 1872664 w 1872664"/>
              <a:gd name="connsiteY39" fmla="*/ 771609 h 2219455"/>
              <a:gd name="connsiteX40" fmla="*/ 1872664 w 1872664"/>
              <a:gd name="connsiteY40" fmla="*/ 1985373 h 2219455"/>
              <a:gd name="connsiteX41" fmla="*/ 1638582 w 1872664"/>
              <a:gd name="connsiteY41" fmla="*/ 2219455 h 2219455"/>
              <a:gd name="connsiteX42" fmla="*/ 234084 w 1872664"/>
              <a:gd name="connsiteY42" fmla="*/ 2219455 h 2219455"/>
              <a:gd name="connsiteX43" fmla="*/ 0 w 1872664"/>
              <a:gd name="connsiteY43" fmla="*/ 1985373 h 2219455"/>
              <a:gd name="connsiteX44" fmla="*/ 0 w 1872664"/>
              <a:gd name="connsiteY44" fmla="*/ 771609 h 2219455"/>
              <a:gd name="connsiteX45" fmla="*/ 234084 w 1872664"/>
              <a:gd name="connsiteY45" fmla="*/ 537524 h 2219455"/>
              <a:gd name="connsiteX46" fmla="*/ 294770 w 1872664"/>
              <a:gd name="connsiteY46" fmla="*/ 537524 h 2219455"/>
              <a:gd name="connsiteX47" fmla="*/ 294770 w 1872664"/>
              <a:gd name="connsiteY47" fmla="*/ 234084 h 2219455"/>
              <a:gd name="connsiteX48" fmla="*/ 528854 w 1872664"/>
              <a:gd name="connsiteY48" fmla="*/ 0 h 2219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872664" h="2219455">
                <a:moveTo>
                  <a:pt x="936330" y="1038637"/>
                </a:moveTo>
                <a:cubicBezTo>
                  <a:pt x="854834" y="1038637"/>
                  <a:pt x="788944" y="1104527"/>
                  <a:pt x="788944" y="1186021"/>
                </a:cubicBezTo>
                <a:cubicBezTo>
                  <a:pt x="788944" y="1248444"/>
                  <a:pt x="827092" y="1303930"/>
                  <a:pt x="884312" y="1324737"/>
                </a:cubicBezTo>
                <a:lnTo>
                  <a:pt x="901652" y="1331673"/>
                </a:lnTo>
                <a:lnTo>
                  <a:pt x="901652" y="1716610"/>
                </a:lnTo>
                <a:cubicBezTo>
                  <a:pt x="901652" y="1735684"/>
                  <a:pt x="917256" y="1751289"/>
                  <a:pt x="936330" y="1751289"/>
                </a:cubicBezTo>
                <a:cubicBezTo>
                  <a:pt x="955404" y="1751289"/>
                  <a:pt x="971010" y="1735684"/>
                  <a:pt x="971010" y="1716610"/>
                </a:cubicBezTo>
                <a:lnTo>
                  <a:pt x="971010" y="1333408"/>
                </a:lnTo>
                <a:lnTo>
                  <a:pt x="988350" y="1326472"/>
                </a:lnTo>
                <a:cubicBezTo>
                  <a:pt x="1045568" y="1303930"/>
                  <a:pt x="1083716" y="1248444"/>
                  <a:pt x="1083716" y="1186021"/>
                </a:cubicBezTo>
                <a:cubicBezTo>
                  <a:pt x="1083716" y="1104527"/>
                  <a:pt x="1017826" y="1038637"/>
                  <a:pt x="936330" y="1038637"/>
                </a:cubicBezTo>
                <a:close/>
                <a:moveTo>
                  <a:pt x="936330" y="988351"/>
                </a:moveTo>
                <a:cubicBezTo>
                  <a:pt x="1045568" y="988351"/>
                  <a:pt x="1135734" y="1078517"/>
                  <a:pt x="1135734" y="1187756"/>
                </a:cubicBezTo>
                <a:cubicBezTo>
                  <a:pt x="1135734" y="1264050"/>
                  <a:pt x="1090652" y="1333408"/>
                  <a:pt x="1023028" y="1366352"/>
                </a:cubicBezTo>
                <a:lnTo>
                  <a:pt x="1023028" y="1716610"/>
                </a:lnTo>
                <a:cubicBezTo>
                  <a:pt x="1023028" y="1765160"/>
                  <a:pt x="984882" y="1803307"/>
                  <a:pt x="936330" y="1803307"/>
                </a:cubicBezTo>
                <a:cubicBezTo>
                  <a:pt x="887780" y="1803307"/>
                  <a:pt x="849634" y="1765160"/>
                  <a:pt x="849634" y="1716610"/>
                </a:cubicBezTo>
                <a:lnTo>
                  <a:pt x="849634" y="1366352"/>
                </a:lnTo>
                <a:cubicBezTo>
                  <a:pt x="782008" y="1333408"/>
                  <a:pt x="736926" y="1264050"/>
                  <a:pt x="736926" y="1187756"/>
                </a:cubicBezTo>
                <a:cubicBezTo>
                  <a:pt x="736926" y="1078517"/>
                  <a:pt x="827092" y="988351"/>
                  <a:pt x="936330" y="988351"/>
                </a:cubicBezTo>
                <a:close/>
                <a:moveTo>
                  <a:pt x="234084" y="589543"/>
                </a:moveTo>
                <a:cubicBezTo>
                  <a:pt x="133514" y="589543"/>
                  <a:pt x="52018" y="671039"/>
                  <a:pt x="52018" y="771609"/>
                </a:cubicBezTo>
                <a:lnTo>
                  <a:pt x="52018" y="1985373"/>
                </a:lnTo>
                <a:cubicBezTo>
                  <a:pt x="52018" y="2085942"/>
                  <a:pt x="133514" y="2167437"/>
                  <a:pt x="234084" y="2167437"/>
                </a:cubicBezTo>
                <a:lnTo>
                  <a:pt x="1638582" y="2167437"/>
                </a:lnTo>
                <a:cubicBezTo>
                  <a:pt x="1739150" y="2167437"/>
                  <a:pt x="1820646" y="2085942"/>
                  <a:pt x="1820646" y="1985373"/>
                </a:cubicBezTo>
                <a:lnTo>
                  <a:pt x="1820646" y="771609"/>
                </a:lnTo>
                <a:cubicBezTo>
                  <a:pt x="1820646" y="671039"/>
                  <a:pt x="1739150" y="589543"/>
                  <a:pt x="1638582" y="589543"/>
                </a:cubicBezTo>
                <a:close/>
                <a:moveTo>
                  <a:pt x="528854" y="52019"/>
                </a:moveTo>
                <a:cubicBezTo>
                  <a:pt x="428286" y="52019"/>
                  <a:pt x="346788" y="133515"/>
                  <a:pt x="346788" y="234084"/>
                </a:cubicBezTo>
                <a:lnTo>
                  <a:pt x="346788" y="537524"/>
                </a:lnTo>
                <a:lnTo>
                  <a:pt x="1525874" y="537524"/>
                </a:lnTo>
                <a:lnTo>
                  <a:pt x="1525874" y="234084"/>
                </a:lnTo>
                <a:cubicBezTo>
                  <a:pt x="1525874" y="133515"/>
                  <a:pt x="1444380" y="52019"/>
                  <a:pt x="1343810" y="52019"/>
                </a:cubicBezTo>
                <a:close/>
                <a:moveTo>
                  <a:pt x="528854" y="0"/>
                </a:moveTo>
                <a:lnTo>
                  <a:pt x="1343810" y="0"/>
                </a:lnTo>
                <a:cubicBezTo>
                  <a:pt x="1472122" y="0"/>
                  <a:pt x="1577892" y="105772"/>
                  <a:pt x="1577892" y="234084"/>
                </a:cubicBezTo>
                <a:lnTo>
                  <a:pt x="1577892" y="537524"/>
                </a:lnTo>
                <a:lnTo>
                  <a:pt x="1638582" y="537524"/>
                </a:lnTo>
                <a:cubicBezTo>
                  <a:pt x="1766894" y="537524"/>
                  <a:pt x="1872664" y="643296"/>
                  <a:pt x="1872664" y="771609"/>
                </a:cubicBezTo>
                <a:lnTo>
                  <a:pt x="1872664" y="1985373"/>
                </a:lnTo>
                <a:cubicBezTo>
                  <a:pt x="1872664" y="2113685"/>
                  <a:pt x="1766894" y="2219455"/>
                  <a:pt x="1638582" y="2219455"/>
                </a:cubicBezTo>
                <a:lnTo>
                  <a:pt x="234084" y="2219455"/>
                </a:lnTo>
                <a:cubicBezTo>
                  <a:pt x="105770" y="2219455"/>
                  <a:pt x="0" y="2113685"/>
                  <a:pt x="0" y="1985373"/>
                </a:cubicBezTo>
                <a:lnTo>
                  <a:pt x="0" y="771609"/>
                </a:lnTo>
                <a:cubicBezTo>
                  <a:pt x="0" y="643296"/>
                  <a:pt x="105770" y="537524"/>
                  <a:pt x="234084" y="537524"/>
                </a:cubicBezTo>
                <a:lnTo>
                  <a:pt x="294770" y="537524"/>
                </a:lnTo>
                <a:lnTo>
                  <a:pt x="294770" y="234084"/>
                </a:lnTo>
                <a:cubicBezTo>
                  <a:pt x="294770" y="105772"/>
                  <a:pt x="400542" y="0"/>
                  <a:pt x="528854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grpSp>
        <p:nvGrpSpPr>
          <p:cNvPr id="68" name="Graphic 46">
            <a:extLst>
              <a:ext uri="{FF2B5EF4-FFF2-40B4-BE49-F238E27FC236}">
                <a16:creationId xmlns:a16="http://schemas.microsoft.com/office/drawing/2014/main" id="{86C711A3-A473-2272-4057-D825191288D6}"/>
              </a:ext>
            </a:extLst>
          </p:cNvPr>
          <p:cNvGrpSpPr/>
          <p:nvPr/>
        </p:nvGrpSpPr>
        <p:grpSpPr>
          <a:xfrm>
            <a:off x="21194868" y="11013830"/>
            <a:ext cx="2837772" cy="2502526"/>
            <a:chOff x="22048503" y="1781038"/>
            <a:chExt cx="1558857" cy="1374698"/>
          </a:xfrm>
          <a:solidFill>
            <a:schemeClr val="accent3"/>
          </a:solidFill>
        </p:grpSpPr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3EC75D7-8BE5-2993-5763-C52934AB4CC0}"/>
                </a:ext>
              </a:extLst>
            </p:cNvPr>
            <p:cNvSpPr/>
            <p:nvPr/>
          </p:nvSpPr>
          <p:spPr>
            <a:xfrm>
              <a:off x="22048503" y="1781038"/>
              <a:ext cx="1558857" cy="413625"/>
            </a:xfrm>
            <a:custGeom>
              <a:avLst/>
              <a:gdLst>
                <a:gd name="connsiteX0" fmla="*/ 1494486 w 1558857"/>
                <a:gd name="connsiteY0" fmla="*/ 413626 h 413625"/>
                <a:gd name="connsiteX1" fmla="*/ 1452576 w 1558857"/>
                <a:gd name="connsiteY1" fmla="*/ 396481 h 413625"/>
                <a:gd name="connsiteX2" fmla="*/ 785826 w 1558857"/>
                <a:gd name="connsiteY2" fmla="*/ 127876 h 413625"/>
                <a:gd name="connsiteX3" fmla="*/ 106694 w 1558857"/>
                <a:gd name="connsiteY3" fmla="*/ 363143 h 413625"/>
                <a:gd name="connsiteX4" fmla="*/ 43829 w 1558857"/>
                <a:gd name="connsiteY4" fmla="*/ 374573 h 413625"/>
                <a:gd name="connsiteX5" fmla="*/ 966 w 1558857"/>
                <a:gd name="connsiteY5" fmla="*/ 325043 h 413625"/>
                <a:gd name="connsiteX6" fmla="*/ 20969 w 1558857"/>
                <a:gd name="connsiteY6" fmla="*/ 273608 h 413625"/>
                <a:gd name="connsiteX7" fmla="*/ 786779 w 1558857"/>
                <a:gd name="connsiteY7" fmla="*/ 241 h 413625"/>
                <a:gd name="connsiteX8" fmla="*/ 1539254 w 1558857"/>
                <a:gd name="connsiteY8" fmla="*/ 307898 h 413625"/>
                <a:gd name="connsiteX9" fmla="*/ 1557351 w 1558857"/>
                <a:gd name="connsiteY9" fmla="*/ 362191 h 413625"/>
                <a:gd name="connsiteX10" fmla="*/ 1511631 w 1558857"/>
                <a:gd name="connsiteY10" fmla="*/ 410768 h 413625"/>
                <a:gd name="connsiteX11" fmla="*/ 1494486 w 1558857"/>
                <a:gd name="connsiteY11" fmla="*/ 413626 h 413625"/>
                <a:gd name="connsiteX12" fmla="*/ 759156 w 1558857"/>
                <a:gd name="connsiteY12" fmla="*/ 99301 h 413625"/>
                <a:gd name="connsiteX13" fmla="*/ 786779 w 1558857"/>
                <a:gd name="connsiteY13" fmla="*/ 99301 h 413625"/>
                <a:gd name="connsiteX14" fmla="*/ 1472579 w 1558857"/>
                <a:gd name="connsiteY14" fmla="*/ 375526 h 413625"/>
                <a:gd name="connsiteX15" fmla="*/ 1504011 w 1558857"/>
                <a:gd name="connsiteY15" fmla="*/ 383146 h 413625"/>
                <a:gd name="connsiteX16" fmla="*/ 1529729 w 1558857"/>
                <a:gd name="connsiteY16" fmla="*/ 356476 h 413625"/>
                <a:gd name="connsiteX17" fmla="*/ 1520204 w 1558857"/>
                <a:gd name="connsiteY17" fmla="*/ 329806 h 413625"/>
                <a:gd name="connsiteX18" fmla="*/ 786779 w 1558857"/>
                <a:gd name="connsiteY18" fmla="*/ 28816 h 413625"/>
                <a:gd name="connsiteX19" fmla="*/ 39066 w 1558857"/>
                <a:gd name="connsiteY19" fmla="*/ 295516 h 413625"/>
                <a:gd name="connsiteX20" fmla="*/ 28589 w 1558857"/>
                <a:gd name="connsiteY20" fmla="*/ 319328 h 413625"/>
                <a:gd name="connsiteX21" fmla="*/ 53354 w 1558857"/>
                <a:gd name="connsiteY21" fmla="*/ 346951 h 413625"/>
                <a:gd name="connsiteX22" fmla="*/ 87644 w 1558857"/>
                <a:gd name="connsiteY22" fmla="*/ 340283 h 413625"/>
                <a:gd name="connsiteX23" fmla="*/ 87644 w 1558857"/>
                <a:gd name="connsiteY23" fmla="*/ 340283 h 413625"/>
                <a:gd name="connsiteX24" fmla="*/ 759156 w 1558857"/>
                <a:gd name="connsiteY24" fmla="*/ 99301 h 41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8857" h="413625">
                  <a:moveTo>
                    <a:pt x="1494486" y="413626"/>
                  </a:moveTo>
                  <a:cubicBezTo>
                    <a:pt x="1479246" y="413626"/>
                    <a:pt x="1464959" y="407911"/>
                    <a:pt x="1452576" y="396481"/>
                  </a:cubicBezTo>
                  <a:cubicBezTo>
                    <a:pt x="1271601" y="229793"/>
                    <a:pt x="1034429" y="134543"/>
                    <a:pt x="785826" y="127876"/>
                  </a:cubicBezTo>
                  <a:cubicBezTo>
                    <a:pt x="536271" y="122161"/>
                    <a:pt x="295289" y="205028"/>
                    <a:pt x="106694" y="363143"/>
                  </a:cubicBezTo>
                  <a:cubicBezTo>
                    <a:pt x="88596" y="378383"/>
                    <a:pt x="65736" y="382193"/>
                    <a:pt x="43829" y="374573"/>
                  </a:cubicBezTo>
                  <a:cubicBezTo>
                    <a:pt x="20969" y="366001"/>
                    <a:pt x="4776" y="346951"/>
                    <a:pt x="966" y="325043"/>
                  </a:cubicBezTo>
                  <a:cubicBezTo>
                    <a:pt x="-2844" y="305993"/>
                    <a:pt x="4776" y="287896"/>
                    <a:pt x="20969" y="273608"/>
                  </a:cubicBezTo>
                  <a:cubicBezTo>
                    <a:pt x="239091" y="90728"/>
                    <a:pt x="511506" y="-5474"/>
                    <a:pt x="786779" y="241"/>
                  </a:cubicBezTo>
                  <a:cubicBezTo>
                    <a:pt x="1063956" y="6908"/>
                    <a:pt x="1330656" y="115493"/>
                    <a:pt x="1539254" y="307898"/>
                  </a:cubicBezTo>
                  <a:cubicBezTo>
                    <a:pt x="1555446" y="323138"/>
                    <a:pt x="1562114" y="342188"/>
                    <a:pt x="1557351" y="362191"/>
                  </a:cubicBezTo>
                  <a:cubicBezTo>
                    <a:pt x="1552589" y="384098"/>
                    <a:pt x="1534491" y="403148"/>
                    <a:pt x="1511631" y="410768"/>
                  </a:cubicBezTo>
                  <a:cubicBezTo>
                    <a:pt x="1506869" y="412673"/>
                    <a:pt x="1500201" y="413626"/>
                    <a:pt x="1494486" y="413626"/>
                  </a:cubicBezTo>
                  <a:close/>
                  <a:moveTo>
                    <a:pt x="759156" y="99301"/>
                  </a:moveTo>
                  <a:cubicBezTo>
                    <a:pt x="768681" y="99301"/>
                    <a:pt x="777254" y="99301"/>
                    <a:pt x="786779" y="99301"/>
                  </a:cubicBezTo>
                  <a:cubicBezTo>
                    <a:pt x="1043001" y="105968"/>
                    <a:pt x="1286841" y="204076"/>
                    <a:pt x="1472579" y="375526"/>
                  </a:cubicBezTo>
                  <a:cubicBezTo>
                    <a:pt x="1484009" y="386003"/>
                    <a:pt x="1496391" y="386003"/>
                    <a:pt x="1504011" y="383146"/>
                  </a:cubicBezTo>
                  <a:cubicBezTo>
                    <a:pt x="1516394" y="379336"/>
                    <a:pt x="1526871" y="367906"/>
                    <a:pt x="1529729" y="356476"/>
                  </a:cubicBezTo>
                  <a:cubicBezTo>
                    <a:pt x="1531634" y="346951"/>
                    <a:pt x="1528776" y="337426"/>
                    <a:pt x="1520204" y="329806"/>
                  </a:cubicBezTo>
                  <a:cubicBezTo>
                    <a:pt x="1317321" y="142163"/>
                    <a:pt x="1056336" y="35483"/>
                    <a:pt x="786779" y="28816"/>
                  </a:cubicBezTo>
                  <a:cubicBezTo>
                    <a:pt x="517221" y="23101"/>
                    <a:pt x="252426" y="117398"/>
                    <a:pt x="39066" y="295516"/>
                  </a:cubicBezTo>
                  <a:cubicBezTo>
                    <a:pt x="30494" y="302183"/>
                    <a:pt x="26684" y="310756"/>
                    <a:pt x="28589" y="319328"/>
                  </a:cubicBezTo>
                  <a:cubicBezTo>
                    <a:pt x="30494" y="330758"/>
                    <a:pt x="40971" y="342188"/>
                    <a:pt x="53354" y="346951"/>
                  </a:cubicBezTo>
                  <a:cubicBezTo>
                    <a:pt x="60021" y="349808"/>
                    <a:pt x="74309" y="351713"/>
                    <a:pt x="87644" y="340283"/>
                  </a:cubicBezTo>
                  <a:lnTo>
                    <a:pt x="87644" y="340283"/>
                  </a:lnTo>
                  <a:cubicBezTo>
                    <a:pt x="275286" y="185026"/>
                    <a:pt x="512459" y="99301"/>
                    <a:pt x="759156" y="993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C7AD87F9-CB0B-A90F-A557-9223A2813E2C}"/>
                </a:ext>
              </a:extLst>
            </p:cNvPr>
            <p:cNvSpPr/>
            <p:nvPr/>
          </p:nvSpPr>
          <p:spPr>
            <a:xfrm>
              <a:off x="22265046" y="2157473"/>
              <a:ext cx="1103649" cy="283887"/>
            </a:xfrm>
            <a:custGeom>
              <a:avLst/>
              <a:gdLst>
                <a:gd name="connsiteX0" fmla="*/ 1037913 w 1103649"/>
                <a:gd name="connsiteY0" fmla="*/ 283888 h 283887"/>
                <a:gd name="connsiteX1" fmla="*/ 996956 w 1103649"/>
                <a:gd name="connsiteY1" fmla="*/ 268648 h 283887"/>
                <a:gd name="connsiteX2" fmla="*/ 92081 w 1103649"/>
                <a:gd name="connsiteY2" fmla="*/ 263885 h 283887"/>
                <a:gd name="connsiteX3" fmla="*/ 92081 w 1103649"/>
                <a:gd name="connsiteY3" fmla="*/ 263885 h 283887"/>
                <a:gd name="connsiteX4" fmla="*/ 10165 w 1103649"/>
                <a:gd name="connsiteY4" fmla="*/ 243883 h 283887"/>
                <a:gd name="connsiteX5" fmla="*/ 29215 w 1103649"/>
                <a:gd name="connsiteY5" fmla="*/ 158158 h 283887"/>
                <a:gd name="connsiteX6" fmla="*/ 562616 w 1103649"/>
                <a:gd name="connsiteY6" fmla="*/ 43 h 283887"/>
                <a:gd name="connsiteX7" fmla="*/ 1082680 w 1103649"/>
                <a:gd name="connsiteY7" fmla="*/ 180065 h 283887"/>
                <a:gd name="connsiteX8" fmla="*/ 1102683 w 1103649"/>
                <a:gd name="connsiteY8" fmla="*/ 232453 h 283887"/>
                <a:gd name="connsiteX9" fmla="*/ 1058868 w 1103649"/>
                <a:gd name="connsiteY9" fmla="*/ 281030 h 283887"/>
                <a:gd name="connsiteX10" fmla="*/ 1037913 w 1103649"/>
                <a:gd name="connsiteY10" fmla="*/ 283888 h 283887"/>
                <a:gd name="connsiteX11" fmla="*/ 578808 w 1103649"/>
                <a:gd name="connsiteY11" fmla="*/ 93388 h 283887"/>
                <a:gd name="connsiteX12" fmla="*/ 1016005 w 1103649"/>
                <a:gd name="connsiteY12" fmla="*/ 245788 h 283887"/>
                <a:gd name="connsiteX13" fmla="*/ 1049343 w 1103649"/>
                <a:gd name="connsiteY13" fmla="*/ 252455 h 283887"/>
                <a:gd name="connsiteX14" fmla="*/ 1075061 w 1103649"/>
                <a:gd name="connsiteY14" fmla="*/ 224833 h 283887"/>
                <a:gd name="connsiteX15" fmla="*/ 1064583 w 1103649"/>
                <a:gd name="connsiteY15" fmla="*/ 200068 h 283887"/>
                <a:gd name="connsiteX16" fmla="*/ 562616 w 1103649"/>
                <a:gd name="connsiteY16" fmla="*/ 26713 h 283887"/>
                <a:gd name="connsiteX17" fmla="*/ 43503 w 1103649"/>
                <a:gd name="connsiteY17" fmla="*/ 180065 h 283887"/>
                <a:gd name="connsiteX18" fmla="*/ 33978 w 1103649"/>
                <a:gd name="connsiteY18" fmla="*/ 226738 h 283887"/>
                <a:gd name="connsiteX19" fmla="*/ 76840 w 1103649"/>
                <a:gd name="connsiteY19" fmla="*/ 238168 h 283887"/>
                <a:gd name="connsiteX20" fmla="*/ 578808 w 1103649"/>
                <a:gd name="connsiteY20" fmla="*/ 93388 h 283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3649" h="283887">
                  <a:moveTo>
                    <a:pt x="1037913" y="283888"/>
                  </a:moveTo>
                  <a:cubicBezTo>
                    <a:pt x="1023625" y="283888"/>
                    <a:pt x="1009338" y="278173"/>
                    <a:pt x="996956" y="268648"/>
                  </a:cubicBezTo>
                  <a:cubicBezTo>
                    <a:pt x="735018" y="43858"/>
                    <a:pt x="344493" y="108628"/>
                    <a:pt x="92081" y="263885"/>
                  </a:cubicBezTo>
                  <a:lnTo>
                    <a:pt x="92081" y="263885"/>
                  </a:lnTo>
                  <a:cubicBezTo>
                    <a:pt x="58743" y="283888"/>
                    <a:pt x="25405" y="268648"/>
                    <a:pt x="10165" y="243883"/>
                  </a:cubicBezTo>
                  <a:cubicBezTo>
                    <a:pt x="-6027" y="218165"/>
                    <a:pt x="-5074" y="179113"/>
                    <a:pt x="29215" y="158158"/>
                  </a:cubicBezTo>
                  <a:cubicBezTo>
                    <a:pt x="191140" y="58145"/>
                    <a:pt x="380688" y="2900"/>
                    <a:pt x="562616" y="43"/>
                  </a:cubicBezTo>
                  <a:cubicBezTo>
                    <a:pt x="763593" y="-1862"/>
                    <a:pt x="943616" y="60050"/>
                    <a:pt x="1082680" y="180065"/>
                  </a:cubicBezTo>
                  <a:cubicBezTo>
                    <a:pt x="1098873" y="194353"/>
                    <a:pt x="1106493" y="212450"/>
                    <a:pt x="1102683" y="232453"/>
                  </a:cubicBezTo>
                  <a:cubicBezTo>
                    <a:pt x="1098873" y="254360"/>
                    <a:pt x="1081728" y="273410"/>
                    <a:pt x="1058868" y="281030"/>
                  </a:cubicBezTo>
                  <a:cubicBezTo>
                    <a:pt x="1052201" y="282935"/>
                    <a:pt x="1044580" y="283888"/>
                    <a:pt x="1037913" y="283888"/>
                  </a:cubicBezTo>
                  <a:close/>
                  <a:moveTo>
                    <a:pt x="578808" y="93388"/>
                  </a:moveTo>
                  <a:cubicBezTo>
                    <a:pt x="735018" y="93388"/>
                    <a:pt x="889323" y="137203"/>
                    <a:pt x="1016005" y="245788"/>
                  </a:cubicBezTo>
                  <a:cubicBezTo>
                    <a:pt x="1028388" y="256265"/>
                    <a:pt x="1041723" y="255313"/>
                    <a:pt x="1049343" y="252455"/>
                  </a:cubicBezTo>
                  <a:cubicBezTo>
                    <a:pt x="1061726" y="247693"/>
                    <a:pt x="1072203" y="237215"/>
                    <a:pt x="1075061" y="224833"/>
                  </a:cubicBezTo>
                  <a:cubicBezTo>
                    <a:pt x="1076966" y="215308"/>
                    <a:pt x="1073155" y="206735"/>
                    <a:pt x="1064583" y="200068"/>
                  </a:cubicBezTo>
                  <a:cubicBezTo>
                    <a:pt x="930281" y="84815"/>
                    <a:pt x="756925" y="24808"/>
                    <a:pt x="562616" y="26713"/>
                  </a:cubicBezTo>
                  <a:cubicBezTo>
                    <a:pt x="385451" y="28618"/>
                    <a:pt x="200665" y="82910"/>
                    <a:pt x="43503" y="180065"/>
                  </a:cubicBezTo>
                  <a:cubicBezTo>
                    <a:pt x="24453" y="191495"/>
                    <a:pt x="25405" y="212450"/>
                    <a:pt x="33978" y="226738"/>
                  </a:cubicBezTo>
                  <a:cubicBezTo>
                    <a:pt x="41598" y="239120"/>
                    <a:pt x="57790" y="249598"/>
                    <a:pt x="76840" y="238168"/>
                  </a:cubicBezTo>
                  <a:cubicBezTo>
                    <a:pt x="216858" y="152443"/>
                    <a:pt x="398785" y="93388"/>
                    <a:pt x="578808" y="933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06BB8600-EEE4-DD7A-0DBA-F35CA0FB99F0}"/>
                </a:ext>
              </a:extLst>
            </p:cNvPr>
            <p:cNvSpPr/>
            <p:nvPr/>
          </p:nvSpPr>
          <p:spPr>
            <a:xfrm>
              <a:off x="22469522" y="2514619"/>
              <a:ext cx="693430" cy="211539"/>
            </a:xfrm>
            <a:custGeom>
              <a:avLst/>
              <a:gdLst>
                <a:gd name="connsiteX0" fmla="*/ 632460 w 693430"/>
                <a:gd name="connsiteY0" fmla="*/ 211539 h 211539"/>
                <a:gd name="connsiteX1" fmla="*/ 590550 w 693430"/>
                <a:gd name="connsiteY1" fmla="*/ 189632 h 211539"/>
                <a:gd name="connsiteX2" fmla="*/ 483870 w 693430"/>
                <a:gd name="connsiteY2" fmla="*/ 141054 h 211539"/>
                <a:gd name="connsiteX3" fmla="*/ 476250 w 693430"/>
                <a:gd name="connsiteY3" fmla="*/ 139149 h 211539"/>
                <a:gd name="connsiteX4" fmla="*/ 348615 w 693430"/>
                <a:gd name="connsiteY4" fmla="*/ 123909 h 211539"/>
                <a:gd name="connsiteX5" fmla="*/ 92393 w 693430"/>
                <a:gd name="connsiteY5" fmla="*/ 194394 h 211539"/>
                <a:gd name="connsiteX6" fmla="*/ 92393 w 693430"/>
                <a:gd name="connsiteY6" fmla="*/ 194394 h 211539"/>
                <a:gd name="connsiteX7" fmla="*/ 33338 w 693430"/>
                <a:gd name="connsiteY7" fmla="*/ 195347 h 211539"/>
                <a:gd name="connsiteX8" fmla="*/ 0 w 693430"/>
                <a:gd name="connsiteY8" fmla="*/ 138197 h 211539"/>
                <a:gd name="connsiteX9" fmla="*/ 30480 w 693430"/>
                <a:gd name="connsiteY9" fmla="*/ 87714 h 211539"/>
                <a:gd name="connsiteX10" fmla="*/ 363855 w 693430"/>
                <a:gd name="connsiteY10" fmla="*/ 84 h 211539"/>
                <a:gd name="connsiteX11" fmla="*/ 539115 w 693430"/>
                <a:gd name="connsiteY11" fmla="*/ 27707 h 211539"/>
                <a:gd name="connsiteX12" fmla="*/ 679133 w 693430"/>
                <a:gd name="connsiteY12" fmla="*/ 103907 h 211539"/>
                <a:gd name="connsiteX13" fmla="*/ 688658 w 693430"/>
                <a:gd name="connsiteY13" fmla="*/ 167724 h 211539"/>
                <a:gd name="connsiteX14" fmla="*/ 639128 w 693430"/>
                <a:gd name="connsiteY14" fmla="*/ 210587 h 211539"/>
                <a:gd name="connsiteX15" fmla="*/ 632460 w 693430"/>
                <a:gd name="connsiteY15" fmla="*/ 211539 h 211539"/>
                <a:gd name="connsiteX16" fmla="*/ 352425 w 693430"/>
                <a:gd name="connsiteY16" fmla="*/ 95334 h 211539"/>
                <a:gd name="connsiteX17" fmla="*/ 483870 w 693430"/>
                <a:gd name="connsiteY17" fmla="*/ 111527 h 211539"/>
                <a:gd name="connsiteX18" fmla="*/ 491490 w 693430"/>
                <a:gd name="connsiteY18" fmla="*/ 113432 h 211539"/>
                <a:gd name="connsiteX19" fmla="*/ 613410 w 693430"/>
                <a:gd name="connsiteY19" fmla="*/ 171534 h 211539"/>
                <a:gd name="connsiteX20" fmla="*/ 636270 w 693430"/>
                <a:gd name="connsiteY20" fmla="*/ 182012 h 211539"/>
                <a:gd name="connsiteX21" fmla="*/ 663893 w 693430"/>
                <a:gd name="connsiteY21" fmla="*/ 157247 h 211539"/>
                <a:gd name="connsiteX22" fmla="*/ 658178 w 693430"/>
                <a:gd name="connsiteY22" fmla="*/ 122004 h 211539"/>
                <a:gd name="connsiteX23" fmla="*/ 531495 w 693430"/>
                <a:gd name="connsiteY23" fmla="*/ 55329 h 211539"/>
                <a:gd name="connsiteX24" fmla="*/ 363855 w 693430"/>
                <a:gd name="connsiteY24" fmla="*/ 28659 h 211539"/>
                <a:gd name="connsiteX25" fmla="*/ 44768 w 693430"/>
                <a:gd name="connsiteY25" fmla="*/ 112479 h 211539"/>
                <a:gd name="connsiteX26" fmla="*/ 28575 w 693430"/>
                <a:gd name="connsiteY26" fmla="*/ 138197 h 211539"/>
                <a:gd name="connsiteX27" fmla="*/ 47625 w 693430"/>
                <a:gd name="connsiteY27" fmla="*/ 170582 h 211539"/>
                <a:gd name="connsiteX28" fmla="*/ 78105 w 693430"/>
                <a:gd name="connsiteY28" fmla="*/ 169629 h 211539"/>
                <a:gd name="connsiteX29" fmla="*/ 78105 w 693430"/>
                <a:gd name="connsiteY29" fmla="*/ 169629 h 211539"/>
                <a:gd name="connsiteX30" fmla="*/ 347662 w 693430"/>
                <a:gd name="connsiteY30" fmla="*/ 95334 h 211539"/>
                <a:gd name="connsiteX31" fmla="*/ 352425 w 693430"/>
                <a:gd name="connsiteY31" fmla="*/ 95334 h 21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93430" h="211539">
                  <a:moveTo>
                    <a:pt x="632460" y="211539"/>
                  </a:moveTo>
                  <a:cubicBezTo>
                    <a:pt x="616268" y="211539"/>
                    <a:pt x="601980" y="203919"/>
                    <a:pt x="590550" y="189632"/>
                  </a:cubicBezTo>
                  <a:cubicBezTo>
                    <a:pt x="568643" y="162009"/>
                    <a:pt x="521970" y="150579"/>
                    <a:pt x="483870" y="141054"/>
                  </a:cubicBezTo>
                  <a:lnTo>
                    <a:pt x="476250" y="139149"/>
                  </a:lnTo>
                  <a:cubicBezTo>
                    <a:pt x="436245" y="128672"/>
                    <a:pt x="392430" y="123909"/>
                    <a:pt x="348615" y="123909"/>
                  </a:cubicBezTo>
                  <a:cubicBezTo>
                    <a:pt x="259080" y="124862"/>
                    <a:pt x="173355" y="148674"/>
                    <a:pt x="92393" y="194394"/>
                  </a:cubicBezTo>
                  <a:lnTo>
                    <a:pt x="92393" y="194394"/>
                  </a:lnTo>
                  <a:cubicBezTo>
                    <a:pt x="73343" y="205824"/>
                    <a:pt x="51435" y="205824"/>
                    <a:pt x="33338" y="195347"/>
                  </a:cubicBezTo>
                  <a:cubicBezTo>
                    <a:pt x="13335" y="183917"/>
                    <a:pt x="0" y="161057"/>
                    <a:pt x="0" y="138197"/>
                  </a:cubicBezTo>
                  <a:cubicBezTo>
                    <a:pt x="0" y="117242"/>
                    <a:pt x="11430" y="99144"/>
                    <a:pt x="30480" y="87714"/>
                  </a:cubicBezTo>
                  <a:cubicBezTo>
                    <a:pt x="133350" y="28659"/>
                    <a:pt x="248603" y="-1821"/>
                    <a:pt x="363855" y="84"/>
                  </a:cubicBezTo>
                  <a:cubicBezTo>
                    <a:pt x="424815" y="1037"/>
                    <a:pt x="483870" y="10562"/>
                    <a:pt x="539115" y="27707"/>
                  </a:cubicBezTo>
                  <a:cubicBezTo>
                    <a:pt x="583883" y="41994"/>
                    <a:pt x="644843" y="61044"/>
                    <a:pt x="679133" y="103907"/>
                  </a:cubicBezTo>
                  <a:cubicBezTo>
                    <a:pt x="694373" y="122004"/>
                    <a:pt x="697230" y="145817"/>
                    <a:pt x="688658" y="167724"/>
                  </a:cubicBezTo>
                  <a:cubicBezTo>
                    <a:pt x="680085" y="190584"/>
                    <a:pt x="660083" y="206777"/>
                    <a:pt x="639128" y="210587"/>
                  </a:cubicBezTo>
                  <a:cubicBezTo>
                    <a:pt x="638175" y="211539"/>
                    <a:pt x="635318" y="211539"/>
                    <a:pt x="632460" y="211539"/>
                  </a:cubicBezTo>
                  <a:close/>
                  <a:moveTo>
                    <a:pt x="352425" y="95334"/>
                  </a:moveTo>
                  <a:cubicBezTo>
                    <a:pt x="398145" y="95334"/>
                    <a:pt x="441960" y="101049"/>
                    <a:pt x="483870" y="111527"/>
                  </a:cubicBezTo>
                  <a:lnTo>
                    <a:pt x="491490" y="113432"/>
                  </a:lnTo>
                  <a:cubicBezTo>
                    <a:pt x="533400" y="123909"/>
                    <a:pt x="584835" y="137244"/>
                    <a:pt x="613410" y="171534"/>
                  </a:cubicBezTo>
                  <a:cubicBezTo>
                    <a:pt x="620078" y="180107"/>
                    <a:pt x="627698" y="183917"/>
                    <a:pt x="636270" y="182012"/>
                  </a:cubicBezTo>
                  <a:cubicBezTo>
                    <a:pt x="647700" y="180107"/>
                    <a:pt x="659130" y="170582"/>
                    <a:pt x="663893" y="157247"/>
                  </a:cubicBezTo>
                  <a:cubicBezTo>
                    <a:pt x="666750" y="149627"/>
                    <a:pt x="669608" y="135339"/>
                    <a:pt x="658178" y="122004"/>
                  </a:cubicBezTo>
                  <a:cubicBezTo>
                    <a:pt x="628650" y="85809"/>
                    <a:pt x="572453" y="67712"/>
                    <a:pt x="531495" y="55329"/>
                  </a:cubicBezTo>
                  <a:cubicBezTo>
                    <a:pt x="478155" y="39137"/>
                    <a:pt x="421958" y="29612"/>
                    <a:pt x="363855" y="28659"/>
                  </a:cubicBezTo>
                  <a:cubicBezTo>
                    <a:pt x="253365" y="26754"/>
                    <a:pt x="143827" y="55329"/>
                    <a:pt x="44768" y="112479"/>
                  </a:cubicBezTo>
                  <a:cubicBezTo>
                    <a:pt x="31432" y="120099"/>
                    <a:pt x="28575" y="130577"/>
                    <a:pt x="28575" y="138197"/>
                  </a:cubicBezTo>
                  <a:cubicBezTo>
                    <a:pt x="28575" y="150579"/>
                    <a:pt x="36195" y="163914"/>
                    <a:pt x="47625" y="170582"/>
                  </a:cubicBezTo>
                  <a:cubicBezTo>
                    <a:pt x="54293" y="174392"/>
                    <a:pt x="64770" y="177249"/>
                    <a:pt x="78105" y="169629"/>
                  </a:cubicBezTo>
                  <a:lnTo>
                    <a:pt x="78105" y="169629"/>
                  </a:lnTo>
                  <a:cubicBezTo>
                    <a:pt x="162877" y="121052"/>
                    <a:pt x="253365" y="96287"/>
                    <a:pt x="347662" y="95334"/>
                  </a:cubicBezTo>
                  <a:cubicBezTo>
                    <a:pt x="349568" y="95334"/>
                    <a:pt x="350520" y="95334"/>
                    <a:pt x="352425" y="95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5967914F-7767-40CE-C5AC-5D1781C67AE6}"/>
                </a:ext>
              </a:extLst>
            </p:cNvPr>
            <p:cNvSpPr/>
            <p:nvPr/>
          </p:nvSpPr>
          <p:spPr>
            <a:xfrm>
              <a:off x="22650337" y="2842364"/>
              <a:ext cx="314643" cy="313372"/>
            </a:xfrm>
            <a:custGeom>
              <a:avLst/>
              <a:gdLst>
                <a:gd name="connsiteX0" fmla="*/ 157322 w 314643"/>
                <a:gd name="connsiteY0" fmla="*/ 313373 h 313372"/>
                <a:gd name="connsiteX1" fmla="*/ 159 w 314643"/>
                <a:gd name="connsiteY1" fmla="*/ 157163 h 313372"/>
                <a:gd name="connsiteX2" fmla="*/ 42069 w 314643"/>
                <a:gd name="connsiteY2" fmla="*/ 50482 h 313372"/>
                <a:gd name="connsiteX3" fmla="*/ 157322 w 314643"/>
                <a:gd name="connsiteY3" fmla="*/ 0 h 313372"/>
                <a:gd name="connsiteX4" fmla="*/ 314484 w 314643"/>
                <a:gd name="connsiteY4" fmla="*/ 156210 h 313372"/>
                <a:gd name="connsiteX5" fmla="*/ 272574 w 314643"/>
                <a:gd name="connsiteY5" fmla="*/ 262890 h 313372"/>
                <a:gd name="connsiteX6" fmla="*/ 157322 w 314643"/>
                <a:gd name="connsiteY6" fmla="*/ 313373 h 313372"/>
                <a:gd name="connsiteX7" fmla="*/ 157322 w 314643"/>
                <a:gd name="connsiteY7" fmla="*/ 27623 h 313372"/>
                <a:gd name="connsiteX8" fmla="*/ 63024 w 314643"/>
                <a:gd name="connsiteY8" fmla="*/ 69532 h 313372"/>
                <a:gd name="connsiteX9" fmla="*/ 28734 w 314643"/>
                <a:gd name="connsiteY9" fmla="*/ 155257 h 313372"/>
                <a:gd name="connsiteX10" fmla="*/ 157322 w 314643"/>
                <a:gd name="connsiteY10" fmla="*/ 284798 h 313372"/>
                <a:gd name="connsiteX11" fmla="*/ 251619 w 314643"/>
                <a:gd name="connsiteY11" fmla="*/ 242887 h 313372"/>
                <a:gd name="connsiteX12" fmla="*/ 285909 w 314643"/>
                <a:gd name="connsiteY12" fmla="*/ 157163 h 313372"/>
                <a:gd name="connsiteX13" fmla="*/ 157322 w 314643"/>
                <a:gd name="connsiteY13" fmla="*/ 27623 h 313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643" h="313372">
                  <a:moveTo>
                    <a:pt x="157322" y="313373"/>
                  </a:moveTo>
                  <a:cubicBezTo>
                    <a:pt x="73502" y="313373"/>
                    <a:pt x="3969" y="244793"/>
                    <a:pt x="159" y="157163"/>
                  </a:cubicBezTo>
                  <a:cubicBezTo>
                    <a:pt x="-1746" y="118110"/>
                    <a:pt x="13494" y="80010"/>
                    <a:pt x="42069" y="50482"/>
                  </a:cubicBezTo>
                  <a:cubicBezTo>
                    <a:pt x="72549" y="18098"/>
                    <a:pt x="114459" y="0"/>
                    <a:pt x="157322" y="0"/>
                  </a:cubicBezTo>
                  <a:cubicBezTo>
                    <a:pt x="241142" y="0"/>
                    <a:pt x="310674" y="68580"/>
                    <a:pt x="314484" y="156210"/>
                  </a:cubicBezTo>
                  <a:cubicBezTo>
                    <a:pt x="316389" y="195262"/>
                    <a:pt x="301149" y="233362"/>
                    <a:pt x="272574" y="262890"/>
                  </a:cubicBezTo>
                  <a:cubicBezTo>
                    <a:pt x="241142" y="295275"/>
                    <a:pt x="199232" y="313373"/>
                    <a:pt x="157322" y="313373"/>
                  </a:cubicBezTo>
                  <a:close/>
                  <a:moveTo>
                    <a:pt x="157322" y="27623"/>
                  </a:moveTo>
                  <a:cubicBezTo>
                    <a:pt x="123032" y="27623"/>
                    <a:pt x="87789" y="42863"/>
                    <a:pt x="63024" y="69532"/>
                  </a:cubicBezTo>
                  <a:cubicBezTo>
                    <a:pt x="39212" y="94298"/>
                    <a:pt x="27782" y="124777"/>
                    <a:pt x="28734" y="155257"/>
                  </a:cubicBezTo>
                  <a:cubicBezTo>
                    <a:pt x="31592" y="227648"/>
                    <a:pt x="88742" y="284798"/>
                    <a:pt x="157322" y="284798"/>
                  </a:cubicBezTo>
                  <a:cubicBezTo>
                    <a:pt x="191612" y="284798"/>
                    <a:pt x="226854" y="269557"/>
                    <a:pt x="251619" y="242887"/>
                  </a:cubicBezTo>
                  <a:cubicBezTo>
                    <a:pt x="275432" y="218123"/>
                    <a:pt x="286862" y="187643"/>
                    <a:pt x="285909" y="157163"/>
                  </a:cubicBezTo>
                  <a:cubicBezTo>
                    <a:pt x="283052" y="84773"/>
                    <a:pt x="225902" y="27623"/>
                    <a:pt x="157322" y="276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73" name="Graphic 48">
            <a:extLst>
              <a:ext uri="{FF2B5EF4-FFF2-40B4-BE49-F238E27FC236}">
                <a16:creationId xmlns:a16="http://schemas.microsoft.com/office/drawing/2014/main" id="{6FEA23E3-5E02-7297-B3CF-DC9E8F2CE1F4}"/>
              </a:ext>
            </a:extLst>
          </p:cNvPr>
          <p:cNvSpPr/>
          <p:nvPr/>
        </p:nvSpPr>
        <p:spPr>
          <a:xfrm>
            <a:off x="21847838" y="6148483"/>
            <a:ext cx="1346078" cy="2559309"/>
          </a:xfrm>
          <a:custGeom>
            <a:avLst/>
            <a:gdLst>
              <a:gd name="connsiteX0" fmla="*/ 198315 w 739433"/>
              <a:gd name="connsiteY0" fmla="*/ 1405890 h 1405890"/>
              <a:gd name="connsiteX1" fmla="*/ 344691 w 739433"/>
              <a:gd name="connsiteY1" fmla="*/ 772478 h 1405890"/>
              <a:gd name="connsiteX2" fmla="*/ 0 w 739433"/>
              <a:gd name="connsiteY2" fmla="*/ 857250 h 1405890"/>
              <a:gd name="connsiteX3" fmla="*/ 0 w 739433"/>
              <a:gd name="connsiteY3" fmla="*/ 113348 h 1405890"/>
              <a:gd name="connsiteX4" fmla="*/ 429683 w 739433"/>
              <a:gd name="connsiteY4" fmla="*/ 0 h 1405890"/>
              <a:gd name="connsiteX5" fmla="*/ 305972 w 739433"/>
              <a:gd name="connsiteY5" fmla="*/ 556260 h 1405890"/>
              <a:gd name="connsiteX6" fmla="*/ 739433 w 739433"/>
              <a:gd name="connsiteY6" fmla="*/ 526733 h 1405890"/>
              <a:gd name="connsiteX7" fmla="*/ 198315 w 739433"/>
              <a:gd name="connsiteY7" fmla="*/ 1405890 h 1405890"/>
              <a:gd name="connsiteX8" fmla="*/ 382465 w 739433"/>
              <a:gd name="connsiteY8" fmla="*/ 733425 h 1405890"/>
              <a:gd name="connsiteX9" fmla="*/ 264421 w 739433"/>
              <a:gd name="connsiteY9" fmla="*/ 1243965 h 1405890"/>
              <a:gd name="connsiteX10" fmla="*/ 686549 w 739433"/>
              <a:gd name="connsiteY10" fmla="*/ 560070 h 1405890"/>
              <a:gd name="connsiteX11" fmla="*/ 270087 w 739433"/>
              <a:gd name="connsiteY11" fmla="*/ 587693 h 1405890"/>
              <a:gd name="connsiteX12" fmla="*/ 391909 w 739433"/>
              <a:gd name="connsiteY12" fmla="*/ 40005 h 1405890"/>
              <a:gd name="connsiteX13" fmla="*/ 28331 w 739433"/>
              <a:gd name="connsiteY13" fmla="*/ 135255 h 1405890"/>
              <a:gd name="connsiteX14" fmla="*/ 28331 w 739433"/>
              <a:gd name="connsiteY14" fmla="*/ 820103 h 1405890"/>
              <a:gd name="connsiteX15" fmla="*/ 382465 w 739433"/>
              <a:gd name="connsiteY15" fmla="*/ 733425 h 140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39433" h="1405890">
                <a:moveTo>
                  <a:pt x="198315" y="1405890"/>
                </a:moveTo>
                <a:lnTo>
                  <a:pt x="344691" y="772478"/>
                </a:lnTo>
                <a:lnTo>
                  <a:pt x="0" y="857250"/>
                </a:lnTo>
                <a:lnTo>
                  <a:pt x="0" y="113348"/>
                </a:lnTo>
                <a:lnTo>
                  <a:pt x="429683" y="0"/>
                </a:lnTo>
                <a:lnTo>
                  <a:pt x="305972" y="556260"/>
                </a:lnTo>
                <a:lnTo>
                  <a:pt x="739433" y="526733"/>
                </a:lnTo>
                <a:lnTo>
                  <a:pt x="198315" y="1405890"/>
                </a:lnTo>
                <a:close/>
                <a:moveTo>
                  <a:pt x="382465" y="733425"/>
                </a:moveTo>
                <a:lnTo>
                  <a:pt x="264421" y="1243965"/>
                </a:lnTo>
                <a:lnTo>
                  <a:pt x="686549" y="560070"/>
                </a:lnTo>
                <a:lnTo>
                  <a:pt x="270087" y="587693"/>
                </a:lnTo>
                <a:lnTo>
                  <a:pt x="391909" y="40005"/>
                </a:lnTo>
                <a:lnTo>
                  <a:pt x="28331" y="135255"/>
                </a:lnTo>
                <a:lnTo>
                  <a:pt x="28331" y="820103"/>
                </a:lnTo>
                <a:lnTo>
                  <a:pt x="382465" y="733425"/>
                </a:lnTo>
                <a:close/>
              </a:path>
            </a:pathLst>
          </a:custGeom>
          <a:solidFill>
            <a:schemeClr val="accent4"/>
          </a:solidFill>
          <a:ln w="94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74" name="Graphic 50">
            <a:extLst>
              <a:ext uri="{FF2B5EF4-FFF2-40B4-BE49-F238E27FC236}">
                <a16:creationId xmlns:a16="http://schemas.microsoft.com/office/drawing/2014/main" id="{74CEBCC8-0E5C-2F1C-7AD3-5AAB4CC2A378}"/>
              </a:ext>
            </a:extLst>
          </p:cNvPr>
          <p:cNvSpPr/>
          <p:nvPr/>
        </p:nvSpPr>
        <p:spPr>
          <a:xfrm>
            <a:off x="22257583" y="9126947"/>
            <a:ext cx="1294682" cy="1294682"/>
          </a:xfrm>
          <a:custGeom>
            <a:avLst/>
            <a:gdLst>
              <a:gd name="connsiteX0" fmla="*/ 355600 w 711200"/>
              <a:gd name="connsiteY0" fmla="*/ 711200 h 711200"/>
              <a:gd name="connsiteX1" fmla="*/ 241808 w 711200"/>
              <a:gd name="connsiteY1" fmla="*/ 597408 h 711200"/>
              <a:gd name="connsiteX2" fmla="*/ 241808 w 711200"/>
              <a:gd name="connsiteY2" fmla="*/ 469392 h 711200"/>
              <a:gd name="connsiteX3" fmla="*/ 113792 w 711200"/>
              <a:gd name="connsiteY3" fmla="*/ 469392 h 711200"/>
              <a:gd name="connsiteX4" fmla="*/ 0 w 711200"/>
              <a:gd name="connsiteY4" fmla="*/ 355600 h 711200"/>
              <a:gd name="connsiteX5" fmla="*/ 113792 w 711200"/>
              <a:gd name="connsiteY5" fmla="*/ 241808 h 711200"/>
              <a:gd name="connsiteX6" fmla="*/ 241808 w 711200"/>
              <a:gd name="connsiteY6" fmla="*/ 241808 h 711200"/>
              <a:gd name="connsiteX7" fmla="*/ 241808 w 711200"/>
              <a:gd name="connsiteY7" fmla="*/ 113792 h 711200"/>
              <a:gd name="connsiteX8" fmla="*/ 355600 w 711200"/>
              <a:gd name="connsiteY8" fmla="*/ 0 h 711200"/>
              <a:gd name="connsiteX9" fmla="*/ 469392 w 711200"/>
              <a:gd name="connsiteY9" fmla="*/ 113792 h 711200"/>
              <a:gd name="connsiteX10" fmla="*/ 469392 w 711200"/>
              <a:gd name="connsiteY10" fmla="*/ 241808 h 711200"/>
              <a:gd name="connsiteX11" fmla="*/ 597408 w 711200"/>
              <a:gd name="connsiteY11" fmla="*/ 241808 h 711200"/>
              <a:gd name="connsiteX12" fmla="*/ 711200 w 711200"/>
              <a:gd name="connsiteY12" fmla="*/ 355600 h 711200"/>
              <a:gd name="connsiteX13" fmla="*/ 597408 w 711200"/>
              <a:gd name="connsiteY13" fmla="*/ 469392 h 711200"/>
              <a:gd name="connsiteX14" fmla="*/ 469392 w 711200"/>
              <a:gd name="connsiteY14" fmla="*/ 469392 h 711200"/>
              <a:gd name="connsiteX15" fmla="*/ 469392 w 711200"/>
              <a:gd name="connsiteY15" fmla="*/ 597408 h 711200"/>
              <a:gd name="connsiteX16" fmla="*/ 355600 w 711200"/>
              <a:gd name="connsiteY16" fmla="*/ 711200 h 711200"/>
              <a:gd name="connsiteX17" fmla="*/ 113792 w 711200"/>
              <a:gd name="connsiteY17" fmla="*/ 270256 h 711200"/>
              <a:gd name="connsiteX18" fmla="*/ 28448 w 711200"/>
              <a:gd name="connsiteY18" fmla="*/ 355600 h 711200"/>
              <a:gd name="connsiteX19" fmla="*/ 113792 w 711200"/>
              <a:gd name="connsiteY19" fmla="*/ 440944 h 711200"/>
              <a:gd name="connsiteX20" fmla="*/ 270256 w 711200"/>
              <a:gd name="connsiteY20" fmla="*/ 440944 h 711200"/>
              <a:gd name="connsiteX21" fmla="*/ 270256 w 711200"/>
              <a:gd name="connsiteY21" fmla="*/ 597408 h 711200"/>
              <a:gd name="connsiteX22" fmla="*/ 355600 w 711200"/>
              <a:gd name="connsiteY22" fmla="*/ 682752 h 711200"/>
              <a:gd name="connsiteX23" fmla="*/ 440944 w 711200"/>
              <a:gd name="connsiteY23" fmla="*/ 597408 h 711200"/>
              <a:gd name="connsiteX24" fmla="*/ 440944 w 711200"/>
              <a:gd name="connsiteY24" fmla="*/ 440944 h 711200"/>
              <a:gd name="connsiteX25" fmla="*/ 597408 w 711200"/>
              <a:gd name="connsiteY25" fmla="*/ 440944 h 711200"/>
              <a:gd name="connsiteX26" fmla="*/ 682752 w 711200"/>
              <a:gd name="connsiteY26" fmla="*/ 355600 h 711200"/>
              <a:gd name="connsiteX27" fmla="*/ 597408 w 711200"/>
              <a:gd name="connsiteY27" fmla="*/ 270256 h 711200"/>
              <a:gd name="connsiteX28" fmla="*/ 440944 w 711200"/>
              <a:gd name="connsiteY28" fmla="*/ 270256 h 711200"/>
              <a:gd name="connsiteX29" fmla="*/ 440944 w 711200"/>
              <a:gd name="connsiteY29" fmla="*/ 113792 h 711200"/>
              <a:gd name="connsiteX30" fmla="*/ 355600 w 711200"/>
              <a:gd name="connsiteY30" fmla="*/ 28448 h 711200"/>
              <a:gd name="connsiteX31" fmla="*/ 270256 w 711200"/>
              <a:gd name="connsiteY31" fmla="*/ 113792 h 711200"/>
              <a:gd name="connsiteX32" fmla="*/ 270256 w 711200"/>
              <a:gd name="connsiteY32" fmla="*/ 270256 h 711200"/>
              <a:gd name="connsiteX33" fmla="*/ 113792 w 711200"/>
              <a:gd name="connsiteY33" fmla="*/ 270256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11200" h="711200">
                <a:moveTo>
                  <a:pt x="355600" y="711200"/>
                </a:moveTo>
                <a:cubicBezTo>
                  <a:pt x="293014" y="711200"/>
                  <a:pt x="241808" y="659994"/>
                  <a:pt x="241808" y="597408"/>
                </a:cubicBezTo>
                <a:lnTo>
                  <a:pt x="241808" y="469392"/>
                </a:lnTo>
                <a:lnTo>
                  <a:pt x="113792" y="469392"/>
                </a:lnTo>
                <a:cubicBezTo>
                  <a:pt x="51206" y="469392"/>
                  <a:pt x="0" y="418186"/>
                  <a:pt x="0" y="355600"/>
                </a:cubicBezTo>
                <a:cubicBezTo>
                  <a:pt x="0" y="293014"/>
                  <a:pt x="51206" y="241808"/>
                  <a:pt x="113792" y="241808"/>
                </a:cubicBezTo>
                <a:lnTo>
                  <a:pt x="241808" y="241808"/>
                </a:lnTo>
                <a:lnTo>
                  <a:pt x="241808" y="113792"/>
                </a:lnTo>
                <a:cubicBezTo>
                  <a:pt x="241808" y="51206"/>
                  <a:pt x="293014" y="0"/>
                  <a:pt x="355600" y="0"/>
                </a:cubicBezTo>
                <a:cubicBezTo>
                  <a:pt x="418186" y="0"/>
                  <a:pt x="469392" y="51206"/>
                  <a:pt x="469392" y="113792"/>
                </a:cubicBezTo>
                <a:lnTo>
                  <a:pt x="469392" y="241808"/>
                </a:lnTo>
                <a:lnTo>
                  <a:pt x="597408" y="241808"/>
                </a:lnTo>
                <a:cubicBezTo>
                  <a:pt x="659994" y="241808"/>
                  <a:pt x="711200" y="293014"/>
                  <a:pt x="711200" y="355600"/>
                </a:cubicBezTo>
                <a:cubicBezTo>
                  <a:pt x="711200" y="418186"/>
                  <a:pt x="659994" y="469392"/>
                  <a:pt x="597408" y="469392"/>
                </a:cubicBezTo>
                <a:lnTo>
                  <a:pt x="469392" y="469392"/>
                </a:lnTo>
                <a:lnTo>
                  <a:pt x="469392" y="597408"/>
                </a:lnTo>
                <a:cubicBezTo>
                  <a:pt x="469392" y="659994"/>
                  <a:pt x="418186" y="711200"/>
                  <a:pt x="355600" y="711200"/>
                </a:cubicBezTo>
                <a:close/>
                <a:moveTo>
                  <a:pt x="113792" y="270256"/>
                </a:moveTo>
                <a:cubicBezTo>
                  <a:pt x="66379" y="270256"/>
                  <a:pt x="28448" y="308187"/>
                  <a:pt x="28448" y="355600"/>
                </a:cubicBezTo>
                <a:cubicBezTo>
                  <a:pt x="28448" y="403013"/>
                  <a:pt x="66379" y="440944"/>
                  <a:pt x="113792" y="440944"/>
                </a:cubicBezTo>
                <a:lnTo>
                  <a:pt x="270256" y="440944"/>
                </a:lnTo>
                <a:lnTo>
                  <a:pt x="270256" y="597408"/>
                </a:lnTo>
                <a:cubicBezTo>
                  <a:pt x="270256" y="644821"/>
                  <a:pt x="308187" y="682752"/>
                  <a:pt x="355600" y="682752"/>
                </a:cubicBezTo>
                <a:cubicBezTo>
                  <a:pt x="403013" y="682752"/>
                  <a:pt x="440944" y="644821"/>
                  <a:pt x="440944" y="597408"/>
                </a:cubicBezTo>
                <a:lnTo>
                  <a:pt x="440944" y="440944"/>
                </a:lnTo>
                <a:lnTo>
                  <a:pt x="597408" y="440944"/>
                </a:lnTo>
                <a:cubicBezTo>
                  <a:pt x="644821" y="440944"/>
                  <a:pt x="682752" y="403013"/>
                  <a:pt x="682752" y="355600"/>
                </a:cubicBezTo>
                <a:cubicBezTo>
                  <a:pt x="682752" y="308187"/>
                  <a:pt x="644821" y="270256"/>
                  <a:pt x="597408" y="270256"/>
                </a:cubicBezTo>
                <a:lnTo>
                  <a:pt x="440944" y="270256"/>
                </a:lnTo>
                <a:lnTo>
                  <a:pt x="440944" y="113792"/>
                </a:lnTo>
                <a:cubicBezTo>
                  <a:pt x="440944" y="66379"/>
                  <a:pt x="403013" y="28448"/>
                  <a:pt x="355600" y="28448"/>
                </a:cubicBezTo>
                <a:cubicBezTo>
                  <a:pt x="308187" y="28448"/>
                  <a:pt x="270256" y="66379"/>
                  <a:pt x="270256" y="113792"/>
                </a:cubicBezTo>
                <a:lnTo>
                  <a:pt x="270256" y="270256"/>
                </a:lnTo>
                <a:lnTo>
                  <a:pt x="113792" y="270256"/>
                </a:lnTo>
                <a:close/>
              </a:path>
            </a:pathLst>
          </a:custGeom>
          <a:solidFill>
            <a:schemeClr val="accent1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49C6B9-4970-2CAF-C096-745D6C607129}"/>
              </a:ext>
            </a:extLst>
          </p:cNvPr>
          <p:cNvSpPr txBox="1"/>
          <p:nvPr/>
        </p:nvSpPr>
        <p:spPr>
          <a:xfrm>
            <a:off x="20073280" y="6275368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824515-A6FD-1AEF-8D01-EA841CC6F6FD}"/>
              </a:ext>
            </a:extLst>
          </p:cNvPr>
          <p:cNvSpPr txBox="1"/>
          <p:nvPr/>
        </p:nvSpPr>
        <p:spPr>
          <a:xfrm>
            <a:off x="20073280" y="8033544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D0249-842C-5F20-F42A-CEED7E9B4496}"/>
              </a:ext>
            </a:extLst>
          </p:cNvPr>
          <p:cNvSpPr txBox="1"/>
          <p:nvPr/>
        </p:nvSpPr>
        <p:spPr>
          <a:xfrm>
            <a:off x="20073280" y="9791720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08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D14D3E-6A68-17D0-2ECF-A49941A6CCB6}"/>
              </a:ext>
            </a:extLst>
          </p:cNvPr>
          <p:cNvSpPr/>
          <p:nvPr/>
        </p:nvSpPr>
        <p:spPr>
          <a:xfrm>
            <a:off x="8124850" y="16286459"/>
            <a:ext cx="3238242" cy="2950153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13502F-A81E-DC19-A111-79D3C334610A}"/>
              </a:ext>
            </a:extLst>
          </p:cNvPr>
          <p:cNvSpPr/>
          <p:nvPr/>
        </p:nvSpPr>
        <p:spPr>
          <a:xfrm>
            <a:off x="12645035" y="16286459"/>
            <a:ext cx="3238242" cy="2950153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Alat &amp; Cara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55B86B-FA9B-0579-A5C6-A23B887FE173}"/>
              </a:ext>
            </a:extLst>
          </p:cNvPr>
          <p:cNvSpPr/>
          <p:nvPr/>
        </p:nvSpPr>
        <p:spPr>
          <a:xfrm>
            <a:off x="15883277" y="12744094"/>
            <a:ext cx="3238242" cy="2950153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Latar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Belakang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E053985F-3E49-B4CD-2118-E74C31CC8C2E}"/>
              </a:ext>
            </a:extLst>
          </p:cNvPr>
          <p:cNvSpPr txBox="1"/>
          <p:nvPr/>
        </p:nvSpPr>
        <p:spPr>
          <a:xfrm>
            <a:off x="5579235" y="1518934"/>
            <a:ext cx="12537010" cy="144655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ctr"/>
            <a:r>
              <a:rPr lang="en-US" sz="8800" b="1" dirty="0" err="1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Tujuan</a:t>
            </a:r>
            <a:r>
              <a:rPr lang="en-US" sz="8800" b="1" dirty="0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 &amp; </a:t>
            </a:r>
            <a:r>
              <a:rPr lang="en-US" sz="8800" b="1" dirty="0" err="1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Manfaat</a:t>
            </a:r>
            <a:endParaRPr lang="en-US" sz="8800" b="1" dirty="0">
              <a:solidFill>
                <a:schemeClr val="bg1"/>
              </a:solidFill>
              <a:latin typeface="Averia Libre" panose="02000603000000000004" pitchFamily="2" charset="0"/>
              <a:cs typeface="Space Grotesk" pitchFamily="2" charset="77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9C4CD201-BE5C-9034-FE83-A6E60C279448}"/>
              </a:ext>
            </a:extLst>
          </p:cNvPr>
          <p:cNvSpPr txBox="1"/>
          <p:nvPr/>
        </p:nvSpPr>
        <p:spPr>
          <a:xfrm>
            <a:off x="1443062" y="4165016"/>
            <a:ext cx="8665116" cy="48106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defRPr sz="3800">
                <a:latin typeface="Josefin Sans Light" pitchFamily="2" charset="77"/>
              </a:defRPr>
            </a:lvl1pPr>
          </a:lstStyle>
          <a:p>
            <a:pPr algn="l"/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Tujuan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	:</a:t>
            </a:r>
          </a:p>
          <a:p>
            <a:pPr marL="514350" indent="-514350" algn="l">
              <a:buAutoNum type="arabicPeriod"/>
            </a:pP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Dapat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menjadwalkan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pemberian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makan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ikan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secara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otomatis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sesuai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dengan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waktu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yang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ditentukan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ea typeface="Red Hat Display" panose="02010303040201060303" pitchFamily="2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Dapat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menghemat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waktu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dan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tenaga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pemilik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ikan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dengan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mengotomatiskan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proses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pemberian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pakan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ea typeface="Red Hat Display" panose="02010303040201060303" pitchFamily="2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Memberikan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kemudahan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pemantauan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jadwal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pemberian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makan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dan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jumlah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pakan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yang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diberikan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melalui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antarmuka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pengguna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ea typeface="Red Hat Display" panose="02010303040201060303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B4C813-7D76-9D44-823D-B6CA4CD3DA0D}"/>
              </a:ext>
            </a:extLst>
          </p:cNvPr>
          <p:cNvSpPr/>
          <p:nvPr/>
        </p:nvSpPr>
        <p:spPr>
          <a:xfrm>
            <a:off x="9446005" y="9791720"/>
            <a:ext cx="5575275" cy="5293133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Manfaat</a:t>
            </a:r>
            <a:endParaRPr lang="en-ID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BCFCAB-BFF1-F873-0277-B6B41A626C3A}"/>
              </a:ext>
            </a:extLst>
          </p:cNvPr>
          <p:cNvSpPr/>
          <p:nvPr/>
        </p:nvSpPr>
        <p:spPr>
          <a:xfrm>
            <a:off x="5256133" y="12585227"/>
            <a:ext cx="3238242" cy="3188668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Perkenalan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Anggota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4CE3096-F32D-E34F-07A0-1F652462555B}"/>
              </a:ext>
            </a:extLst>
          </p:cNvPr>
          <p:cNvSpPr txBox="1"/>
          <p:nvPr/>
        </p:nvSpPr>
        <p:spPr>
          <a:xfrm>
            <a:off x="11534465" y="4139908"/>
            <a:ext cx="9129640" cy="4302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defRPr sz="3800">
                <a:latin typeface="Josefin Sans Light" pitchFamily="2" charset="77"/>
              </a:defRPr>
            </a:lvl1pPr>
          </a:lstStyle>
          <a:p>
            <a:pPr algn="l"/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Manfaat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:</a:t>
            </a:r>
          </a:p>
          <a:p>
            <a:pPr marL="514350" indent="-514350" algn="l">
              <a:buAutoNum type="arabicPeriod"/>
            </a:pP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Mengurangi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risiko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kontaminasi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air oleh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sisa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makanan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berlebih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ea typeface="Red Hat Display" panose="02010303040201060303" pitchFamily="2" charset="0"/>
              <a:cs typeface="Times New Roman" panose="02020603050405020304" pitchFamily="18" charset="0"/>
            </a:endParaRPr>
          </a:p>
          <a:p>
            <a:pPr marL="514350" indent="-514350" algn="l">
              <a:buAutoNum type="arabicPeriod"/>
            </a:pP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Menyederhanakan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proses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perawatan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akuarium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bagi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pemilik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ikan </a:t>
            </a:r>
          </a:p>
          <a:p>
            <a:pPr marL="514350" indent="-514350" algn="l">
              <a:buAutoNum type="arabicPeriod"/>
            </a:pP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Memberikan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fleksibilitas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kepada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pemilik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ikan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untuk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menyesuaikan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jadwal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pemberian</a:t>
            </a: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Times New Roman" panose="02020603050405020304" pitchFamily="18" charset="0"/>
                <a:ea typeface="Red Hat Display" panose="02010303040201060303" pitchFamily="2" charset="0"/>
                <a:cs typeface="Times New Roman" panose="02020603050405020304" pitchFamily="18" charset="0"/>
              </a:rPr>
              <a:t>pakan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ea typeface="Red Hat Display" panose="02010303040201060303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697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Neon Green Teal Geometric Photo Tech and Gaming Facebook Cover">
            <a:hlinkClick r:id="" action="ppaction://media"/>
            <a:extLst>
              <a:ext uri="{FF2B5EF4-FFF2-40B4-BE49-F238E27FC236}">
                <a16:creationId xmlns:a16="http://schemas.microsoft.com/office/drawing/2014/main" id="{ED8DE015-A82C-39A8-4680-324E8412D8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28696" y="-25400"/>
            <a:ext cx="24406346" cy="13750273"/>
          </a:xfrm>
          <a:prstGeom prst="rect">
            <a:avLst/>
          </a:prstGeom>
        </p:spPr>
      </p:pic>
      <p:grpSp>
        <p:nvGrpSpPr>
          <p:cNvPr id="52" name="Graphic 34">
            <a:extLst>
              <a:ext uri="{FF2B5EF4-FFF2-40B4-BE49-F238E27FC236}">
                <a16:creationId xmlns:a16="http://schemas.microsoft.com/office/drawing/2014/main" id="{CB4198FD-E16E-3077-74C4-9AC016F8C9AD}"/>
              </a:ext>
            </a:extLst>
          </p:cNvPr>
          <p:cNvGrpSpPr/>
          <p:nvPr/>
        </p:nvGrpSpPr>
        <p:grpSpPr>
          <a:xfrm>
            <a:off x="16380069" y="-275475"/>
            <a:ext cx="3375421" cy="1595233"/>
            <a:chOff x="21002467" y="1128929"/>
            <a:chExt cx="1854200" cy="876300"/>
          </a:xfrm>
          <a:solidFill>
            <a:schemeClr val="accent1"/>
          </a:solidFill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8A8319A-4014-ED49-8BA9-6EDB912B593E}"/>
                </a:ext>
              </a:extLst>
            </p:cNvPr>
            <p:cNvSpPr/>
            <p:nvPr/>
          </p:nvSpPr>
          <p:spPr>
            <a:xfrm>
              <a:off x="21002467" y="1128929"/>
              <a:ext cx="1854200" cy="876300"/>
            </a:xfrm>
            <a:custGeom>
              <a:avLst/>
              <a:gdLst>
                <a:gd name="connsiteX0" fmla="*/ 1728685 w 1854200"/>
                <a:gd name="connsiteY0" fmla="*/ 0 h 876300"/>
                <a:gd name="connsiteX1" fmla="*/ 125515 w 1854200"/>
                <a:gd name="connsiteY1" fmla="*/ 0 h 876300"/>
                <a:gd name="connsiteX2" fmla="*/ 0 w 1854200"/>
                <a:gd name="connsiteY2" fmla="*/ 125730 h 876300"/>
                <a:gd name="connsiteX3" fmla="*/ 0 w 1854200"/>
                <a:gd name="connsiteY3" fmla="*/ 750570 h 876300"/>
                <a:gd name="connsiteX4" fmla="*/ 125515 w 1854200"/>
                <a:gd name="connsiteY4" fmla="*/ 876300 h 876300"/>
                <a:gd name="connsiteX5" fmla="*/ 1728685 w 1854200"/>
                <a:gd name="connsiteY5" fmla="*/ 876300 h 876300"/>
                <a:gd name="connsiteX6" fmla="*/ 1854200 w 1854200"/>
                <a:gd name="connsiteY6" fmla="*/ 750570 h 876300"/>
                <a:gd name="connsiteX7" fmla="*/ 1854200 w 1854200"/>
                <a:gd name="connsiteY7" fmla="*/ 125730 h 876300"/>
                <a:gd name="connsiteX8" fmla="*/ 1728685 w 1854200"/>
                <a:gd name="connsiteY8" fmla="*/ 0 h 876300"/>
                <a:gd name="connsiteX9" fmla="*/ 1825674 w 1854200"/>
                <a:gd name="connsiteY9" fmla="*/ 750570 h 876300"/>
                <a:gd name="connsiteX10" fmla="*/ 1728685 w 1854200"/>
                <a:gd name="connsiteY10" fmla="*/ 847725 h 876300"/>
                <a:gd name="connsiteX11" fmla="*/ 125515 w 1854200"/>
                <a:gd name="connsiteY11" fmla="*/ 847725 h 876300"/>
                <a:gd name="connsiteX12" fmla="*/ 28526 w 1854200"/>
                <a:gd name="connsiteY12" fmla="*/ 750570 h 876300"/>
                <a:gd name="connsiteX13" fmla="*/ 28526 w 1854200"/>
                <a:gd name="connsiteY13" fmla="*/ 125730 h 876300"/>
                <a:gd name="connsiteX14" fmla="*/ 125515 w 1854200"/>
                <a:gd name="connsiteY14" fmla="*/ 28575 h 876300"/>
                <a:gd name="connsiteX15" fmla="*/ 1728685 w 1854200"/>
                <a:gd name="connsiteY15" fmla="*/ 28575 h 876300"/>
                <a:gd name="connsiteX16" fmla="*/ 1825674 w 1854200"/>
                <a:gd name="connsiteY16" fmla="*/ 125730 h 876300"/>
                <a:gd name="connsiteX17" fmla="*/ 1825674 w 1854200"/>
                <a:gd name="connsiteY17" fmla="*/ 75057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54200" h="876300">
                  <a:moveTo>
                    <a:pt x="1728685" y="0"/>
                  </a:moveTo>
                  <a:lnTo>
                    <a:pt x="125515" y="0"/>
                  </a:lnTo>
                  <a:cubicBezTo>
                    <a:pt x="56101" y="0"/>
                    <a:pt x="0" y="56198"/>
                    <a:pt x="0" y="125730"/>
                  </a:cubicBezTo>
                  <a:lnTo>
                    <a:pt x="0" y="750570"/>
                  </a:lnTo>
                  <a:cubicBezTo>
                    <a:pt x="0" y="820103"/>
                    <a:pt x="56101" y="876300"/>
                    <a:pt x="125515" y="876300"/>
                  </a:cubicBezTo>
                  <a:lnTo>
                    <a:pt x="1728685" y="876300"/>
                  </a:lnTo>
                  <a:cubicBezTo>
                    <a:pt x="1798099" y="876300"/>
                    <a:pt x="1854200" y="820103"/>
                    <a:pt x="1854200" y="750570"/>
                  </a:cubicBezTo>
                  <a:lnTo>
                    <a:pt x="1854200" y="125730"/>
                  </a:lnTo>
                  <a:cubicBezTo>
                    <a:pt x="1854200" y="56198"/>
                    <a:pt x="1798099" y="0"/>
                    <a:pt x="1728685" y="0"/>
                  </a:cubicBezTo>
                  <a:close/>
                  <a:moveTo>
                    <a:pt x="1825674" y="750570"/>
                  </a:moveTo>
                  <a:cubicBezTo>
                    <a:pt x="1825674" y="803910"/>
                    <a:pt x="1781934" y="847725"/>
                    <a:pt x="1728685" y="847725"/>
                  </a:cubicBezTo>
                  <a:lnTo>
                    <a:pt x="125515" y="847725"/>
                  </a:lnTo>
                  <a:cubicBezTo>
                    <a:pt x="72266" y="847725"/>
                    <a:pt x="28526" y="803910"/>
                    <a:pt x="28526" y="750570"/>
                  </a:cubicBezTo>
                  <a:lnTo>
                    <a:pt x="28526" y="125730"/>
                  </a:lnTo>
                  <a:cubicBezTo>
                    <a:pt x="28526" y="72390"/>
                    <a:pt x="72266" y="28575"/>
                    <a:pt x="125515" y="28575"/>
                  </a:cubicBezTo>
                  <a:lnTo>
                    <a:pt x="1728685" y="28575"/>
                  </a:lnTo>
                  <a:cubicBezTo>
                    <a:pt x="1781934" y="28575"/>
                    <a:pt x="1825674" y="72390"/>
                    <a:pt x="1825674" y="125730"/>
                  </a:cubicBezTo>
                  <a:lnTo>
                    <a:pt x="1825674" y="750570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D1AD09B-2996-92BB-A338-ADC831C3E909}"/>
                </a:ext>
              </a:extLst>
            </p:cNvPr>
            <p:cNvSpPr/>
            <p:nvPr/>
          </p:nvSpPr>
          <p:spPr>
            <a:xfrm>
              <a:off x="21188837" y="1633754"/>
              <a:ext cx="126465" cy="125729"/>
            </a:xfrm>
            <a:custGeom>
              <a:avLst/>
              <a:gdLst>
                <a:gd name="connsiteX0" fmla="*/ 125515 w 126465"/>
                <a:gd name="connsiteY0" fmla="*/ 50482 h 125729"/>
                <a:gd name="connsiteX1" fmla="*/ 113154 w 126465"/>
                <a:gd name="connsiteY1" fmla="*/ 16193 h 125729"/>
                <a:gd name="connsiteX2" fmla="*/ 77971 w 126465"/>
                <a:gd name="connsiteY2" fmla="*/ 952 h 125729"/>
                <a:gd name="connsiteX3" fmla="*/ 73217 w 126465"/>
                <a:gd name="connsiteY3" fmla="*/ 0 h 125729"/>
                <a:gd name="connsiteX4" fmla="*/ 58954 w 126465"/>
                <a:gd name="connsiteY4" fmla="*/ 0 h 125729"/>
                <a:gd name="connsiteX5" fmla="*/ 16165 w 126465"/>
                <a:gd name="connsiteY5" fmla="*/ 13335 h 125729"/>
                <a:gd name="connsiteX6" fmla="*/ 0 w 126465"/>
                <a:gd name="connsiteY6" fmla="*/ 58102 h 125729"/>
                <a:gd name="connsiteX7" fmla="*/ 0 w 126465"/>
                <a:gd name="connsiteY7" fmla="*/ 69532 h 125729"/>
                <a:gd name="connsiteX8" fmla="*/ 10460 w 126465"/>
                <a:gd name="connsiteY8" fmla="*/ 107633 h 125729"/>
                <a:gd name="connsiteX9" fmla="*/ 38986 w 126465"/>
                <a:gd name="connsiteY9" fmla="*/ 124777 h 125729"/>
                <a:gd name="connsiteX10" fmla="*/ 54200 w 126465"/>
                <a:gd name="connsiteY10" fmla="*/ 125730 h 125729"/>
                <a:gd name="connsiteX11" fmla="*/ 66561 w 126465"/>
                <a:gd name="connsiteY11" fmla="*/ 125730 h 125729"/>
                <a:gd name="connsiteX12" fmla="*/ 75119 w 126465"/>
                <a:gd name="connsiteY12" fmla="*/ 124777 h 125729"/>
                <a:gd name="connsiteX13" fmla="*/ 126466 w 126465"/>
                <a:gd name="connsiteY13" fmla="*/ 66675 h 125729"/>
                <a:gd name="connsiteX14" fmla="*/ 126466 w 126465"/>
                <a:gd name="connsiteY14" fmla="*/ 54293 h 125729"/>
                <a:gd name="connsiteX15" fmla="*/ 125515 w 126465"/>
                <a:gd name="connsiteY15" fmla="*/ 50482 h 125729"/>
                <a:gd name="connsiteX16" fmla="*/ 74168 w 126465"/>
                <a:gd name="connsiteY16" fmla="*/ 97155 h 125729"/>
                <a:gd name="connsiteX17" fmla="*/ 64659 w 126465"/>
                <a:gd name="connsiteY17" fmla="*/ 98107 h 125729"/>
                <a:gd name="connsiteX18" fmla="*/ 58003 w 126465"/>
                <a:gd name="connsiteY18" fmla="*/ 98107 h 125729"/>
                <a:gd name="connsiteX19" fmla="*/ 38986 w 126465"/>
                <a:gd name="connsiteY19" fmla="*/ 96202 h 125729"/>
                <a:gd name="connsiteX20" fmla="*/ 33281 w 126465"/>
                <a:gd name="connsiteY20" fmla="*/ 90488 h 125729"/>
                <a:gd name="connsiteX21" fmla="*/ 27575 w 126465"/>
                <a:gd name="connsiteY21" fmla="*/ 69532 h 125729"/>
                <a:gd name="connsiteX22" fmla="*/ 27575 w 126465"/>
                <a:gd name="connsiteY22" fmla="*/ 58102 h 125729"/>
                <a:gd name="connsiteX23" fmla="*/ 34231 w 126465"/>
                <a:gd name="connsiteY23" fmla="*/ 35243 h 125729"/>
                <a:gd name="connsiteX24" fmla="*/ 58003 w 126465"/>
                <a:gd name="connsiteY24" fmla="*/ 28575 h 125729"/>
                <a:gd name="connsiteX25" fmla="*/ 68463 w 126465"/>
                <a:gd name="connsiteY25" fmla="*/ 28575 h 125729"/>
                <a:gd name="connsiteX26" fmla="*/ 77971 w 126465"/>
                <a:gd name="connsiteY26" fmla="*/ 29527 h 125729"/>
                <a:gd name="connsiteX27" fmla="*/ 91284 w 126465"/>
                <a:gd name="connsiteY27" fmla="*/ 34290 h 125729"/>
                <a:gd name="connsiteX28" fmla="*/ 96038 w 126465"/>
                <a:gd name="connsiteY28" fmla="*/ 51435 h 125729"/>
                <a:gd name="connsiteX29" fmla="*/ 96989 w 126465"/>
                <a:gd name="connsiteY29" fmla="*/ 66675 h 125729"/>
                <a:gd name="connsiteX30" fmla="*/ 74168 w 126465"/>
                <a:gd name="connsiteY30" fmla="*/ 97155 h 12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6465" h="125729">
                  <a:moveTo>
                    <a:pt x="125515" y="50482"/>
                  </a:moveTo>
                  <a:cubicBezTo>
                    <a:pt x="125515" y="37148"/>
                    <a:pt x="120761" y="25718"/>
                    <a:pt x="113154" y="16193"/>
                  </a:cubicBezTo>
                  <a:cubicBezTo>
                    <a:pt x="107449" y="9525"/>
                    <a:pt x="96038" y="952"/>
                    <a:pt x="77971" y="952"/>
                  </a:cubicBezTo>
                  <a:cubicBezTo>
                    <a:pt x="77971" y="952"/>
                    <a:pt x="76070" y="952"/>
                    <a:pt x="73217" y="0"/>
                  </a:cubicBezTo>
                  <a:lnTo>
                    <a:pt x="58954" y="0"/>
                  </a:lnTo>
                  <a:cubicBezTo>
                    <a:pt x="40887" y="0"/>
                    <a:pt x="26624" y="4763"/>
                    <a:pt x="16165" y="13335"/>
                  </a:cubicBezTo>
                  <a:cubicBezTo>
                    <a:pt x="4754" y="22860"/>
                    <a:pt x="0" y="38100"/>
                    <a:pt x="0" y="58102"/>
                  </a:cubicBezTo>
                  <a:lnTo>
                    <a:pt x="0" y="69532"/>
                  </a:lnTo>
                  <a:cubicBezTo>
                    <a:pt x="0" y="84773"/>
                    <a:pt x="3803" y="97155"/>
                    <a:pt x="10460" y="107633"/>
                  </a:cubicBezTo>
                  <a:cubicBezTo>
                    <a:pt x="20919" y="121920"/>
                    <a:pt x="31379" y="124777"/>
                    <a:pt x="38986" y="124777"/>
                  </a:cubicBezTo>
                  <a:cubicBezTo>
                    <a:pt x="44691" y="124777"/>
                    <a:pt x="49445" y="124777"/>
                    <a:pt x="54200" y="125730"/>
                  </a:cubicBezTo>
                  <a:lnTo>
                    <a:pt x="66561" y="125730"/>
                  </a:lnTo>
                  <a:lnTo>
                    <a:pt x="75119" y="124777"/>
                  </a:lnTo>
                  <a:cubicBezTo>
                    <a:pt x="107449" y="124777"/>
                    <a:pt x="126466" y="102870"/>
                    <a:pt x="126466" y="66675"/>
                  </a:cubicBezTo>
                  <a:lnTo>
                    <a:pt x="126466" y="54293"/>
                  </a:lnTo>
                  <a:lnTo>
                    <a:pt x="125515" y="50482"/>
                  </a:lnTo>
                  <a:close/>
                  <a:moveTo>
                    <a:pt x="74168" y="97155"/>
                  </a:moveTo>
                  <a:lnTo>
                    <a:pt x="64659" y="98107"/>
                  </a:lnTo>
                  <a:lnTo>
                    <a:pt x="58003" y="98107"/>
                  </a:lnTo>
                  <a:cubicBezTo>
                    <a:pt x="52298" y="97155"/>
                    <a:pt x="45642" y="96202"/>
                    <a:pt x="38986" y="96202"/>
                  </a:cubicBezTo>
                  <a:cubicBezTo>
                    <a:pt x="38035" y="96202"/>
                    <a:pt x="36133" y="95250"/>
                    <a:pt x="33281" y="90488"/>
                  </a:cubicBezTo>
                  <a:cubicBezTo>
                    <a:pt x="29477" y="85725"/>
                    <a:pt x="27575" y="78105"/>
                    <a:pt x="27575" y="69532"/>
                  </a:cubicBezTo>
                  <a:lnTo>
                    <a:pt x="27575" y="58102"/>
                  </a:lnTo>
                  <a:cubicBezTo>
                    <a:pt x="27575" y="50482"/>
                    <a:pt x="28526" y="40005"/>
                    <a:pt x="34231" y="35243"/>
                  </a:cubicBezTo>
                  <a:cubicBezTo>
                    <a:pt x="38986" y="31432"/>
                    <a:pt x="47544" y="28575"/>
                    <a:pt x="58003" y="28575"/>
                  </a:cubicBezTo>
                  <a:lnTo>
                    <a:pt x="68463" y="28575"/>
                  </a:lnTo>
                  <a:cubicBezTo>
                    <a:pt x="72266" y="29527"/>
                    <a:pt x="75119" y="29527"/>
                    <a:pt x="77971" y="29527"/>
                  </a:cubicBezTo>
                  <a:cubicBezTo>
                    <a:pt x="86529" y="29527"/>
                    <a:pt x="89382" y="32385"/>
                    <a:pt x="91284" y="34290"/>
                  </a:cubicBezTo>
                  <a:cubicBezTo>
                    <a:pt x="95087" y="38100"/>
                    <a:pt x="96038" y="43815"/>
                    <a:pt x="96038" y="51435"/>
                  </a:cubicBezTo>
                  <a:lnTo>
                    <a:pt x="96989" y="66675"/>
                  </a:lnTo>
                  <a:cubicBezTo>
                    <a:pt x="97940" y="95250"/>
                    <a:pt x="85578" y="97155"/>
                    <a:pt x="74168" y="97155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73A46DF-A5EE-E910-5405-40E8197C3325}"/>
                </a:ext>
              </a:extLst>
            </p:cNvPr>
            <p:cNvSpPr/>
            <p:nvPr/>
          </p:nvSpPr>
          <p:spPr>
            <a:xfrm>
              <a:off x="21359994" y="1383246"/>
              <a:ext cx="307131" cy="377190"/>
            </a:xfrm>
            <a:custGeom>
              <a:avLst/>
              <a:gdLst>
                <a:gd name="connsiteX0" fmla="*/ 268146 w 307131"/>
                <a:gd name="connsiteY0" fmla="*/ 267653 h 377190"/>
                <a:gd name="connsiteX1" fmla="*/ 228209 w 307131"/>
                <a:gd name="connsiteY1" fmla="*/ 275272 h 377190"/>
                <a:gd name="connsiteX2" fmla="*/ 190174 w 307131"/>
                <a:gd name="connsiteY2" fmla="*/ 281940 h 377190"/>
                <a:gd name="connsiteX3" fmla="*/ 135024 w 307131"/>
                <a:gd name="connsiteY3" fmla="*/ 259080 h 377190"/>
                <a:gd name="connsiteX4" fmla="*/ 115056 w 307131"/>
                <a:gd name="connsiteY4" fmla="*/ 186690 h 377190"/>
                <a:gd name="connsiteX5" fmla="*/ 130269 w 307131"/>
                <a:gd name="connsiteY5" fmla="*/ 113347 h 377190"/>
                <a:gd name="connsiteX6" fmla="*/ 172108 w 307131"/>
                <a:gd name="connsiteY6" fmla="*/ 92393 h 377190"/>
                <a:gd name="connsiteX7" fmla="*/ 209192 w 307131"/>
                <a:gd name="connsiteY7" fmla="*/ 105727 h 377190"/>
                <a:gd name="connsiteX8" fmla="*/ 259588 w 307131"/>
                <a:gd name="connsiteY8" fmla="*/ 121920 h 377190"/>
                <a:gd name="connsiteX9" fmla="*/ 291918 w 307131"/>
                <a:gd name="connsiteY9" fmla="*/ 108585 h 377190"/>
                <a:gd name="connsiteX10" fmla="*/ 304279 w 307131"/>
                <a:gd name="connsiteY10" fmla="*/ 71438 h 377190"/>
                <a:gd name="connsiteX11" fmla="*/ 267195 w 307131"/>
                <a:gd name="connsiteY11" fmla="*/ 17145 h 377190"/>
                <a:gd name="connsiteX12" fmla="*/ 188273 w 307131"/>
                <a:gd name="connsiteY12" fmla="*/ 0 h 377190"/>
                <a:gd name="connsiteX13" fmla="*/ 112203 w 307131"/>
                <a:gd name="connsiteY13" fmla="*/ 10477 h 377190"/>
                <a:gd name="connsiteX14" fmla="*/ 13312 w 307131"/>
                <a:gd name="connsiteY14" fmla="*/ 104775 h 377190"/>
                <a:gd name="connsiteX15" fmla="*/ 0 w 307131"/>
                <a:gd name="connsiteY15" fmla="*/ 177165 h 377190"/>
                <a:gd name="connsiteX16" fmla="*/ 0 w 307131"/>
                <a:gd name="connsiteY16" fmla="*/ 195263 h 377190"/>
                <a:gd name="connsiteX17" fmla="*/ 96038 w 307131"/>
                <a:gd name="connsiteY17" fmla="*/ 362903 h 377190"/>
                <a:gd name="connsiteX18" fmla="*/ 160697 w 307131"/>
                <a:gd name="connsiteY18" fmla="*/ 377190 h 377190"/>
                <a:gd name="connsiteX19" fmla="*/ 175911 w 307131"/>
                <a:gd name="connsiteY19" fmla="*/ 377190 h 377190"/>
                <a:gd name="connsiteX20" fmla="*/ 259588 w 307131"/>
                <a:gd name="connsiteY20" fmla="*/ 358140 h 377190"/>
                <a:gd name="connsiteX21" fmla="*/ 307132 w 307131"/>
                <a:gd name="connsiteY21" fmla="*/ 310515 h 377190"/>
                <a:gd name="connsiteX22" fmla="*/ 307132 w 307131"/>
                <a:gd name="connsiteY22" fmla="*/ 304800 h 377190"/>
                <a:gd name="connsiteX23" fmla="*/ 268146 w 307131"/>
                <a:gd name="connsiteY23" fmla="*/ 267653 h 377190"/>
                <a:gd name="connsiteX24" fmla="*/ 278605 w 307131"/>
                <a:gd name="connsiteY24" fmla="*/ 309563 h 377190"/>
                <a:gd name="connsiteX25" fmla="*/ 248178 w 307131"/>
                <a:gd name="connsiteY25" fmla="*/ 331470 h 377190"/>
                <a:gd name="connsiteX26" fmla="*/ 176862 w 307131"/>
                <a:gd name="connsiteY26" fmla="*/ 347663 h 377190"/>
                <a:gd name="connsiteX27" fmla="*/ 161648 w 307131"/>
                <a:gd name="connsiteY27" fmla="*/ 347663 h 377190"/>
                <a:gd name="connsiteX28" fmla="*/ 108399 w 307131"/>
                <a:gd name="connsiteY28" fmla="*/ 335280 h 377190"/>
                <a:gd name="connsiteX29" fmla="*/ 29477 w 307131"/>
                <a:gd name="connsiteY29" fmla="*/ 194310 h 377190"/>
                <a:gd name="connsiteX30" fmla="*/ 29477 w 307131"/>
                <a:gd name="connsiteY30" fmla="*/ 176213 h 377190"/>
                <a:gd name="connsiteX31" fmla="*/ 40888 w 307131"/>
                <a:gd name="connsiteY31" fmla="*/ 114300 h 377190"/>
                <a:gd name="connsiteX32" fmla="*/ 122662 w 307131"/>
                <a:gd name="connsiteY32" fmla="*/ 36195 h 377190"/>
                <a:gd name="connsiteX33" fmla="*/ 190174 w 307131"/>
                <a:gd name="connsiteY33" fmla="*/ 27622 h 377190"/>
                <a:gd name="connsiteX34" fmla="*/ 255785 w 307131"/>
                <a:gd name="connsiteY34" fmla="*/ 41910 h 377190"/>
                <a:gd name="connsiteX35" fmla="*/ 277655 w 307131"/>
                <a:gd name="connsiteY35" fmla="*/ 70485 h 377190"/>
                <a:gd name="connsiteX36" fmla="*/ 272900 w 307131"/>
                <a:gd name="connsiteY36" fmla="*/ 87630 h 377190"/>
                <a:gd name="connsiteX37" fmla="*/ 260539 w 307131"/>
                <a:gd name="connsiteY37" fmla="*/ 92393 h 377190"/>
                <a:gd name="connsiteX38" fmla="*/ 222504 w 307131"/>
                <a:gd name="connsiteY38" fmla="*/ 79057 h 377190"/>
                <a:gd name="connsiteX39" fmla="*/ 173059 w 307131"/>
                <a:gd name="connsiteY39" fmla="*/ 62865 h 377190"/>
                <a:gd name="connsiteX40" fmla="*/ 106498 w 307131"/>
                <a:gd name="connsiteY40" fmla="*/ 97155 h 377190"/>
                <a:gd name="connsiteX41" fmla="*/ 87480 w 307131"/>
                <a:gd name="connsiteY41" fmla="*/ 185738 h 377190"/>
                <a:gd name="connsiteX42" fmla="*/ 114105 w 307131"/>
                <a:gd name="connsiteY42" fmla="*/ 277178 h 377190"/>
                <a:gd name="connsiteX43" fmla="*/ 191125 w 307131"/>
                <a:gd name="connsiteY43" fmla="*/ 310515 h 377190"/>
                <a:gd name="connsiteX44" fmla="*/ 237718 w 307131"/>
                <a:gd name="connsiteY44" fmla="*/ 302895 h 377190"/>
                <a:gd name="connsiteX45" fmla="*/ 269097 w 307131"/>
                <a:gd name="connsiteY45" fmla="*/ 296228 h 377190"/>
                <a:gd name="connsiteX46" fmla="*/ 278605 w 307131"/>
                <a:gd name="connsiteY46" fmla="*/ 304800 h 377190"/>
                <a:gd name="connsiteX47" fmla="*/ 278605 w 307131"/>
                <a:gd name="connsiteY47" fmla="*/ 309563 h 37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07131" h="377190">
                  <a:moveTo>
                    <a:pt x="268146" y="267653"/>
                  </a:moveTo>
                  <a:cubicBezTo>
                    <a:pt x="258637" y="267653"/>
                    <a:pt x="246276" y="270510"/>
                    <a:pt x="228209" y="275272"/>
                  </a:cubicBezTo>
                  <a:cubicBezTo>
                    <a:pt x="213946" y="280035"/>
                    <a:pt x="200634" y="281940"/>
                    <a:pt x="190174" y="281940"/>
                  </a:cubicBezTo>
                  <a:cubicBezTo>
                    <a:pt x="165452" y="281940"/>
                    <a:pt x="147385" y="274320"/>
                    <a:pt x="135024" y="259080"/>
                  </a:cubicBezTo>
                  <a:cubicBezTo>
                    <a:pt x="121712" y="242888"/>
                    <a:pt x="115056" y="219075"/>
                    <a:pt x="115056" y="186690"/>
                  </a:cubicBezTo>
                  <a:cubicBezTo>
                    <a:pt x="115056" y="153352"/>
                    <a:pt x="119810" y="128588"/>
                    <a:pt x="130269" y="113347"/>
                  </a:cubicBezTo>
                  <a:cubicBezTo>
                    <a:pt x="138827" y="99060"/>
                    <a:pt x="152139" y="92393"/>
                    <a:pt x="172108" y="92393"/>
                  </a:cubicBezTo>
                  <a:cubicBezTo>
                    <a:pt x="174960" y="92393"/>
                    <a:pt x="184469" y="93345"/>
                    <a:pt x="209192" y="105727"/>
                  </a:cubicBezTo>
                  <a:cubicBezTo>
                    <a:pt x="232013" y="116205"/>
                    <a:pt x="248178" y="121920"/>
                    <a:pt x="259588" y="121920"/>
                  </a:cubicBezTo>
                  <a:cubicBezTo>
                    <a:pt x="272900" y="121920"/>
                    <a:pt x="283360" y="117157"/>
                    <a:pt x="291918" y="108585"/>
                  </a:cubicBezTo>
                  <a:cubicBezTo>
                    <a:pt x="300475" y="100013"/>
                    <a:pt x="304279" y="87630"/>
                    <a:pt x="304279" y="71438"/>
                  </a:cubicBezTo>
                  <a:cubicBezTo>
                    <a:pt x="304279" y="56197"/>
                    <a:pt x="297623" y="34290"/>
                    <a:pt x="267195" y="17145"/>
                  </a:cubicBezTo>
                  <a:cubicBezTo>
                    <a:pt x="245325" y="5715"/>
                    <a:pt x="218701" y="0"/>
                    <a:pt x="188273" y="0"/>
                  </a:cubicBezTo>
                  <a:cubicBezTo>
                    <a:pt x="158796" y="0"/>
                    <a:pt x="133122" y="3810"/>
                    <a:pt x="112203" y="10477"/>
                  </a:cubicBezTo>
                  <a:cubicBezTo>
                    <a:pt x="64659" y="25717"/>
                    <a:pt x="31379" y="58102"/>
                    <a:pt x="13312" y="104775"/>
                  </a:cubicBezTo>
                  <a:cubicBezTo>
                    <a:pt x="4754" y="126682"/>
                    <a:pt x="0" y="151447"/>
                    <a:pt x="0" y="177165"/>
                  </a:cubicBezTo>
                  <a:lnTo>
                    <a:pt x="0" y="195263"/>
                  </a:lnTo>
                  <a:cubicBezTo>
                    <a:pt x="0" y="279083"/>
                    <a:pt x="32330" y="335280"/>
                    <a:pt x="96038" y="362903"/>
                  </a:cubicBezTo>
                  <a:cubicBezTo>
                    <a:pt x="117908" y="372428"/>
                    <a:pt x="139778" y="377190"/>
                    <a:pt x="160697" y="377190"/>
                  </a:cubicBezTo>
                  <a:lnTo>
                    <a:pt x="175911" y="377190"/>
                  </a:lnTo>
                  <a:cubicBezTo>
                    <a:pt x="203487" y="377190"/>
                    <a:pt x="232013" y="370522"/>
                    <a:pt x="259588" y="358140"/>
                  </a:cubicBezTo>
                  <a:cubicBezTo>
                    <a:pt x="279556" y="348615"/>
                    <a:pt x="307132" y="334328"/>
                    <a:pt x="307132" y="310515"/>
                  </a:cubicBezTo>
                  <a:lnTo>
                    <a:pt x="307132" y="304800"/>
                  </a:lnTo>
                  <a:cubicBezTo>
                    <a:pt x="307132" y="280988"/>
                    <a:pt x="291918" y="267653"/>
                    <a:pt x="268146" y="267653"/>
                  </a:cubicBezTo>
                  <a:close/>
                  <a:moveTo>
                    <a:pt x="278605" y="309563"/>
                  </a:moveTo>
                  <a:cubicBezTo>
                    <a:pt x="278605" y="309563"/>
                    <a:pt x="277655" y="318135"/>
                    <a:pt x="248178" y="331470"/>
                  </a:cubicBezTo>
                  <a:cubicBezTo>
                    <a:pt x="224406" y="341947"/>
                    <a:pt x="199683" y="347663"/>
                    <a:pt x="176862" y="347663"/>
                  </a:cubicBezTo>
                  <a:lnTo>
                    <a:pt x="161648" y="347663"/>
                  </a:lnTo>
                  <a:cubicBezTo>
                    <a:pt x="144533" y="347663"/>
                    <a:pt x="126466" y="343853"/>
                    <a:pt x="108399" y="335280"/>
                  </a:cubicBezTo>
                  <a:cubicBezTo>
                    <a:pt x="55151" y="312420"/>
                    <a:pt x="29477" y="266700"/>
                    <a:pt x="29477" y="194310"/>
                  </a:cubicBezTo>
                  <a:lnTo>
                    <a:pt x="29477" y="176213"/>
                  </a:lnTo>
                  <a:cubicBezTo>
                    <a:pt x="29477" y="154305"/>
                    <a:pt x="33281" y="133350"/>
                    <a:pt x="40888" y="114300"/>
                  </a:cubicBezTo>
                  <a:cubicBezTo>
                    <a:pt x="56101" y="75247"/>
                    <a:pt x="82726" y="49530"/>
                    <a:pt x="122662" y="36195"/>
                  </a:cubicBezTo>
                  <a:cubicBezTo>
                    <a:pt x="140729" y="30480"/>
                    <a:pt x="163550" y="27622"/>
                    <a:pt x="190174" y="27622"/>
                  </a:cubicBezTo>
                  <a:cubicBezTo>
                    <a:pt x="215848" y="27622"/>
                    <a:pt x="237718" y="32385"/>
                    <a:pt x="255785" y="41910"/>
                  </a:cubicBezTo>
                  <a:cubicBezTo>
                    <a:pt x="275753" y="52388"/>
                    <a:pt x="277655" y="62865"/>
                    <a:pt x="277655" y="70485"/>
                  </a:cubicBezTo>
                  <a:cubicBezTo>
                    <a:pt x="277655" y="76200"/>
                    <a:pt x="276704" y="83820"/>
                    <a:pt x="272900" y="87630"/>
                  </a:cubicBezTo>
                  <a:cubicBezTo>
                    <a:pt x="270048" y="90488"/>
                    <a:pt x="266244" y="92393"/>
                    <a:pt x="260539" y="92393"/>
                  </a:cubicBezTo>
                  <a:cubicBezTo>
                    <a:pt x="256735" y="92393"/>
                    <a:pt x="246276" y="90488"/>
                    <a:pt x="222504" y="79057"/>
                  </a:cubicBezTo>
                  <a:cubicBezTo>
                    <a:pt x="199683" y="68580"/>
                    <a:pt x="184469" y="62865"/>
                    <a:pt x="173059" y="62865"/>
                  </a:cubicBezTo>
                  <a:cubicBezTo>
                    <a:pt x="143582" y="62865"/>
                    <a:pt x="120761" y="74295"/>
                    <a:pt x="106498" y="97155"/>
                  </a:cubicBezTo>
                  <a:cubicBezTo>
                    <a:pt x="94136" y="118110"/>
                    <a:pt x="87480" y="146685"/>
                    <a:pt x="87480" y="185738"/>
                  </a:cubicBezTo>
                  <a:cubicBezTo>
                    <a:pt x="87480" y="224790"/>
                    <a:pt x="96989" y="255270"/>
                    <a:pt x="114105" y="277178"/>
                  </a:cubicBezTo>
                  <a:cubicBezTo>
                    <a:pt x="132171" y="299085"/>
                    <a:pt x="158796" y="310515"/>
                    <a:pt x="191125" y="310515"/>
                  </a:cubicBezTo>
                  <a:cubicBezTo>
                    <a:pt x="204437" y="310515"/>
                    <a:pt x="219651" y="307658"/>
                    <a:pt x="237718" y="302895"/>
                  </a:cubicBezTo>
                  <a:cubicBezTo>
                    <a:pt x="255785" y="297180"/>
                    <a:pt x="265293" y="296228"/>
                    <a:pt x="269097" y="296228"/>
                  </a:cubicBezTo>
                  <a:cubicBezTo>
                    <a:pt x="278605" y="296228"/>
                    <a:pt x="278605" y="299085"/>
                    <a:pt x="278605" y="304800"/>
                  </a:cubicBezTo>
                  <a:lnTo>
                    <a:pt x="278605" y="309563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656DA79-F32B-E09A-360F-9997BCC62524}"/>
                </a:ext>
              </a:extLst>
            </p:cNvPr>
            <p:cNvSpPr/>
            <p:nvPr/>
          </p:nvSpPr>
          <p:spPr>
            <a:xfrm>
              <a:off x="21775525" y="1438491"/>
              <a:ext cx="180665" cy="264794"/>
            </a:xfrm>
            <a:custGeom>
              <a:avLst/>
              <a:gdLst>
                <a:gd name="connsiteX0" fmla="*/ 93185 w 180665"/>
                <a:gd name="connsiteY0" fmla="*/ 0 h 264794"/>
                <a:gd name="connsiteX1" fmla="*/ 82726 w 180665"/>
                <a:gd name="connsiteY1" fmla="*/ 0 h 264794"/>
                <a:gd name="connsiteX2" fmla="*/ 19968 w 180665"/>
                <a:gd name="connsiteY2" fmla="*/ 37148 h 264794"/>
                <a:gd name="connsiteX3" fmla="*/ 0 w 180665"/>
                <a:gd name="connsiteY3" fmla="*/ 130493 h 264794"/>
                <a:gd name="connsiteX4" fmla="*/ 21870 w 180665"/>
                <a:gd name="connsiteY4" fmla="*/ 225743 h 264794"/>
                <a:gd name="connsiteX5" fmla="*/ 89382 w 180665"/>
                <a:gd name="connsiteY5" fmla="*/ 264795 h 264794"/>
                <a:gd name="connsiteX6" fmla="*/ 96038 w 180665"/>
                <a:gd name="connsiteY6" fmla="*/ 264795 h 264794"/>
                <a:gd name="connsiteX7" fmla="*/ 157845 w 180665"/>
                <a:gd name="connsiteY7" fmla="*/ 232410 h 264794"/>
                <a:gd name="connsiteX8" fmla="*/ 179715 w 180665"/>
                <a:gd name="connsiteY8" fmla="*/ 160020 h 264794"/>
                <a:gd name="connsiteX9" fmla="*/ 180666 w 180665"/>
                <a:gd name="connsiteY9" fmla="*/ 152400 h 264794"/>
                <a:gd name="connsiteX10" fmla="*/ 180666 w 180665"/>
                <a:gd name="connsiteY10" fmla="*/ 120015 h 264794"/>
                <a:gd name="connsiteX11" fmla="*/ 157845 w 180665"/>
                <a:gd name="connsiteY11" fmla="*/ 35243 h 264794"/>
                <a:gd name="connsiteX12" fmla="*/ 93185 w 180665"/>
                <a:gd name="connsiteY12" fmla="*/ 0 h 264794"/>
                <a:gd name="connsiteX13" fmla="*/ 152139 w 180665"/>
                <a:gd name="connsiteY13" fmla="*/ 152400 h 264794"/>
                <a:gd name="connsiteX14" fmla="*/ 151189 w 180665"/>
                <a:gd name="connsiteY14" fmla="*/ 159068 h 264794"/>
                <a:gd name="connsiteX15" fmla="*/ 151189 w 180665"/>
                <a:gd name="connsiteY15" fmla="*/ 160020 h 264794"/>
                <a:gd name="connsiteX16" fmla="*/ 134073 w 180665"/>
                <a:gd name="connsiteY16" fmla="*/ 216218 h 264794"/>
                <a:gd name="connsiteX17" fmla="*/ 95087 w 180665"/>
                <a:gd name="connsiteY17" fmla="*/ 237173 h 264794"/>
                <a:gd name="connsiteX18" fmla="*/ 88431 w 180665"/>
                <a:gd name="connsiteY18" fmla="*/ 237173 h 264794"/>
                <a:gd name="connsiteX19" fmla="*/ 45642 w 180665"/>
                <a:gd name="connsiteY19" fmla="*/ 211455 h 264794"/>
                <a:gd name="connsiteX20" fmla="*/ 28526 w 180665"/>
                <a:gd name="connsiteY20" fmla="*/ 130493 h 264794"/>
                <a:gd name="connsiteX21" fmla="*/ 44691 w 180665"/>
                <a:gd name="connsiteY21" fmla="*/ 51435 h 264794"/>
                <a:gd name="connsiteX22" fmla="*/ 82726 w 180665"/>
                <a:gd name="connsiteY22" fmla="*/ 27623 h 264794"/>
                <a:gd name="connsiteX23" fmla="*/ 93185 w 180665"/>
                <a:gd name="connsiteY23" fmla="*/ 27623 h 264794"/>
                <a:gd name="connsiteX24" fmla="*/ 135024 w 180665"/>
                <a:gd name="connsiteY24" fmla="*/ 51435 h 264794"/>
                <a:gd name="connsiteX25" fmla="*/ 153090 w 180665"/>
                <a:gd name="connsiteY25" fmla="*/ 120015 h 264794"/>
                <a:gd name="connsiteX26" fmla="*/ 153090 w 180665"/>
                <a:gd name="connsiteY26" fmla="*/ 140970 h 264794"/>
                <a:gd name="connsiteX27" fmla="*/ 152139 w 180665"/>
                <a:gd name="connsiteY27" fmla="*/ 15240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0665" h="264794">
                  <a:moveTo>
                    <a:pt x="93185" y="0"/>
                  </a:moveTo>
                  <a:lnTo>
                    <a:pt x="82726" y="0"/>
                  </a:lnTo>
                  <a:cubicBezTo>
                    <a:pt x="56101" y="0"/>
                    <a:pt x="35182" y="13335"/>
                    <a:pt x="19968" y="37148"/>
                  </a:cubicBezTo>
                  <a:cubicBezTo>
                    <a:pt x="6656" y="60007"/>
                    <a:pt x="0" y="91440"/>
                    <a:pt x="0" y="130493"/>
                  </a:cubicBezTo>
                  <a:cubicBezTo>
                    <a:pt x="0" y="169545"/>
                    <a:pt x="7607" y="201930"/>
                    <a:pt x="21870" y="225743"/>
                  </a:cubicBezTo>
                  <a:cubicBezTo>
                    <a:pt x="37084" y="251460"/>
                    <a:pt x="60856" y="264795"/>
                    <a:pt x="89382" y="264795"/>
                  </a:cubicBezTo>
                  <a:lnTo>
                    <a:pt x="96038" y="264795"/>
                  </a:lnTo>
                  <a:cubicBezTo>
                    <a:pt x="121712" y="264795"/>
                    <a:pt x="142631" y="254318"/>
                    <a:pt x="157845" y="232410"/>
                  </a:cubicBezTo>
                  <a:cubicBezTo>
                    <a:pt x="172108" y="212408"/>
                    <a:pt x="179715" y="187643"/>
                    <a:pt x="179715" y="160020"/>
                  </a:cubicBezTo>
                  <a:lnTo>
                    <a:pt x="180666" y="152400"/>
                  </a:lnTo>
                  <a:lnTo>
                    <a:pt x="180666" y="120015"/>
                  </a:lnTo>
                  <a:cubicBezTo>
                    <a:pt x="180666" y="86677"/>
                    <a:pt x="173059" y="58102"/>
                    <a:pt x="157845" y="35243"/>
                  </a:cubicBezTo>
                  <a:cubicBezTo>
                    <a:pt x="142631" y="12382"/>
                    <a:pt x="120761" y="0"/>
                    <a:pt x="93185" y="0"/>
                  </a:cubicBezTo>
                  <a:close/>
                  <a:moveTo>
                    <a:pt x="152139" y="152400"/>
                  </a:moveTo>
                  <a:lnTo>
                    <a:pt x="151189" y="159068"/>
                  </a:lnTo>
                  <a:lnTo>
                    <a:pt x="151189" y="160020"/>
                  </a:lnTo>
                  <a:cubicBezTo>
                    <a:pt x="151189" y="181927"/>
                    <a:pt x="145483" y="200977"/>
                    <a:pt x="134073" y="216218"/>
                  </a:cubicBezTo>
                  <a:cubicBezTo>
                    <a:pt x="123613" y="230505"/>
                    <a:pt x="111252" y="237173"/>
                    <a:pt x="95087" y="237173"/>
                  </a:cubicBezTo>
                  <a:lnTo>
                    <a:pt x="88431" y="237173"/>
                  </a:lnTo>
                  <a:cubicBezTo>
                    <a:pt x="69414" y="237173"/>
                    <a:pt x="55151" y="229552"/>
                    <a:pt x="45642" y="211455"/>
                  </a:cubicBezTo>
                  <a:cubicBezTo>
                    <a:pt x="34231" y="192405"/>
                    <a:pt x="28526" y="164783"/>
                    <a:pt x="28526" y="130493"/>
                  </a:cubicBezTo>
                  <a:cubicBezTo>
                    <a:pt x="28526" y="96202"/>
                    <a:pt x="34231" y="69532"/>
                    <a:pt x="44691" y="51435"/>
                  </a:cubicBezTo>
                  <a:cubicBezTo>
                    <a:pt x="54200" y="35243"/>
                    <a:pt x="66561" y="27623"/>
                    <a:pt x="82726" y="27623"/>
                  </a:cubicBezTo>
                  <a:lnTo>
                    <a:pt x="93185" y="27623"/>
                  </a:lnTo>
                  <a:cubicBezTo>
                    <a:pt x="111252" y="27623"/>
                    <a:pt x="123613" y="35243"/>
                    <a:pt x="135024" y="51435"/>
                  </a:cubicBezTo>
                  <a:cubicBezTo>
                    <a:pt x="146434" y="68580"/>
                    <a:pt x="153090" y="92393"/>
                    <a:pt x="153090" y="120015"/>
                  </a:cubicBezTo>
                  <a:lnTo>
                    <a:pt x="153090" y="140970"/>
                  </a:lnTo>
                  <a:lnTo>
                    <a:pt x="152139" y="152400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4F97BF5-C439-7C43-265E-01373E6B44FB}"/>
                </a:ext>
              </a:extLst>
            </p:cNvPr>
            <p:cNvSpPr/>
            <p:nvPr/>
          </p:nvSpPr>
          <p:spPr>
            <a:xfrm>
              <a:off x="21693750" y="1381341"/>
              <a:ext cx="351822" cy="382904"/>
            </a:xfrm>
            <a:custGeom>
              <a:avLst/>
              <a:gdLst>
                <a:gd name="connsiteX0" fmla="*/ 182567 w 351822"/>
                <a:gd name="connsiteY0" fmla="*/ 0 h 382904"/>
                <a:gd name="connsiteX1" fmla="*/ 182567 w 351822"/>
                <a:gd name="connsiteY1" fmla="*/ 0 h 382904"/>
                <a:gd name="connsiteX2" fmla="*/ 175911 w 351822"/>
                <a:gd name="connsiteY2" fmla="*/ 0 h 382904"/>
                <a:gd name="connsiteX3" fmla="*/ 105547 w 351822"/>
                <a:gd name="connsiteY3" fmla="*/ 12382 h 382904"/>
                <a:gd name="connsiteX4" fmla="*/ 12361 w 351822"/>
                <a:gd name="connsiteY4" fmla="*/ 107632 h 382904"/>
                <a:gd name="connsiteX5" fmla="*/ 0 w 351822"/>
                <a:gd name="connsiteY5" fmla="*/ 180023 h 382904"/>
                <a:gd name="connsiteX6" fmla="*/ 0 w 351822"/>
                <a:gd name="connsiteY6" fmla="*/ 192405 h 382904"/>
                <a:gd name="connsiteX7" fmla="*/ 43740 w 351822"/>
                <a:gd name="connsiteY7" fmla="*/ 329565 h 382904"/>
                <a:gd name="connsiteX8" fmla="*/ 174010 w 351822"/>
                <a:gd name="connsiteY8" fmla="*/ 382905 h 382904"/>
                <a:gd name="connsiteX9" fmla="*/ 179715 w 351822"/>
                <a:gd name="connsiteY9" fmla="*/ 382905 h 382904"/>
                <a:gd name="connsiteX10" fmla="*/ 249128 w 351822"/>
                <a:gd name="connsiteY10" fmla="*/ 367665 h 382904"/>
                <a:gd name="connsiteX11" fmla="*/ 340412 w 351822"/>
                <a:gd name="connsiteY11" fmla="*/ 261938 h 382904"/>
                <a:gd name="connsiteX12" fmla="*/ 351823 w 351822"/>
                <a:gd name="connsiteY12" fmla="*/ 186690 h 382904"/>
                <a:gd name="connsiteX13" fmla="*/ 351823 w 351822"/>
                <a:gd name="connsiteY13" fmla="*/ 180975 h 382904"/>
                <a:gd name="connsiteX14" fmla="*/ 309033 w 351822"/>
                <a:gd name="connsiteY14" fmla="*/ 55245 h 382904"/>
                <a:gd name="connsiteX15" fmla="*/ 182567 w 351822"/>
                <a:gd name="connsiteY15" fmla="*/ 0 h 382904"/>
                <a:gd name="connsiteX16" fmla="*/ 322346 w 351822"/>
                <a:gd name="connsiteY16" fmla="*/ 185738 h 382904"/>
                <a:gd name="connsiteX17" fmla="*/ 311886 w 351822"/>
                <a:gd name="connsiteY17" fmla="*/ 252413 h 382904"/>
                <a:gd name="connsiteX18" fmla="*/ 235816 w 351822"/>
                <a:gd name="connsiteY18" fmla="*/ 340995 h 382904"/>
                <a:gd name="connsiteX19" fmla="*/ 177813 w 351822"/>
                <a:gd name="connsiteY19" fmla="*/ 354330 h 382904"/>
                <a:gd name="connsiteX20" fmla="*/ 172108 w 351822"/>
                <a:gd name="connsiteY20" fmla="*/ 354330 h 382904"/>
                <a:gd name="connsiteX21" fmla="*/ 61807 w 351822"/>
                <a:gd name="connsiteY21" fmla="*/ 310515 h 382904"/>
                <a:gd name="connsiteX22" fmla="*/ 25674 w 351822"/>
                <a:gd name="connsiteY22" fmla="*/ 193358 h 382904"/>
                <a:gd name="connsiteX23" fmla="*/ 25674 w 351822"/>
                <a:gd name="connsiteY23" fmla="*/ 188595 h 382904"/>
                <a:gd name="connsiteX24" fmla="*/ 25674 w 351822"/>
                <a:gd name="connsiteY24" fmla="*/ 181927 h 382904"/>
                <a:gd name="connsiteX25" fmla="*/ 36133 w 351822"/>
                <a:gd name="connsiteY25" fmla="*/ 118110 h 382904"/>
                <a:gd name="connsiteX26" fmla="*/ 112203 w 351822"/>
                <a:gd name="connsiteY26" fmla="*/ 40005 h 382904"/>
                <a:gd name="connsiteX27" fmla="*/ 172108 w 351822"/>
                <a:gd name="connsiteY27" fmla="*/ 29528 h 382904"/>
                <a:gd name="connsiteX28" fmla="*/ 178764 w 351822"/>
                <a:gd name="connsiteY28" fmla="*/ 29528 h 382904"/>
                <a:gd name="connsiteX29" fmla="*/ 285262 w 351822"/>
                <a:gd name="connsiteY29" fmla="*/ 74295 h 382904"/>
                <a:gd name="connsiteX30" fmla="*/ 320444 w 351822"/>
                <a:gd name="connsiteY30" fmla="*/ 180975 h 382904"/>
                <a:gd name="connsiteX31" fmla="*/ 320444 w 351822"/>
                <a:gd name="connsiteY31" fmla="*/ 185738 h 38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1822" h="382904">
                  <a:moveTo>
                    <a:pt x="182567" y="0"/>
                  </a:moveTo>
                  <a:cubicBezTo>
                    <a:pt x="182567" y="0"/>
                    <a:pt x="182567" y="0"/>
                    <a:pt x="182567" y="0"/>
                  </a:cubicBezTo>
                  <a:lnTo>
                    <a:pt x="175911" y="0"/>
                  </a:lnTo>
                  <a:cubicBezTo>
                    <a:pt x="151189" y="0"/>
                    <a:pt x="127417" y="3810"/>
                    <a:pt x="105547" y="12382"/>
                  </a:cubicBezTo>
                  <a:cubicBezTo>
                    <a:pt x="59905" y="28575"/>
                    <a:pt x="29477" y="60960"/>
                    <a:pt x="12361" y="107632"/>
                  </a:cubicBezTo>
                  <a:cubicBezTo>
                    <a:pt x="4754" y="130493"/>
                    <a:pt x="0" y="155258"/>
                    <a:pt x="0" y="180023"/>
                  </a:cubicBezTo>
                  <a:lnTo>
                    <a:pt x="0" y="192405"/>
                  </a:lnTo>
                  <a:cubicBezTo>
                    <a:pt x="0" y="252413"/>
                    <a:pt x="14263" y="299085"/>
                    <a:pt x="43740" y="329565"/>
                  </a:cubicBezTo>
                  <a:cubicBezTo>
                    <a:pt x="77021" y="364808"/>
                    <a:pt x="121712" y="382905"/>
                    <a:pt x="174010" y="382905"/>
                  </a:cubicBezTo>
                  <a:lnTo>
                    <a:pt x="179715" y="382905"/>
                  </a:lnTo>
                  <a:cubicBezTo>
                    <a:pt x="202536" y="382905"/>
                    <a:pt x="226308" y="377190"/>
                    <a:pt x="249128" y="367665"/>
                  </a:cubicBezTo>
                  <a:cubicBezTo>
                    <a:pt x="294770" y="346710"/>
                    <a:pt x="326149" y="311468"/>
                    <a:pt x="340412" y="261938"/>
                  </a:cubicBezTo>
                  <a:cubicBezTo>
                    <a:pt x="348019" y="237173"/>
                    <a:pt x="351823" y="211455"/>
                    <a:pt x="351823" y="186690"/>
                  </a:cubicBezTo>
                  <a:lnTo>
                    <a:pt x="351823" y="180975"/>
                  </a:lnTo>
                  <a:cubicBezTo>
                    <a:pt x="351823" y="128588"/>
                    <a:pt x="337560" y="86677"/>
                    <a:pt x="309033" y="55245"/>
                  </a:cubicBezTo>
                  <a:cubicBezTo>
                    <a:pt x="275753" y="18097"/>
                    <a:pt x="232964" y="0"/>
                    <a:pt x="182567" y="0"/>
                  </a:cubicBezTo>
                  <a:close/>
                  <a:moveTo>
                    <a:pt x="322346" y="185738"/>
                  </a:moveTo>
                  <a:cubicBezTo>
                    <a:pt x="322346" y="207645"/>
                    <a:pt x="318542" y="230505"/>
                    <a:pt x="311886" y="252413"/>
                  </a:cubicBezTo>
                  <a:cubicBezTo>
                    <a:pt x="299525" y="294323"/>
                    <a:pt x="274802" y="322898"/>
                    <a:pt x="235816" y="340995"/>
                  </a:cubicBezTo>
                  <a:cubicBezTo>
                    <a:pt x="216799" y="349568"/>
                    <a:pt x="196831" y="354330"/>
                    <a:pt x="177813" y="354330"/>
                  </a:cubicBezTo>
                  <a:lnTo>
                    <a:pt x="172108" y="354330"/>
                  </a:lnTo>
                  <a:cubicBezTo>
                    <a:pt x="126466" y="354330"/>
                    <a:pt x="90333" y="340043"/>
                    <a:pt x="61807" y="310515"/>
                  </a:cubicBezTo>
                  <a:cubicBezTo>
                    <a:pt x="38035" y="285750"/>
                    <a:pt x="25674" y="245745"/>
                    <a:pt x="25674" y="193358"/>
                  </a:cubicBezTo>
                  <a:lnTo>
                    <a:pt x="25674" y="188595"/>
                  </a:lnTo>
                  <a:lnTo>
                    <a:pt x="25674" y="181927"/>
                  </a:lnTo>
                  <a:cubicBezTo>
                    <a:pt x="25674" y="160020"/>
                    <a:pt x="29477" y="138113"/>
                    <a:pt x="36133" y="118110"/>
                  </a:cubicBezTo>
                  <a:cubicBezTo>
                    <a:pt x="50396" y="79057"/>
                    <a:pt x="75119" y="53340"/>
                    <a:pt x="112203" y="40005"/>
                  </a:cubicBezTo>
                  <a:cubicBezTo>
                    <a:pt x="131220" y="33338"/>
                    <a:pt x="152139" y="29528"/>
                    <a:pt x="172108" y="29528"/>
                  </a:cubicBezTo>
                  <a:lnTo>
                    <a:pt x="178764" y="29528"/>
                  </a:lnTo>
                  <a:cubicBezTo>
                    <a:pt x="222504" y="29528"/>
                    <a:pt x="257686" y="43815"/>
                    <a:pt x="285262" y="74295"/>
                  </a:cubicBezTo>
                  <a:cubicBezTo>
                    <a:pt x="308082" y="100013"/>
                    <a:pt x="320444" y="135255"/>
                    <a:pt x="320444" y="180975"/>
                  </a:cubicBezTo>
                  <a:lnTo>
                    <a:pt x="320444" y="185738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A909E9B-21C9-E823-43C4-2406F5325CCA}"/>
                </a:ext>
              </a:extLst>
            </p:cNvPr>
            <p:cNvSpPr/>
            <p:nvPr/>
          </p:nvSpPr>
          <p:spPr>
            <a:xfrm>
              <a:off x="22085509" y="1386697"/>
              <a:ext cx="533439" cy="363261"/>
            </a:xfrm>
            <a:custGeom>
              <a:avLst/>
              <a:gdLst>
                <a:gd name="connsiteX0" fmla="*/ 523930 w 533439"/>
                <a:gd name="connsiteY0" fmla="*/ 271822 h 363261"/>
                <a:gd name="connsiteX1" fmla="*/ 520127 w 533439"/>
                <a:gd name="connsiteY1" fmla="*/ 261344 h 363261"/>
                <a:gd name="connsiteX2" fmla="*/ 517274 w 533439"/>
                <a:gd name="connsiteY2" fmla="*/ 209909 h 363261"/>
                <a:gd name="connsiteX3" fmla="*/ 503011 w 533439"/>
                <a:gd name="connsiteY3" fmla="*/ 65129 h 363261"/>
                <a:gd name="connsiteX4" fmla="*/ 461173 w 533439"/>
                <a:gd name="connsiteY4" fmla="*/ 16552 h 363261"/>
                <a:gd name="connsiteX5" fmla="*/ 329953 w 533439"/>
                <a:gd name="connsiteY5" fmla="*/ 18457 h 363261"/>
                <a:gd name="connsiteX6" fmla="*/ 296672 w 533439"/>
                <a:gd name="connsiteY6" fmla="*/ 33697 h 363261"/>
                <a:gd name="connsiteX7" fmla="*/ 281458 w 533439"/>
                <a:gd name="connsiteY7" fmla="*/ 27029 h 363261"/>
                <a:gd name="connsiteX8" fmla="*/ 247227 w 533439"/>
                <a:gd name="connsiteY8" fmla="*/ 12742 h 363261"/>
                <a:gd name="connsiteX9" fmla="*/ 156894 w 533439"/>
                <a:gd name="connsiteY9" fmla="*/ 13694 h 363261"/>
                <a:gd name="connsiteX10" fmla="*/ 122662 w 533439"/>
                <a:gd name="connsiteY10" fmla="*/ 19409 h 363261"/>
                <a:gd name="connsiteX11" fmla="*/ 88431 w 533439"/>
                <a:gd name="connsiteY11" fmla="*/ 14647 h 363261"/>
                <a:gd name="connsiteX12" fmla="*/ 48494 w 533439"/>
                <a:gd name="connsiteY12" fmla="*/ 9884 h 363261"/>
                <a:gd name="connsiteX13" fmla="*/ 16165 w 533439"/>
                <a:gd name="connsiteY13" fmla="*/ 22267 h 363261"/>
                <a:gd name="connsiteX14" fmla="*/ 6656 w 533439"/>
                <a:gd name="connsiteY14" fmla="*/ 47032 h 363261"/>
                <a:gd name="connsiteX15" fmla="*/ 9509 w 533439"/>
                <a:gd name="connsiteY15" fmla="*/ 75607 h 363261"/>
                <a:gd name="connsiteX16" fmla="*/ 10460 w 533439"/>
                <a:gd name="connsiteY16" fmla="*/ 85132 h 363261"/>
                <a:gd name="connsiteX17" fmla="*/ 12361 w 533439"/>
                <a:gd name="connsiteY17" fmla="*/ 169904 h 363261"/>
                <a:gd name="connsiteX18" fmla="*/ 11410 w 533439"/>
                <a:gd name="connsiteY18" fmla="*/ 243247 h 363261"/>
                <a:gd name="connsiteX19" fmla="*/ 5705 w 533439"/>
                <a:gd name="connsiteY19" fmla="*/ 269917 h 363261"/>
                <a:gd name="connsiteX20" fmla="*/ 0 w 533439"/>
                <a:gd name="connsiteY20" fmla="*/ 300397 h 363261"/>
                <a:gd name="connsiteX21" fmla="*/ 0 w 533439"/>
                <a:gd name="connsiteY21" fmla="*/ 312779 h 363261"/>
                <a:gd name="connsiteX22" fmla="*/ 18067 w 533439"/>
                <a:gd name="connsiteY22" fmla="*/ 349927 h 363261"/>
                <a:gd name="connsiteX23" fmla="*/ 64659 w 533439"/>
                <a:gd name="connsiteY23" fmla="*/ 362309 h 363261"/>
                <a:gd name="connsiteX24" fmla="*/ 111252 w 533439"/>
                <a:gd name="connsiteY24" fmla="*/ 348974 h 363261"/>
                <a:gd name="connsiteX25" fmla="*/ 128368 w 533439"/>
                <a:gd name="connsiteY25" fmla="*/ 299444 h 363261"/>
                <a:gd name="connsiteX26" fmla="*/ 124564 w 533439"/>
                <a:gd name="connsiteY26" fmla="*/ 208004 h 363261"/>
                <a:gd name="connsiteX27" fmla="*/ 132171 w 533439"/>
                <a:gd name="connsiteY27" fmla="*/ 120374 h 363261"/>
                <a:gd name="connsiteX28" fmla="*/ 151189 w 533439"/>
                <a:gd name="connsiteY28" fmla="*/ 100372 h 363261"/>
                <a:gd name="connsiteX29" fmla="*/ 170206 w 533439"/>
                <a:gd name="connsiteY29" fmla="*/ 93704 h 363261"/>
                <a:gd name="connsiteX30" fmla="*/ 197781 w 533439"/>
                <a:gd name="connsiteY30" fmla="*/ 108944 h 363261"/>
                <a:gd name="connsiteX31" fmla="*/ 208241 w 533439"/>
                <a:gd name="connsiteY31" fmla="*/ 192764 h 363261"/>
                <a:gd name="connsiteX32" fmla="*/ 207290 w 533439"/>
                <a:gd name="connsiteY32" fmla="*/ 267059 h 363261"/>
                <a:gd name="connsiteX33" fmla="*/ 202536 w 533439"/>
                <a:gd name="connsiteY33" fmla="*/ 290872 h 363261"/>
                <a:gd name="connsiteX34" fmla="*/ 200634 w 533439"/>
                <a:gd name="connsiteY34" fmla="*/ 303254 h 363261"/>
                <a:gd name="connsiteX35" fmla="*/ 200634 w 533439"/>
                <a:gd name="connsiteY35" fmla="*/ 317542 h 363261"/>
                <a:gd name="connsiteX36" fmla="*/ 253883 w 533439"/>
                <a:gd name="connsiteY36" fmla="*/ 362309 h 363261"/>
                <a:gd name="connsiteX37" fmla="*/ 313788 w 533439"/>
                <a:gd name="connsiteY37" fmla="*/ 351832 h 363261"/>
                <a:gd name="connsiteX38" fmla="*/ 334707 w 533439"/>
                <a:gd name="connsiteY38" fmla="*/ 302302 h 363261"/>
                <a:gd name="connsiteX39" fmla="*/ 329002 w 533439"/>
                <a:gd name="connsiteY39" fmla="*/ 268964 h 363261"/>
                <a:gd name="connsiteX40" fmla="*/ 324247 w 533439"/>
                <a:gd name="connsiteY40" fmla="*/ 228007 h 363261"/>
                <a:gd name="connsiteX41" fmla="*/ 329953 w 533439"/>
                <a:gd name="connsiteY41" fmla="*/ 126089 h 363261"/>
                <a:gd name="connsiteX42" fmla="*/ 344216 w 533439"/>
                <a:gd name="connsiteY42" fmla="*/ 105134 h 363261"/>
                <a:gd name="connsiteX43" fmla="*/ 364184 w 533439"/>
                <a:gd name="connsiteY43" fmla="*/ 99419 h 363261"/>
                <a:gd name="connsiteX44" fmla="*/ 380349 w 533439"/>
                <a:gd name="connsiteY44" fmla="*/ 102277 h 363261"/>
                <a:gd name="connsiteX45" fmla="*/ 396514 w 533439"/>
                <a:gd name="connsiteY45" fmla="*/ 122279 h 363261"/>
                <a:gd name="connsiteX46" fmla="*/ 404120 w 533439"/>
                <a:gd name="connsiteY46" fmla="*/ 227054 h 363261"/>
                <a:gd name="connsiteX47" fmla="*/ 407924 w 533439"/>
                <a:gd name="connsiteY47" fmla="*/ 329924 h 363261"/>
                <a:gd name="connsiteX48" fmla="*/ 463075 w 533439"/>
                <a:gd name="connsiteY48" fmla="*/ 363261 h 363261"/>
                <a:gd name="connsiteX49" fmla="*/ 475436 w 533439"/>
                <a:gd name="connsiteY49" fmla="*/ 363261 h 363261"/>
                <a:gd name="connsiteX50" fmla="*/ 518225 w 533439"/>
                <a:gd name="connsiteY50" fmla="*/ 348974 h 363261"/>
                <a:gd name="connsiteX51" fmla="*/ 533439 w 533439"/>
                <a:gd name="connsiteY51" fmla="*/ 313732 h 363261"/>
                <a:gd name="connsiteX52" fmla="*/ 528685 w 533439"/>
                <a:gd name="connsiteY52" fmla="*/ 283252 h 363261"/>
                <a:gd name="connsiteX53" fmla="*/ 523930 w 533439"/>
                <a:gd name="connsiteY53" fmla="*/ 271822 h 363261"/>
                <a:gd name="connsiteX54" fmla="*/ 497306 w 533439"/>
                <a:gd name="connsiteY54" fmla="*/ 327067 h 363261"/>
                <a:gd name="connsiteX55" fmla="*/ 474485 w 533439"/>
                <a:gd name="connsiteY55" fmla="*/ 333734 h 363261"/>
                <a:gd name="connsiteX56" fmla="*/ 462124 w 533439"/>
                <a:gd name="connsiteY56" fmla="*/ 333734 h 363261"/>
                <a:gd name="connsiteX57" fmla="*/ 433598 w 533439"/>
                <a:gd name="connsiteY57" fmla="*/ 319447 h 363261"/>
                <a:gd name="connsiteX58" fmla="*/ 430745 w 533439"/>
                <a:gd name="connsiteY58" fmla="*/ 225149 h 363261"/>
                <a:gd name="connsiteX59" fmla="*/ 421236 w 533439"/>
                <a:gd name="connsiteY59" fmla="*/ 109897 h 363261"/>
                <a:gd name="connsiteX60" fmla="*/ 390808 w 533439"/>
                <a:gd name="connsiteY60" fmla="*/ 74654 h 363261"/>
                <a:gd name="connsiteX61" fmla="*/ 363233 w 533439"/>
                <a:gd name="connsiteY61" fmla="*/ 69892 h 363261"/>
                <a:gd name="connsiteX62" fmla="*/ 329002 w 533439"/>
                <a:gd name="connsiteY62" fmla="*/ 80369 h 363261"/>
                <a:gd name="connsiteX63" fmla="*/ 302377 w 533439"/>
                <a:gd name="connsiteY63" fmla="*/ 116564 h 363261"/>
                <a:gd name="connsiteX64" fmla="*/ 294770 w 533439"/>
                <a:gd name="connsiteY64" fmla="*/ 227054 h 363261"/>
                <a:gd name="connsiteX65" fmla="*/ 300475 w 533439"/>
                <a:gd name="connsiteY65" fmla="*/ 273727 h 363261"/>
                <a:gd name="connsiteX66" fmla="*/ 305230 w 533439"/>
                <a:gd name="connsiteY66" fmla="*/ 301349 h 363261"/>
                <a:gd name="connsiteX67" fmla="*/ 298574 w 533439"/>
                <a:gd name="connsiteY67" fmla="*/ 326114 h 363261"/>
                <a:gd name="connsiteX68" fmla="*/ 252932 w 533439"/>
                <a:gd name="connsiteY68" fmla="*/ 331829 h 363261"/>
                <a:gd name="connsiteX69" fmla="*/ 228209 w 533439"/>
                <a:gd name="connsiteY69" fmla="*/ 315637 h 363261"/>
                <a:gd name="connsiteX70" fmla="*/ 228209 w 533439"/>
                <a:gd name="connsiteY70" fmla="*/ 303254 h 363261"/>
                <a:gd name="connsiteX71" fmla="*/ 230111 w 533439"/>
                <a:gd name="connsiteY71" fmla="*/ 292777 h 363261"/>
                <a:gd name="connsiteX72" fmla="*/ 234865 w 533439"/>
                <a:gd name="connsiteY72" fmla="*/ 268964 h 363261"/>
                <a:gd name="connsiteX73" fmla="*/ 236767 w 533439"/>
                <a:gd name="connsiteY73" fmla="*/ 190859 h 363261"/>
                <a:gd name="connsiteX74" fmla="*/ 223455 w 533439"/>
                <a:gd name="connsiteY74" fmla="*/ 94657 h 363261"/>
                <a:gd name="connsiteX75" fmla="*/ 170206 w 533439"/>
                <a:gd name="connsiteY75" fmla="*/ 63224 h 363261"/>
                <a:gd name="connsiteX76" fmla="*/ 137876 w 533439"/>
                <a:gd name="connsiteY76" fmla="*/ 73702 h 363261"/>
                <a:gd name="connsiteX77" fmla="*/ 107448 w 533439"/>
                <a:gd name="connsiteY77" fmla="*/ 105134 h 363261"/>
                <a:gd name="connsiteX78" fmla="*/ 96989 w 533439"/>
                <a:gd name="connsiteY78" fmla="*/ 206099 h 363261"/>
                <a:gd name="connsiteX79" fmla="*/ 100792 w 533439"/>
                <a:gd name="connsiteY79" fmla="*/ 297539 h 363261"/>
                <a:gd name="connsiteX80" fmla="*/ 93185 w 533439"/>
                <a:gd name="connsiteY80" fmla="*/ 325162 h 363261"/>
                <a:gd name="connsiteX81" fmla="*/ 93185 w 533439"/>
                <a:gd name="connsiteY81" fmla="*/ 325162 h 363261"/>
                <a:gd name="connsiteX82" fmla="*/ 64659 w 533439"/>
                <a:gd name="connsiteY82" fmla="*/ 331829 h 363261"/>
                <a:gd name="connsiteX83" fmla="*/ 35182 w 533439"/>
                <a:gd name="connsiteY83" fmla="*/ 325162 h 363261"/>
                <a:gd name="connsiteX84" fmla="*/ 28526 w 533439"/>
                <a:gd name="connsiteY84" fmla="*/ 310874 h 363261"/>
                <a:gd name="connsiteX85" fmla="*/ 28526 w 533439"/>
                <a:gd name="connsiteY85" fmla="*/ 298492 h 363261"/>
                <a:gd name="connsiteX86" fmla="*/ 33281 w 533439"/>
                <a:gd name="connsiteY86" fmla="*/ 275632 h 363261"/>
                <a:gd name="connsiteX87" fmla="*/ 39937 w 533439"/>
                <a:gd name="connsiteY87" fmla="*/ 242294 h 363261"/>
                <a:gd name="connsiteX88" fmla="*/ 40887 w 533439"/>
                <a:gd name="connsiteY88" fmla="*/ 167047 h 363261"/>
                <a:gd name="connsiteX89" fmla="*/ 38035 w 533439"/>
                <a:gd name="connsiteY89" fmla="*/ 78464 h 363261"/>
                <a:gd name="connsiteX90" fmla="*/ 36133 w 533439"/>
                <a:gd name="connsiteY90" fmla="*/ 67034 h 363261"/>
                <a:gd name="connsiteX91" fmla="*/ 33281 w 533439"/>
                <a:gd name="connsiteY91" fmla="*/ 43222 h 363261"/>
                <a:gd name="connsiteX92" fmla="*/ 36133 w 533439"/>
                <a:gd name="connsiteY92" fmla="*/ 37507 h 363261"/>
                <a:gd name="connsiteX93" fmla="*/ 46593 w 533439"/>
                <a:gd name="connsiteY93" fmla="*/ 34649 h 363261"/>
                <a:gd name="connsiteX94" fmla="*/ 80824 w 533439"/>
                <a:gd name="connsiteY94" fmla="*/ 39412 h 363261"/>
                <a:gd name="connsiteX95" fmla="*/ 120761 w 533439"/>
                <a:gd name="connsiteY95" fmla="*/ 44174 h 363261"/>
                <a:gd name="connsiteX96" fmla="*/ 163550 w 533439"/>
                <a:gd name="connsiteY96" fmla="*/ 36554 h 363261"/>
                <a:gd name="connsiteX97" fmla="*/ 236767 w 533439"/>
                <a:gd name="connsiteY97" fmla="*/ 35602 h 363261"/>
                <a:gd name="connsiteX98" fmla="*/ 268146 w 533439"/>
                <a:gd name="connsiteY98" fmla="*/ 48937 h 363261"/>
                <a:gd name="connsiteX99" fmla="*/ 296672 w 533439"/>
                <a:gd name="connsiteY99" fmla="*/ 58462 h 363261"/>
                <a:gd name="connsiteX100" fmla="*/ 342314 w 533439"/>
                <a:gd name="connsiteY100" fmla="*/ 40364 h 363261"/>
                <a:gd name="connsiteX101" fmla="*/ 400317 w 533439"/>
                <a:gd name="connsiteY101" fmla="*/ 25124 h 363261"/>
                <a:gd name="connsiteX102" fmla="*/ 445959 w 533439"/>
                <a:gd name="connsiteY102" fmla="*/ 37507 h 363261"/>
                <a:gd name="connsiteX103" fmla="*/ 476387 w 533439"/>
                <a:gd name="connsiteY103" fmla="*/ 73702 h 363261"/>
                <a:gd name="connsiteX104" fmla="*/ 487797 w 533439"/>
                <a:gd name="connsiteY104" fmla="*/ 206099 h 363261"/>
                <a:gd name="connsiteX105" fmla="*/ 491601 w 533439"/>
                <a:gd name="connsiteY105" fmla="*/ 264202 h 363261"/>
                <a:gd name="connsiteX106" fmla="*/ 495404 w 533439"/>
                <a:gd name="connsiteY106" fmla="*/ 277537 h 363261"/>
                <a:gd name="connsiteX107" fmla="*/ 499208 w 533439"/>
                <a:gd name="connsiteY107" fmla="*/ 287062 h 363261"/>
                <a:gd name="connsiteX108" fmla="*/ 502060 w 533439"/>
                <a:gd name="connsiteY108" fmla="*/ 308969 h 363261"/>
                <a:gd name="connsiteX109" fmla="*/ 497306 w 533439"/>
                <a:gd name="connsiteY109" fmla="*/ 327067 h 36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533439" h="363261">
                  <a:moveTo>
                    <a:pt x="523930" y="271822"/>
                  </a:moveTo>
                  <a:lnTo>
                    <a:pt x="520127" y="261344"/>
                  </a:lnTo>
                  <a:cubicBezTo>
                    <a:pt x="518225" y="254677"/>
                    <a:pt x="517274" y="241342"/>
                    <a:pt x="517274" y="209909"/>
                  </a:cubicBezTo>
                  <a:cubicBezTo>
                    <a:pt x="517274" y="108944"/>
                    <a:pt x="508716" y="79417"/>
                    <a:pt x="503011" y="65129"/>
                  </a:cubicBezTo>
                  <a:cubicBezTo>
                    <a:pt x="493502" y="43222"/>
                    <a:pt x="479239" y="27029"/>
                    <a:pt x="461173" y="16552"/>
                  </a:cubicBezTo>
                  <a:cubicBezTo>
                    <a:pt x="426941" y="-5356"/>
                    <a:pt x="379398" y="-6308"/>
                    <a:pt x="329953" y="18457"/>
                  </a:cubicBezTo>
                  <a:cubicBezTo>
                    <a:pt x="307132" y="29887"/>
                    <a:pt x="298574" y="32744"/>
                    <a:pt x="296672" y="33697"/>
                  </a:cubicBezTo>
                  <a:cubicBezTo>
                    <a:pt x="294770" y="33697"/>
                    <a:pt x="290967" y="31792"/>
                    <a:pt x="281458" y="27029"/>
                  </a:cubicBezTo>
                  <a:cubicBezTo>
                    <a:pt x="270048" y="21314"/>
                    <a:pt x="258637" y="16552"/>
                    <a:pt x="247227" y="12742"/>
                  </a:cubicBezTo>
                  <a:cubicBezTo>
                    <a:pt x="222504" y="4169"/>
                    <a:pt x="191125" y="3217"/>
                    <a:pt x="156894" y="13694"/>
                  </a:cubicBezTo>
                  <a:cubicBezTo>
                    <a:pt x="142631" y="17504"/>
                    <a:pt x="131220" y="19409"/>
                    <a:pt x="122662" y="19409"/>
                  </a:cubicBezTo>
                  <a:cubicBezTo>
                    <a:pt x="114105" y="19409"/>
                    <a:pt x="102694" y="17504"/>
                    <a:pt x="88431" y="14647"/>
                  </a:cubicBezTo>
                  <a:cubicBezTo>
                    <a:pt x="72266" y="10837"/>
                    <a:pt x="58954" y="9884"/>
                    <a:pt x="48494" y="9884"/>
                  </a:cubicBezTo>
                  <a:cubicBezTo>
                    <a:pt x="34231" y="9884"/>
                    <a:pt x="23772" y="13694"/>
                    <a:pt x="16165" y="22267"/>
                  </a:cubicBezTo>
                  <a:cubicBezTo>
                    <a:pt x="9509" y="29887"/>
                    <a:pt x="6656" y="38459"/>
                    <a:pt x="6656" y="47032"/>
                  </a:cubicBezTo>
                  <a:cubicBezTo>
                    <a:pt x="6656" y="52747"/>
                    <a:pt x="7607" y="62272"/>
                    <a:pt x="9509" y="75607"/>
                  </a:cubicBezTo>
                  <a:lnTo>
                    <a:pt x="10460" y="85132"/>
                  </a:lnTo>
                  <a:cubicBezTo>
                    <a:pt x="12361" y="99419"/>
                    <a:pt x="12361" y="127994"/>
                    <a:pt x="12361" y="169904"/>
                  </a:cubicBezTo>
                  <a:cubicBezTo>
                    <a:pt x="12361" y="222292"/>
                    <a:pt x="12361" y="238484"/>
                    <a:pt x="11410" y="243247"/>
                  </a:cubicBezTo>
                  <a:cubicBezTo>
                    <a:pt x="11410" y="249914"/>
                    <a:pt x="9509" y="258487"/>
                    <a:pt x="5705" y="269917"/>
                  </a:cubicBezTo>
                  <a:cubicBezTo>
                    <a:pt x="1902" y="284204"/>
                    <a:pt x="0" y="293729"/>
                    <a:pt x="0" y="300397"/>
                  </a:cubicBezTo>
                  <a:lnTo>
                    <a:pt x="0" y="312779"/>
                  </a:lnTo>
                  <a:cubicBezTo>
                    <a:pt x="0" y="328019"/>
                    <a:pt x="6656" y="340402"/>
                    <a:pt x="18067" y="349927"/>
                  </a:cubicBezTo>
                  <a:cubicBezTo>
                    <a:pt x="28526" y="358499"/>
                    <a:pt x="43740" y="362309"/>
                    <a:pt x="64659" y="362309"/>
                  </a:cubicBezTo>
                  <a:cubicBezTo>
                    <a:pt x="84628" y="362309"/>
                    <a:pt x="100792" y="357547"/>
                    <a:pt x="111252" y="348974"/>
                  </a:cubicBezTo>
                  <a:cubicBezTo>
                    <a:pt x="122662" y="339449"/>
                    <a:pt x="128368" y="323257"/>
                    <a:pt x="128368" y="299444"/>
                  </a:cubicBezTo>
                  <a:lnTo>
                    <a:pt x="124564" y="208004"/>
                  </a:lnTo>
                  <a:cubicBezTo>
                    <a:pt x="124564" y="142282"/>
                    <a:pt x="129319" y="125137"/>
                    <a:pt x="132171" y="120374"/>
                  </a:cubicBezTo>
                  <a:cubicBezTo>
                    <a:pt x="136926" y="110849"/>
                    <a:pt x="142631" y="105134"/>
                    <a:pt x="151189" y="100372"/>
                  </a:cubicBezTo>
                  <a:cubicBezTo>
                    <a:pt x="161648" y="94657"/>
                    <a:pt x="167353" y="93704"/>
                    <a:pt x="170206" y="93704"/>
                  </a:cubicBezTo>
                  <a:cubicBezTo>
                    <a:pt x="183518" y="93704"/>
                    <a:pt x="192076" y="98467"/>
                    <a:pt x="197781" y="108944"/>
                  </a:cubicBezTo>
                  <a:cubicBezTo>
                    <a:pt x="202536" y="118469"/>
                    <a:pt x="208241" y="140377"/>
                    <a:pt x="208241" y="192764"/>
                  </a:cubicBezTo>
                  <a:cubicBezTo>
                    <a:pt x="208241" y="249914"/>
                    <a:pt x="207290" y="264202"/>
                    <a:pt x="207290" y="267059"/>
                  </a:cubicBezTo>
                  <a:lnTo>
                    <a:pt x="202536" y="290872"/>
                  </a:lnTo>
                  <a:lnTo>
                    <a:pt x="200634" y="303254"/>
                  </a:lnTo>
                  <a:lnTo>
                    <a:pt x="200634" y="317542"/>
                  </a:lnTo>
                  <a:cubicBezTo>
                    <a:pt x="200634" y="330877"/>
                    <a:pt x="205388" y="362309"/>
                    <a:pt x="253883" y="362309"/>
                  </a:cubicBezTo>
                  <a:cubicBezTo>
                    <a:pt x="283360" y="362309"/>
                    <a:pt x="302377" y="359452"/>
                    <a:pt x="313788" y="351832"/>
                  </a:cubicBezTo>
                  <a:cubicBezTo>
                    <a:pt x="327100" y="343259"/>
                    <a:pt x="334707" y="327067"/>
                    <a:pt x="334707" y="302302"/>
                  </a:cubicBezTo>
                  <a:cubicBezTo>
                    <a:pt x="334707" y="299444"/>
                    <a:pt x="334707" y="294682"/>
                    <a:pt x="329002" y="268964"/>
                  </a:cubicBezTo>
                  <a:cubicBezTo>
                    <a:pt x="325198" y="252772"/>
                    <a:pt x="324247" y="238484"/>
                    <a:pt x="324247" y="228007"/>
                  </a:cubicBezTo>
                  <a:cubicBezTo>
                    <a:pt x="324247" y="154664"/>
                    <a:pt x="328051" y="132757"/>
                    <a:pt x="329953" y="126089"/>
                  </a:cubicBezTo>
                  <a:cubicBezTo>
                    <a:pt x="332805" y="115612"/>
                    <a:pt x="337559" y="108944"/>
                    <a:pt x="344216" y="105134"/>
                  </a:cubicBezTo>
                  <a:cubicBezTo>
                    <a:pt x="350872" y="101324"/>
                    <a:pt x="357528" y="99419"/>
                    <a:pt x="364184" y="99419"/>
                  </a:cubicBezTo>
                  <a:cubicBezTo>
                    <a:pt x="372742" y="99419"/>
                    <a:pt x="377496" y="100372"/>
                    <a:pt x="380349" y="102277"/>
                  </a:cubicBezTo>
                  <a:cubicBezTo>
                    <a:pt x="387005" y="105134"/>
                    <a:pt x="391759" y="111802"/>
                    <a:pt x="396514" y="122279"/>
                  </a:cubicBezTo>
                  <a:cubicBezTo>
                    <a:pt x="399366" y="128947"/>
                    <a:pt x="404120" y="151807"/>
                    <a:pt x="404120" y="227054"/>
                  </a:cubicBezTo>
                  <a:cubicBezTo>
                    <a:pt x="404120" y="318494"/>
                    <a:pt x="406973" y="326114"/>
                    <a:pt x="407924" y="329924"/>
                  </a:cubicBezTo>
                  <a:cubicBezTo>
                    <a:pt x="413629" y="345164"/>
                    <a:pt x="426941" y="363261"/>
                    <a:pt x="463075" y="363261"/>
                  </a:cubicBezTo>
                  <a:lnTo>
                    <a:pt x="475436" y="363261"/>
                  </a:lnTo>
                  <a:cubicBezTo>
                    <a:pt x="493502" y="363261"/>
                    <a:pt x="507766" y="358499"/>
                    <a:pt x="518225" y="348974"/>
                  </a:cubicBezTo>
                  <a:cubicBezTo>
                    <a:pt x="528685" y="339449"/>
                    <a:pt x="533439" y="327067"/>
                    <a:pt x="533439" y="313732"/>
                  </a:cubicBezTo>
                  <a:cubicBezTo>
                    <a:pt x="533439" y="302302"/>
                    <a:pt x="531537" y="292777"/>
                    <a:pt x="528685" y="283252"/>
                  </a:cubicBezTo>
                  <a:lnTo>
                    <a:pt x="523930" y="271822"/>
                  </a:lnTo>
                  <a:close/>
                  <a:moveTo>
                    <a:pt x="497306" y="327067"/>
                  </a:moveTo>
                  <a:cubicBezTo>
                    <a:pt x="492552" y="331829"/>
                    <a:pt x="484945" y="333734"/>
                    <a:pt x="474485" y="333734"/>
                  </a:cubicBezTo>
                  <a:lnTo>
                    <a:pt x="462124" y="333734"/>
                  </a:lnTo>
                  <a:cubicBezTo>
                    <a:pt x="439303" y="333734"/>
                    <a:pt x="435499" y="323257"/>
                    <a:pt x="433598" y="319447"/>
                  </a:cubicBezTo>
                  <a:cubicBezTo>
                    <a:pt x="432647" y="316589"/>
                    <a:pt x="430745" y="301349"/>
                    <a:pt x="430745" y="225149"/>
                  </a:cubicBezTo>
                  <a:cubicBezTo>
                    <a:pt x="430745" y="143234"/>
                    <a:pt x="425040" y="120374"/>
                    <a:pt x="421236" y="109897"/>
                  </a:cubicBezTo>
                  <a:cubicBezTo>
                    <a:pt x="414580" y="92752"/>
                    <a:pt x="404120" y="80369"/>
                    <a:pt x="390808" y="74654"/>
                  </a:cubicBezTo>
                  <a:cubicBezTo>
                    <a:pt x="383201" y="70844"/>
                    <a:pt x="374644" y="69892"/>
                    <a:pt x="363233" y="69892"/>
                  </a:cubicBezTo>
                  <a:cubicBezTo>
                    <a:pt x="351823" y="69892"/>
                    <a:pt x="339461" y="73702"/>
                    <a:pt x="329002" y="80369"/>
                  </a:cubicBezTo>
                  <a:cubicBezTo>
                    <a:pt x="316640" y="87989"/>
                    <a:pt x="308082" y="99419"/>
                    <a:pt x="302377" y="116564"/>
                  </a:cubicBezTo>
                  <a:cubicBezTo>
                    <a:pt x="299525" y="126089"/>
                    <a:pt x="294770" y="147997"/>
                    <a:pt x="294770" y="227054"/>
                  </a:cubicBezTo>
                  <a:cubicBezTo>
                    <a:pt x="294770" y="240389"/>
                    <a:pt x="296672" y="255629"/>
                    <a:pt x="300475" y="273727"/>
                  </a:cubicBezTo>
                  <a:cubicBezTo>
                    <a:pt x="305230" y="295634"/>
                    <a:pt x="305230" y="300397"/>
                    <a:pt x="305230" y="301349"/>
                  </a:cubicBezTo>
                  <a:cubicBezTo>
                    <a:pt x="305230" y="314684"/>
                    <a:pt x="302377" y="324209"/>
                    <a:pt x="298574" y="326114"/>
                  </a:cubicBezTo>
                  <a:cubicBezTo>
                    <a:pt x="295721" y="328019"/>
                    <a:pt x="285261" y="331829"/>
                    <a:pt x="252932" y="331829"/>
                  </a:cubicBezTo>
                  <a:cubicBezTo>
                    <a:pt x="228209" y="331829"/>
                    <a:pt x="228209" y="322304"/>
                    <a:pt x="228209" y="315637"/>
                  </a:cubicBezTo>
                  <a:lnTo>
                    <a:pt x="228209" y="303254"/>
                  </a:lnTo>
                  <a:lnTo>
                    <a:pt x="230111" y="292777"/>
                  </a:lnTo>
                  <a:lnTo>
                    <a:pt x="234865" y="268964"/>
                  </a:lnTo>
                  <a:cubicBezTo>
                    <a:pt x="235816" y="264202"/>
                    <a:pt x="236767" y="250867"/>
                    <a:pt x="236767" y="190859"/>
                  </a:cubicBezTo>
                  <a:cubicBezTo>
                    <a:pt x="236767" y="143234"/>
                    <a:pt x="232013" y="111802"/>
                    <a:pt x="223455" y="94657"/>
                  </a:cubicBezTo>
                  <a:cubicBezTo>
                    <a:pt x="212995" y="74654"/>
                    <a:pt x="194929" y="63224"/>
                    <a:pt x="170206" y="63224"/>
                  </a:cubicBezTo>
                  <a:cubicBezTo>
                    <a:pt x="160697" y="63224"/>
                    <a:pt x="150238" y="67034"/>
                    <a:pt x="137876" y="73702"/>
                  </a:cubicBezTo>
                  <a:cubicBezTo>
                    <a:pt x="125515" y="80369"/>
                    <a:pt x="115055" y="91799"/>
                    <a:pt x="107448" y="105134"/>
                  </a:cubicBezTo>
                  <a:cubicBezTo>
                    <a:pt x="102694" y="114659"/>
                    <a:pt x="96989" y="134662"/>
                    <a:pt x="96989" y="206099"/>
                  </a:cubicBezTo>
                  <a:lnTo>
                    <a:pt x="100792" y="297539"/>
                  </a:lnTo>
                  <a:cubicBezTo>
                    <a:pt x="100792" y="311827"/>
                    <a:pt x="97940" y="321352"/>
                    <a:pt x="93185" y="325162"/>
                  </a:cubicBezTo>
                  <a:lnTo>
                    <a:pt x="93185" y="325162"/>
                  </a:lnTo>
                  <a:cubicBezTo>
                    <a:pt x="87480" y="329924"/>
                    <a:pt x="77971" y="331829"/>
                    <a:pt x="64659" y="331829"/>
                  </a:cubicBezTo>
                  <a:cubicBezTo>
                    <a:pt x="51347" y="331829"/>
                    <a:pt x="40887" y="329924"/>
                    <a:pt x="35182" y="325162"/>
                  </a:cubicBezTo>
                  <a:cubicBezTo>
                    <a:pt x="30428" y="321352"/>
                    <a:pt x="28526" y="317542"/>
                    <a:pt x="28526" y="310874"/>
                  </a:cubicBezTo>
                  <a:lnTo>
                    <a:pt x="28526" y="298492"/>
                  </a:lnTo>
                  <a:cubicBezTo>
                    <a:pt x="28526" y="296587"/>
                    <a:pt x="28526" y="290872"/>
                    <a:pt x="33281" y="275632"/>
                  </a:cubicBezTo>
                  <a:cubicBezTo>
                    <a:pt x="37084" y="261344"/>
                    <a:pt x="38986" y="250867"/>
                    <a:pt x="39937" y="242294"/>
                  </a:cubicBezTo>
                  <a:cubicBezTo>
                    <a:pt x="39937" y="234674"/>
                    <a:pt x="40887" y="209909"/>
                    <a:pt x="40887" y="167047"/>
                  </a:cubicBezTo>
                  <a:cubicBezTo>
                    <a:pt x="40887" y="124184"/>
                    <a:pt x="39937" y="95609"/>
                    <a:pt x="38035" y="78464"/>
                  </a:cubicBezTo>
                  <a:lnTo>
                    <a:pt x="36133" y="67034"/>
                  </a:lnTo>
                  <a:cubicBezTo>
                    <a:pt x="34231" y="52747"/>
                    <a:pt x="33281" y="46079"/>
                    <a:pt x="33281" y="43222"/>
                  </a:cubicBezTo>
                  <a:cubicBezTo>
                    <a:pt x="33281" y="41317"/>
                    <a:pt x="34231" y="39412"/>
                    <a:pt x="36133" y="37507"/>
                  </a:cubicBezTo>
                  <a:cubicBezTo>
                    <a:pt x="37084" y="36554"/>
                    <a:pt x="40887" y="34649"/>
                    <a:pt x="46593" y="34649"/>
                  </a:cubicBezTo>
                  <a:cubicBezTo>
                    <a:pt x="55151" y="34649"/>
                    <a:pt x="66561" y="36554"/>
                    <a:pt x="80824" y="39412"/>
                  </a:cubicBezTo>
                  <a:cubicBezTo>
                    <a:pt x="96989" y="43222"/>
                    <a:pt x="110301" y="44174"/>
                    <a:pt x="120761" y="44174"/>
                  </a:cubicBezTo>
                  <a:cubicBezTo>
                    <a:pt x="132171" y="44174"/>
                    <a:pt x="146434" y="42269"/>
                    <a:pt x="163550" y="36554"/>
                  </a:cubicBezTo>
                  <a:cubicBezTo>
                    <a:pt x="192076" y="28934"/>
                    <a:pt x="217750" y="28934"/>
                    <a:pt x="236767" y="35602"/>
                  </a:cubicBezTo>
                  <a:cubicBezTo>
                    <a:pt x="247227" y="39412"/>
                    <a:pt x="257686" y="44174"/>
                    <a:pt x="268146" y="48937"/>
                  </a:cubicBezTo>
                  <a:cubicBezTo>
                    <a:pt x="285261" y="57509"/>
                    <a:pt x="291918" y="58462"/>
                    <a:pt x="296672" y="58462"/>
                  </a:cubicBezTo>
                  <a:cubicBezTo>
                    <a:pt x="301426" y="58462"/>
                    <a:pt x="309033" y="57509"/>
                    <a:pt x="342314" y="40364"/>
                  </a:cubicBezTo>
                  <a:cubicBezTo>
                    <a:pt x="362282" y="29887"/>
                    <a:pt x="382251" y="25124"/>
                    <a:pt x="400317" y="25124"/>
                  </a:cubicBezTo>
                  <a:cubicBezTo>
                    <a:pt x="418384" y="25124"/>
                    <a:pt x="432647" y="28934"/>
                    <a:pt x="445959" y="37507"/>
                  </a:cubicBezTo>
                  <a:cubicBezTo>
                    <a:pt x="459271" y="45127"/>
                    <a:pt x="468780" y="57509"/>
                    <a:pt x="476387" y="73702"/>
                  </a:cubicBezTo>
                  <a:cubicBezTo>
                    <a:pt x="482092" y="85132"/>
                    <a:pt x="487797" y="117517"/>
                    <a:pt x="487797" y="206099"/>
                  </a:cubicBezTo>
                  <a:cubicBezTo>
                    <a:pt x="487797" y="233722"/>
                    <a:pt x="488748" y="252772"/>
                    <a:pt x="491601" y="264202"/>
                  </a:cubicBezTo>
                  <a:lnTo>
                    <a:pt x="495404" y="277537"/>
                  </a:lnTo>
                  <a:lnTo>
                    <a:pt x="499208" y="287062"/>
                  </a:lnTo>
                  <a:cubicBezTo>
                    <a:pt x="501109" y="293729"/>
                    <a:pt x="502060" y="301349"/>
                    <a:pt x="502060" y="308969"/>
                  </a:cubicBezTo>
                  <a:cubicBezTo>
                    <a:pt x="503962" y="318494"/>
                    <a:pt x="501109" y="323257"/>
                    <a:pt x="497306" y="327067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59" name="Graphic 36">
            <a:extLst>
              <a:ext uri="{FF2B5EF4-FFF2-40B4-BE49-F238E27FC236}">
                <a16:creationId xmlns:a16="http://schemas.microsoft.com/office/drawing/2014/main" id="{3CC9DDEC-989B-7D4A-D5AE-7292FB14AFD3}"/>
              </a:ext>
            </a:extLst>
          </p:cNvPr>
          <p:cNvSpPr/>
          <p:nvPr/>
        </p:nvSpPr>
        <p:spPr>
          <a:xfrm>
            <a:off x="19346168" y="1221778"/>
            <a:ext cx="3768449" cy="1803307"/>
          </a:xfrm>
          <a:custGeom>
            <a:avLst/>
            <a:gdLst>
              <a:gd name="connsiteX0" fmla="*/ 1723501 w 2070100"/>
              <a:gd name="connsiteY0" fmla="*/ 990600 h 990600"/>
              <a:gd name="connsiteX1" fmla="*/ 332356 w 2070100"/>
              <a:gd name="connsiteY1" fmla="*/ 990600 h 990600"/>
              <a:gd name="connsiteX2" fmla="*/ 0 w 2070100"/>
              <a:gd name="connsiteY2" fmla="*/ 660400 h 990600"/>
              <a:gd name="connsiteX3" fmla="*/ 332356 w 2070100"/>
              <a:gd name="connsiteY3" fmla="*/ 330200 h 990600"/>
              <a:gd name="connsiteX4" fmla="*/ 408322 w 2070100"/>
              <a:gd name="connsiteY4" fmla="*/ 338691 h 990600"/>
              <a:gd name="connsiteX5" fmla="*/ 408322 w 2070100"/>
              <a:gd name="connsiteY5" fmla="*/ 330200 h 990600"/>
              <a:gd name="connsiteX6" fmla="*/ 740678 w 2070100"/>
              <a:gd name="connsiteY6" fmla="*/ 0 h 990600"/>
              <a:gd name="connsiteX7" fmla="*/ 1054991 w 2070100"/>
              <a:gd name="connsiteY7" fmla="*/ 222649 h 990600"/>
              <a:gd name="connsiteX8" fmla="*/ 1258203 w 2070100"/>
              <a:gd name="connsiteY8" fmla="*/ 169817 h 990600"/>
              <a:gd name="connsiteX9" fmla="*/ 1585811 w 2070100"/>
              <a:gd name="connsiteY9" fmla="*/ 330200 h 990600"/>
              <a:gd name="connsiteX10" fmla="*/ 1723501 w 2070100"/>
              <a:gd name="connsiteY10" fmla="*/ 301897 h 990600"/>
              <a:gd name="connsiteX11" fmla="*/ 2070100 w 2070100"/>
              <a:gd name="connsiteY11" fmla="*/ 646249 h 990600"/>
              <a:gd name="connsiteX12" fmla="*/ 1763383 w 2070100"/>
              <a:gd name="connsiteY12" fmla="*/ 988713 h 990600"/>
              <a:gd name="connsiteX13" fmla="*/ 1723501 w 2070100"/>
              <a:gd name="connsiteY13" fmla="*/ 990600 h 990600"/>
              <a:gd name="connsiteX14" fmla="*/ 332356 w 2070100"/>
              <a:gd name="connsiteY14" fmla="*/ 358503 h 990600"/>
              <a:gd name="connsiteX15" fmla="*/ 28488 w 2070100"/>
              <a:gd name="connsiteY15" fmla="*/ 660400 h 990600"/>
              <a:gd name="connsiteX16" fmla="*/ 332356 w 2070100"/>
              <a:gd name="connsiteY16" fmla="*/ 962297 h 990600"/>
              <a:gd name="connsiteX17" fmla="*/ 1723501 w 2070100"/>
              <a:gd name="connsiteY17" fmla="*/ 962297 h 990600"/>
              <a:gd name="connsiteX18" fmla="*/ 1759585 w 2070100"/>
              <a:gd name="connsiteY18" fmla="*/ 960410 h 990600"/>
              <a:gd name="connsiteX19" fmla="*/ 2041612 w 2070100"/>
              <a:gd name="connsiteY19" fmla="*/ 646249 h 990600"/>
              <a:gd name="connsiteX20" fmla="*/ 1723501 w 2070100"/>
              <a:gd name="connsiteY20" fmla="*/ 330200 h 990600"/>
              <a:gd name="connsiteX21" fmla="*/ 1586760 w 2070100"/>
              <a:gd name="connsiteY21" fmla="*/ 360390 h 990600"/>
              <a:gd name="connsiteX22" fmla="*/ 1576315 w 2070100"/>
              <a:gd name="connsiteY22" fmla="*/ 365107 h 990600"/>
              <a:gd name="connsiteX23" fmla="*/ 1569668 w 2070100"/>
              <a:gd name="connsiteY23" fmla="*/ 355673 h 990600"/>
              <a:gd name="connsiteX24" fmla="*/ 1258203 w 2070100"/>
              <a:gd name="connsiteY24" fmla="*/ 198120 h 990600"/>
              <a:gd name="connsiteX25" fmla="*/ 1054042 w 2070100"/>
              <a:gd name="connsiteY25" fmla="*/ 256613 h 990600"/>
              <a:gd name="connsiteX26" fmla="*/ 1037899 w 2070100"/>
              <a:gd name="connsiteY26" fmla="*/ 266990 h 990600"/>
              <a:gd name="connsiteX27" fmla="*/ 1033151 w 2070100"/>
              <a:gd name="connsiteY27" fmla="*/ 249065 h 990600"/>
              <a:gd name="connsiteX28" fmla="*/ 740678 w 2070100"/>
              <a:gd name="connsiteY28" fmla="*/ 28303 h 990600"/>
              <a:gd name="connsiteX29" fmla="*/ 436810 w 2070100"/>
              <a:gd name="connsiteY29" fmla="*/ 330200 h 990600"/>
              <a:gd name="connsiteX30" fmla="*/ 437760 w 2070100"/>
              <a:gd name="connsiteY30" fmla="*/ 356616 h 990600"/>
              <a:gd name="connsiteX31" fmla="*/ 439659 w 2070100"/>
              <a:gd name="connsiteY31" fmla="*/ 377371 h 990600"/>
              <a:gd name="connsiteX32" fmla="*/ 419718 w 2070100"/>
              <a:gd name="connsiteY32" fmla="*/ 371711 h 990600"/>
              <a:gd name="connsiteX33" fmla="*/ 332356 w 2070100"/>
              <a:gd name="connsiteY33" fmla="*/ 358503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070100" h="990600">
                <a:moveTo>
                  <a:pt x="1723501" y="990600"/>
                </a:moveTo>
                <a:lnTo>
                  <a:pt x="332356" y="990600"/>
                </a:lnTo>
                <a:cubicBezTo>
                  <a:pt x="149085" y="990600"/>
                  <a:pt x="0" y="842482"/>
                  <a:pt x="0" y="660400"/>
                </a:cubicBezTo>
                <a:cubicBezTo>
                  <a:pt x="0" y="478318"/>
                  <a:pt x="149085" y="330200"/>
                  <a:pt x="332356" y="330200"/>
                </a:cubicBezTo>
                <a:cubicBezTo>
                  <a:pt x="357994" y="330200"/>
                  <a:pt x="383633" y="333030"/>
                  <a:pt x="408322" y="338691"/>
                </a:cubicBezTo>
                <a:cubicBezTo>
                  <a:pt x="408322" y="335861"/>
                  <a:pt x="408322" y="333030"/>
                  <a:pt x="408322" y="330200"/>
                </a:cubicBezTo>
                <a:cubicBezTo>
                  <a:pt x="408322" y="148118"/>
                  <a:pt x="557408" y="0"/>
                  <a:pt x="740678" y="0"/>
                </a:cubicBezTo>
                <a:cubicBezTo>
                  <a:pt x="882167" y="0"/>
                  <a:pt x="1009411" y="90569"/>
                  <a:pt x="1054991" y="222649"/>
                </a:cubicBezTo>
                <a:cubicBezTo>
                  <a:pt x="1116715" y="187742"/>
                  <a:pt x="1186984" y="169817"/>
                  <a:pt x="1258203" y="169817"/>
                </a:cubicBezTo>
                <a:cubicBezTo>
                  <a:pt x="1386397" y="169817"/>
                  <a:pt x="1507944" y="229253"/>
                  <a:pt x="1585811" y="330200"/>
                </a:cubicBezTo>
                <a:cubicBezTo>
                  <a:pt x="1629492" y="311331"/>
                  <a:pt x="1676021" y="301897"/>
                  <a:pt x="1723501" y="301897"/>
                </a:cubicBezTo>
                <a:cubicBezTo>
                  <a:pt x="1914368" y="301897"/>
                  <a:pt x="2070100" y="456619"/>
                  <a:pt x="2070100" y="646249"/>
                </a:cubicBezTo>
                <a:cubicBezTo>
                  <a:pt x="2070100" y="821726"/>
                  <a:pt x="1938108" y="968901"/>
                  <a:pt x="1763383" y="988713"/>
                </a:cubicBezTo>
                <a:cubicBezTo>
                  <a:pt x="1749140" y="989657"/>
                  <a:pt x="1735845" y="990600"/>
                  <a:pt x="1723501" y="990600"/>
                </a:cubicBezTo>
                <a:close/>
                <a:moveTo>
                  <a:pt x="332356" y="358503"/>
                </a:moveTo>
                <a:cubicBezTo>
                  <a:pt x="165228" y="358503"/>
                  <a:pt x="28488" y="494357"/>
                  <a:pt x="28488" y="660400"/>
                </a:cubicBezTo>
                <a:cubicBezTo>
                  <a:pt x="28488" y="826443"/>
                  <a:pt x="165228" y="962297"/>
                  <a:pt x="332356" y="962297"/>
                </a:cubicBezTo>
                <a:lnTo>
                  <a:pt x="1723501" y="962297"/>
                </a:lnTo>
                <a:cubicBezTo>
                  <a:pt x="1734896" y="962297"/>
                  <a:pt x="1747240" y="961354"/>
                  <a:pt x="1759585" y="960410"/>
                </a:cubicBezTo>
                <a:cubicBezTo>
                  <a:pt x="1920065" y="942485"/>
                  <a:pt x="2041612" y="807575"/>
                  <a:pt x="2041612" y="646249"/>
                </a:cubicBezTo>
                <a:cubicBezTo>
                  <a:pt x="2041612" y="471714"/>
                  <a:pt x="1899174" y="330200"/>
                  <a:pt x="1723501" y="330200"/>
                </a:cubicBezTo>
                <a:cubicBezTo>
                  <a:pt x="1676021" y="330200"/>
                  <a:pt x="1629492" y="340578"/>
                  <a:pt x="1586760" y="360390"/>
                </a:cubicBezTo>
                <a:lnTo>
                  <a:pt x="1576315" y="365107"/>
                </a:lnTo>
                <a:lnTo>
                  <a:pt x="1569668" y="355673"/>
                </a:lnTo>
                <a:cubicBezTo>
                  <a:pt x="1497499" y="257556"/>
                  <a:pt x="1380700" y="198120"/>
                  <a:pt x="1258203" y="198120"/>
                </a:cubicBezTo>
                <a:cubicBezTo>
                  <a:pt x="1186034" y="198120"/>
                  <a:pt x="1115765" y="217932"/>
                  <a:pt x="1054042" y="256613"/>
                </a:cubicBezTo>
                <a:lnTo>
                  <a:pt x="1037899" y="266990"/>
                </a:lnTo>
                <a:lnTo>
                  <a:pt x="1033151" y="249065"/>
                </a:lnTo>
                <a:cubicBezTo>
                  <a:pt x="996117" y="118872"/>
                  <a:pt x="876469" y="28303"/>
                  <a:pt x="740678" y="28303"/>
                </a:cubicBezTo>
                <a:cubicBezTo>
                  <a:pt x="573551" y="28303"/>
                  <a:pt x="436810" y="164157"/>
                  <a:pt x="436810" y="330200"/>
                </a:cubicBezTo>
                <a:cubicBezTo>
                  <a:pt x="436810" y="338691"/>
                  <a:pt x="436810" y="347182"/>
                  <a:pt x="437760" y="356616"/>
                </a:cubicBezTo>
                <a:lnTo>
                  <a:pt x="439659" y="377371"/>
                </a:lnTo>
                <a:lnTo>
                  <a:pt x="419718" y="371711"/>
                </a:lnTo>
                <a:cubicBezTo>
                  <a:pt x="391230" y="363220"/>
                  <a:pt x="361793" y="358503"/>
                  <a:pt x="332356" y="358503"/>
                </a:cubicBezTo>
                <a:close/>
              </a:path>
            </a:pathLst>
          </a:custGeom>
          <a:solidFill>
            <a:schemeClr val="accent6"/>
          </a:solidFill>
          <a:ln w="948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0" name="Graphic 38">
            <a:extLst>
              <a:ext uri="{FF2B5EF4-FFF2-40B4-BE49-F238E27FC236}">
                <a16:creationId xmlns:a16="http://schemas.microsoft.com/office/drawing/2014/main" id="{BBDFD193-D6EC-B814-4EBB-AF6A9AAE8E0B}"/>
              </a:ext>
            </a:extLst>
          </p:cNvPr>
          <p:cNvSpPr/>
          <p:nvPr/>
        </p:nvSpPr>
        <p:spPr>
          <a:xfrm>
            <a:off x="17661002" y="2371085"/>
            <a:ext cx="1287551" cy="1248443"/>
          </a:xfrm>
          <a:custGeom>
            <a:avLst/>
            <a:gdLst>
              <a:gd name="connsiteX0" fmla="*/ 567212 w 707283"/>
              <a:gd name="connsiteY0" fmla="*/ 685800 h 685800"/>
              <a:gd name="connsiteX1" fmla="*/ 140492 w 707283"/>
              <a:gd name="connsiteY1" fmla="*/ 685800 h 685800"/>
              <a:gd name="connsiteX2" fmla="*/ 140492 w 707283"/>
              <a:gd name="connsiteY2" fmla="*/ 438150 h 685800"/>
              <a:gd name="connsiteX3" fmla="*/ 68424 w 707283"/>
              <a:gd name="connsiteY3" fmla="*/ 438150 h 685800"/>
              <a:gd name="connsiteX4" fmla="*/ 5839 w 707283"/>
              <a:gd name="connsiteY4" fmla="*/ 397193 h 685800"/>
              <a:gd name="connsiteX5" fmla="*/ 19114 w 707283"/>
              <a:gd name="connsiteY5" fmla="*/ 322898 h 685800"/>
              <a:gd name="connsiteX6" fmla="*/ 304543 w 707283"/>
              <a:gd name="connsiteY6" fmla="*/ 20955 h 685800"/>
              <a:gd name="connsiteX7" fmla="*/ 353852 w 707283"/>
              <a:gd name="connsiteY7" fmla="*/ 0 h 685800"/>
              <a:gd name="connsiteX8" fmla="*/ 403162 w 707283"/>
              <a:gd name="connsiteY8" fmla="*/ 20955 h 685800"/>
              <a:gd name="connsiteX9" fmla="*/ 688591 w 707283"/>
              <a:gd name="connsiteY9" fmla="*/ 322898 h 685800"/>
              <a:gd name="connsiteX10" fmla="*/ 701866 w 707283"/>
              <a:gd name="connsiteY10" fmla="*/ 396240 h 685800"/>
              <a:gd name="connsiteX11" fmla="*/ 639281 w 707283"/>
              <a:gd name="connsiteY11" fmla="*/ 438150 h 685800"/>
              <a:gd name="connsiteX12" fmla="*/ 567212 w 707283"/>
              <a:gd name="connsiteY12" fmla="*/ 438150 h 685800"/>
              <a:gd name="connsiteX13" fmla="*/ 567212 w 707283"/>
              <a:gd name="connsiteY13" fmla="*/ 685800 h 685800"/>
              <a:gd name="connsiteX14" fmla="*/ 168940 w 707283"/>
              <a:gd name="connsiteY14" fmla="*/ 657225 h 685800"/>
              <a:gd name="connsiteX15" fmla="*/ 538764 w 707283"/>
              <a:gd name="connsiteY15" fmla="*/ 657225 h 685800"/>
              <a:gd name="connsiteX16" fmla="*/ 538764 w 707283"/>
              <a:gd name="connsiteY16" fmla="*/ 409575 h 685800"/>
              <a:gd name="connsiteX17" fmla="*/ 639281 w 707283"/>
              <a:gd name="connsiteY17" fmla="*/ 409575 h 685800"/>
              <a:gd name="connsiteX18" fmla="*/ 675315 w 707283"/>
              <a:gd name="connsiteY18" fmla="*/ 385763 h 685800"/>
              <a:gd name="connsiteX19" fmla="*/ 667729 w 707283"/>
              <a:gd name="connsiteY19" fmla="*/ 342900 h 685800"/>
              <a:gd name="connsiteX20" fmla="*/ 382300 w 707283"/>
              <a:gd name="connsiteY20" fmla="*/ 40958 h 685800"/>
              <a:gd name="connsiteX21" fmla="*/ 353852 w 707283"/>
              <a:gd name="connsiteY21" fmla="*/ 28575 h 685800"/>
              <a:gd name="connsiteX22" fmla="*/ 325404 w 707283"/>
              <a:gd name="connsiteY22" fmla="*/ 40958 h 685800"/>
              <a:gd name="connsiteX23" fmla="*/ 39976 w 707283"/>
              <a:gd name="connsiteY23" fmla="*/ 341948 h 685800"/>
              <a:gd name="connsiteX24" fmla="*/ 32390 w 707283"/>
              <a:gd name="connsiteY24" fmla="*/ 384810 h 685800"/>
              <a:gd name="connsiteX25" fmla="*/ 68424 w 707283"/>
              <a:gd name="connsiteY25" fmla="*/ 409575 h 685800"/>
              <a:gd name="connsiteX26" fmla="*/ 168940 w 707283"/>
              <a:gd name="connsiteY26" fmla="*/ 409575 h 685800"/>
              <a:gd name="connsiteX27" fmla="*/ 168940 w 707283"/>
              <a:gd name="connsiteY27" fmla="*/ 657225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07283" h="685800">
                <a:moveTo>
                  <a:pt x="567212" y="685800"/>
                </a:moveTo>
                <a:lnTo>
                  <a:pt x="140492" y="685800"/>
                </a:lnTo>
                <a:lnTo>
                  <a:pt x="140492" y="438150"/>
                </a:lnTo>
                <a:lnTo>
                  <a:pt x="68424" y="438150"/>
                </a:lnTo>
                <a:cubicBezTo>
                  <a:pt x="40924" y="438150"/>
                  <a:pt x="17218" y="421958"/>
                  <a:pt x="5839" y="397193"/>
                </a:cubicBezTo>
                <a:cubicBezTo>
                  <a:pt x="-5541" y="372428"/>
                  <a:pt x="149" y="342900"/>
                  <a:pt x="19114" y="322898"/>
                </a:cubicBezTo>
                <a:lnTo>
                  <a:pt x="304543" y="20955"/>
                </a:lnTo>
                <a:cubicBezTo>
                  <a:pt x="317818" y="7620"/>
                  <a:pt x="334887" y="0"/>
                  <a:pt x="353852" y="0"/>
                </a:cubicBezTo>
                <a:cubicBezTo>
                  <a:pt x="372818" y="0"/>
                  <a:pt x="389887" y="7620"/>
                  <a:pt x="403162" y="20955"/>
                </a:cubicBezTo>
                <a:lnTo>
                  <a:pt x="688591" y="322898"/>
                </a:lnTo>
                <a:cubicBezTo>
                  <a:pt x="707556" y="342900"/>
                  <a:pt x="712297" y="371475"/>
                  <a:pt x="701866" y="396240"/>
                </a:cubicBezTo>
                <a:cubicBezTo>
                  <a:pt x="691435" y="421005"/>
                  <a:pt x="666780" y="438150"/>
                  <a:pt x="639281" y="438150"/>
                </a:cubicBezTo>
                <a:lnTo>
                  <a:pt x="567212" y="438150"/>
                </a:lnTo>
                <a:lnTo>
                  <a:pt x="567212" y="685800"/>
                </a:lnTo>
                <a:close/>
                <a:moveTo>
                  <a:pt x="168940" y="657225"/>
                </a:moveTo>
                <a:lnTo>
                  <a:pt x="538764" y="657225"/>
                </a:lnTo>
                <a:lnTo>
                  <a:pt x="538764" y="409575"/>
                </a:lnTo>
                <a:lnTo>
                  <a:pt x="639281" y="409575"/>
                </a:lnTo>
                <a:cubicBezTo>
                  <a:pt x="658246" y="409575"/>
                  <a:pt x="670573" y="397193"/>
                  <a:pt x="675315" y="385763"/>
                </a:cubicBezTo>
                <a:cubicBezTo>
                  <a:pt x="680056" y="374333"/>
                  <a:pt x="681004" y="357188"/>
                  <a:pt x="667729" y="342900"/>
                </a:cubicBezTo>
                <a:lnTo>
                  <a:pt x="382300" y="40958"/>
                </a:lnTo>
                <a:cubicBezTo>
                  <a:pt x="374714" y="33338"/>
                  <a:pt x="364283" y="28575"/>
                  <a:pt x="353852" y="28575"/>
                </a:cubicBezTo>
                <a:cubicBezTo>
                  <a:pt x="343421" y="28575"/>
                  <a:pt x="332991" y="33338"/>
                  <a:pt x="325404" y="40958"/>
                </a:cubicBezTo>
                <a:lnTo>
                  <a:pt x="39976" y="341948"/>
                </a:lnTo>
                <a:cubicBezTo>
                  <a:pt x="26700" y="356235"/>
                  <a:pt x="27649" y="373380"/>
                  <a:pt x="32390" y="384810"/>
                </a:cubicBezTo>
                <a:cubicBezTo>
                  <a:pt x="37131" y="397193"/>
                  <a:pt x="48511" y="409575"/>
                  <a:pt x="68424" y="409575"/>
                </a:cubicBezTo>
                <a:lnTo>
                  <a:pt x="168940" y="409575"/>
                </a:lnTo>
                <a:lnTo>
                  <a:pt x="168940" y="657225"/>
                </a:lnTo>
                <a:close/>
              </a:path>
            </a:pathLst>
          </a:custGeom>
          <a:solidFill>
            <a:schemeClr val="accent2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762C7373-0B74-24C5-6DA2-4281B6A8B2D1}"/>
              </a:ext>
            </a:extLst>
          </p:cNvPr>
          <p:cNvSpPr/>
          <p:nvPr/>
        </p:nvSpPr>
        <p:spPr>
          <a:xfrm>
            <a:off x="17127698" y="3289132"/>
            <a:ext cx="2277754" cy="772265"/>
          </a:xfrm>
          <a:custGeom>
            <a:avLst/>
            <a:gdLst>
              <a:gd name="connsiteX0" fmla="*/ 1189613 w 1251226"/>
              <a:gd name="connsiteY0" fmla="*/ 424225 h 424224"/>
              <a:gd name="connsiteX1" fmla="*/ 61613 w 1251226"/>
              <a:gd name="connsiteY1" fmla="*/ 424225 h 424224"/>
              <a:gd name="connsiteX2" fmla="*/ 0 w 1251226"/>
              <a:gd name="connsiteY2" fmla="*/ 362674 h 424224"/>
              <a:gd name="connsiteX3" fmla="*/ 0 w 1251226"/>
              <a:gd name="connsiteY3" fmla="*/ 59657 h 424224"/>
              <a:gd name="connsiteX4" fmla="*/ 61613 w 1251226"/>
              <a:gd name="connsiteY4" fmla="*/ 0 h 424224"/>
              <a:gd name="connsiteX5" fmla="*/ 123227 w 1251226"/>
              <a:gd name="connsiteY5" fmla="*/ 59657 h 424224"/>
              <a:gd name="connsiteX6" fmla="*/ 123227 w 1251226"/>
              <a:gd name="connsiteY6" fmla="*/ 301124 h 424224"/>
              <a:gd name="connsiteX7" fmla="*/ 1127999 w 1251226"/>
              <a:gd name="connsiteY7" fmla="*/ 301124 h 424224"/>
              <a:gd name="connsiteX8" fmla="*/ 1127999 w 1251226"/>
              <a:gd name="connsiteY8" fmla="*/ 59657 h 424224"/>
              <a:gd name="connsiteX9" fmla="*/ 1189613 w 1251226"/>
              <a:gd name="connsiteY9" fmla="*/ 0 h 424224"/>
              <a:gd name="connsiteX10" fmla="*/ 1251226 w 1251226"/>
              <a:gd name="connsiteY10" fmla="*/ 59657 h 424224"/>
              <a:gd name="connsiteX11" fmla="*/ 1251226 w 1251226"/>
              <a:gd name="connsiteY11" fmla="*/ 362674 h 424224"/>
              <a:gd name="connsiteX12" fmla="*/ 1189613 w 1251226"/>
              <a:gd name="connsiteY12" fmla="*/ 424225 h 424224"/>
              <a:gd name="connsiteX13" fmla="*/ 61613 w 1251226"/>
              <a:gd name="connsiteY13" fmla="*/ 28408 h 424224"/>
              <a:gd name="connsiteX14" fmla="*/ 28437 w 1251226"/>
              <a:gd name="connsiteY14" fmla="*/ 59657 h 424224"/>
              <a:gd name="connsiteX15" fmla="*/ 28437 w 1251226"/>
              <a:gd name="connsiteY15" fmla="*/ 362674 h 424224"/>
              <a:gd name="connsiteX16" fmla="*/ 61613 w 1251226"/>
              <a:gd name="connsiteY16" fmla="*/ 395817 h 424224"/>
              <a:gd name="connsiteX17" fmla="*/ 1189613 w 1251226"/>
              <a:gd name="connsiteY17" fmla="*/ 395817 h 424224"/>
              <a:gd name="connsiteX18" fmla="*/ 1222789 w 1251226"/>
              <a:gd name="connsiteY18" fmla="*/ 362674 h 424224"/>
              <a:gd name="connsiteX19" fmla="*/ 1222789 w 1251226"/>
              <a:gd name="connsiteY19" fmla="*/ 59657 h 424224"/>
              <a:gd name="connsiteX20" fmla="*/ 1189613 w 1251226"/>
              <a:gd name="connsiteY20" fmla="*/ 28408 h 424224"/>
              <a:gd name="connsiteX21" fmla="*/ 1156436 w 1251226"/>
              <a:gd name="connsiteY21" fmla="*/ 59657 h 424224"/>
              <a:gd name="connsiteX22" fmla="*/ 1156436 w 1251226"/>
              <a:gd name="connsiteY22" fmla="*/ 329532 h 424224"/>
              <a:gd name="connsiteX23" fmla="*/ 94790 w 1251226"/>
              <a:gd name="connsiteY23" fmla="*/ 329532 h 424224"/>
              <a:gd name="connsiteX24" fmla="*/ 94790 w 1251226"/>
              <a:gd name="connsiteY24" fmla="*/ 59657 h 424224"/>
              <a:gd name="connsiteX25" fmla="*/ 61613 w 1251226"/>
              <a:gd name="connsiteY25" fmla="*/ 28408 h 424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51226" h="424224">
                <a:moveTo>
                  <a:pt x="1189613" y="424225"/>
                </a:moveTo>
                <a:lnTo>
                  <a:pt x="61613" y="424225"/>
                </a:lnTo>
                <a:cubicBezTo>
                  <a:pt x="28437" y="424225"/>
                  <a:pt x="0" y="395817"/>
                  <a:pt x="0" y="362674"/>
                </a:cubicBezTo>
                <a:lnTo>
                  <a:pt x="0" y="59657"/>
                </a:lnTo>
                <a:cubicBezTo>
                  <a:pt x="0" y="19886"/>
                  <a:pt x="31281" y="0"/>
                  <a:pt x="61613" y="0"/>
                </a:cubicBezTo>
                <a:cubicBezTo>
                  <a:pt x="91946" y="0"/>
                  <a:pt x="123227" y="20833"/>
                  <a:pt x="123227" y="59657"/>
                </a:cubicBezTo>
                <a:lnTo>
                  <a:pt x="123227" y="301124"/>
                </a:lnTo>
                <a:lnTo>
                  <a:pt x="1127999" y="301124"/>
                </a:lnTo>
                <a:lnTo>
                  <a:pt x="1127999" y="59657"/>
                </a:lnTo>
                <a:cubicBezTo>
                  <a:pt x="1127999" y="19886"/>
                  <a:pt x="1159280" y="0"/>
                  <a:pt x="1189613" y="0"/>
                </a:cubicBezTo>
                <a:cubicBezTo>
                  <a:pt x="1219945" y="0"/>
                  <a:pt x="1251226" y="20833"/>
                  <a:pt x="1251226" y="59657"/>
                </a:cubicBezTo>
                <a:lnTo>
                  <a:pt x="1251226" y="362674"/>
                </a:lnTo>
                <a:cubicBezTo>
                  <a:pt x="1251226" y="395817"/>
                  <a:pt x="1222789" y="424225"/>
                  <a:pt x="1189613" y="424225"/>
                </a:cubicBezTo>
                <a:close/>
                <a:moveTo>
                  <a:pt x="61613" y="28408"/>
                </a:moveTo>
                <a:cubicBezTo>
                  <a:pt x="49291" y="28408"/>
                  <a:pt x="28437" y="35036"/>
                  <a:pt x="28437" y="59657"/>
                </a:cubicBezTo>
                <a:lnTo>
                  <a:pt x="28437" y="362674"/>
                </a:lnTo>
                <a:cubicBezTo>
                  <a:pt x="28437" y="380666"/>
                  <a:pt x="43603" y="395817"/>
                  <a:pt x="61613" y="395817"/>
                </a:cubicBezTo>
                <a:lnTo>
                  <a:pt x="1189613" y="395817"/>
                </a:lnTo>
                <a:cubicBezTo>
                  <a:pt x="1207623" y="395817"/>
                  <a:pt x="1222789" y="380666"/>
                  <a:pt x="1222789" y="362674"/>
                </a:cubicBezTo>
                <a:lnTo>
                  <a:pt x="1222789" y="59657"/>
                </a:lnTo>
                <a:cubicBezTo>
                  <a:pt x="1222789" y="35036"/>
                  <a:pt x="1201935" y="28408"/>
                  <a:pt x="1189613" y="28408"/>
                </a:cubicBezTo>
                <a:cubicBezTo>
                  <a:pt x="1177290" y="28408"/>
                  <a:pt x="1156436" y="35036"/>
                  <a:pt x="1156436" y="59657"/>
                </a:cubicBezTo>
                <a:lnTo>
                  <a:pt x="1156436" y="329532"/>
                </a:lnTo>
                <a:lnTo>
                  <a:pt x="94790" y="329532"/>
                </a:lnTo>
                <a:lnTo>
                  <a:pt x="94790" y="59657"/>
                </a:lnTo>
                <a:cubicBezTo>
                  <a:pt x="94790" y="35036"/>
                  <a:pt x="73936" y="28408"/>
                  <a:pt x="61613" y="28408"/>
                </a:cubicBezTo>
                <a:close/>
              </a:path>
            </a:pathLst>
          </a:custGeom>
          <a:solidFill>
            <a:schemeClr val="accent3"/>
          </a:solidFill>
          <a:ln w="9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9C2F1B9D-F644-B48E-4BD6-9CDDAAF6022E}"/>
              </a:ext>
            </a:extLst>
          </p:cNvPr>
          <p:cNvSpPr/>
          <p:nvPr/>
        </p:nvSpPr>
        <p:spPr>
          <a:xfrm>
            <a:off x="23389113" y="7527949"/>
            <a:ext cx="1287053" cy="1239418"/>
          </a:xfrm>
          <a:custGeom>
            <a:avLst/>
            <a:gdLst>
              <a:gd name="connsiteX0" fmla="*/ 353294 w 707009"/>
              <a:gd name="connsiteY0" fmla="*/ 680843 h 680842"/>
              <a:gd name="connsiteX1" fmla="*/ 304004 w 707009"/>
              <a:gd name="connsiteY1" fmla="*/ 660010 h 680842"/>
              <a:gd name="connsiteX2" fmla="*/ 18686 w 707009"/>
              <a:gd name="connsiteY2" fmla="*/ 359833 h 680842"/>
              <a:gd name="connsiteX3" fmla="*/ 5415 w 707009"/>
              <a:gd name="connsiteY3" fmla="*/ 286920 h 680842"/>
              <a:gd name="connsiteX4" fmla="*/ 67977 w 707009"/>
              <a:gd name="connsiteY4" fmla="*/ 246202 h 680842"/>
              <a:gd name="connsiteX5" fmla="*/ 140017 w 707009"/>
              <a:gd name="connsiteY5" fmla="*/ 246202 h 680842"/>
              <a:gd name="connsiteX6" fmla="*/ 140017 w 707009"/>
              <a:gd name="connsiteY6" fmla="*/ 0 h 680842"/>
              <a:gd name="connsiteX7" fmla="*/ 566572 w 707009"/>
              <a:gd name="connsiteY7" fmla="*/ 0 h 680842"/>
              <a:gd name="connsiteX8" fmla="*/ 566572 w 707009"/>
              <a:gd name="connsiteY8" fmla="*/ 246202 h 680842"/>
              <a:gd name="connsiteX9" fmla="*/ 638612 w 707009"/>
              <a:gd name="connsiteY9" fmla="*/ 246202 h 680842"/>
              <a:gd name="connsiteX10" fmla="*/ 701173 w 707009"/>
              <a:gd name="connsiteY10" fmla="*/ 286920 h 680842"/>
              <a:gd name="connsiteX11" fmla="*/ 687902 w 707009"/>
              <a:gd name="connsiteY11" fmla="*/ 359833 h 680842"/>
              <a:gd name="connsiteX12" fmla="*/ 402585 w 707009"/>
              <a:gd name="connsiteY12" fmla="*/ 659063 h 680842"/>
              <a:gd name="connsiteX13" fmla="*/ 353294 w 707009"/>
              <a:gd name="connsiteY13" fmla="*/ 680843 h 680842"/>
              <a:gd name="connsiteX14" fmla="*/ 39540 w 707009"/>
              <a:gd name="connsiteY14" fmla="*/ 339948 h 680842"/>
              <a:gd name="connsiteX15" fmla="*/ 324857 w 707009"/>
              <a:gd name="connsiteY15" fmla="*/ 640125 h 680842"/>
              <a:gd name="connsiteX16" fmla="*/ 353294 w 707009"/>
              <a:gd name="connsiteY16" fmla="*/ 652435 h 680842"/>
              <a:gd name="connsiteX17" fmla="*/ 381731 w 707009"/>
              <a:gd name="connsiteY17" fmla="*/ 640125 h 680842"/>
              <a:gd name="connsiteX18" fmla="*/ 667049 w 707009"/>
              <a:gd name="connsiteY18" fmla="*/ 339948 h 680842"/>
              <a:gd name="connsiteX19" fmla="*/ 674632 w 707009"/>
              <a:gd name="connsiteY19" fmla="*/ 297336 h 680842"/>
              <a:gd name="connsiteX20" fmla="*/ 638612 w 707009"/>
              <a:gd name="connsiteY20" fmla="*/ 273663 h 680842"/>
              <a:gd name="connsiteX21" fmla="*/ 538135 w 707009"/>
              <a:gd name="connsiteY21" fmla="*/ 273663 h 680842"/>
              <a:gd name="connsiteX22" fmla="*/ 538135 w 707009"/>
              <a:gd name="connsiteY22" fmla="*/ 27461 h 680842"/>
              <a:gd name="connsiteX23" fmla="*/ 168454 w 707009"/>
              <a:gd name="connsiteY23" fmla="*/ 27461 h 680842"/>
              <a:gd name="connsiteX24" fmla="*/ 168454 w 707009"/>
              <a:gd name="connsiteY24" fmla="*/ 273663 h 680842"/>
              <a:gd name="connsiteX25" fmla="*/ 67977 w 707009"/>
              <a:gd name="connsiteY25" fmla="*/ 273663 h 680842"/>
              <a:gd name="connsiteX26" fmla="*/ 31957 w 707009"/>
              <a:gd name="connsiteY26" fmla="*/ 297336 h 680842"/>
              <a:gd name="connsiteX27" fmla="*/ 39540 w 707009"/>
              <a:gd name="connsiteY27" fmla="*/ 339948 h 680842"/>
              <a:gd name="connsiteX28" fmla="*/ 39540 w 707009"/>
              <a:gd name="connsiteY28" fmla="*/ 339948 h 68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07009" h="680842">
                <a:moveTo>
                  <a:pt x="353294" y="680843"/>
                </a:moveTo>
                <a:cubicBezTo>
                  <a:pt x="334336" y="680843"/>
                  <a:pt x="317274" y="673267"/>
                  <a:pt x="304004" y="660010"/>
                </a:cubicBezTo>
                <a:lnTo>
                  <a:pt x="18686" y="359833"/>
                </a:lnTo>
                <a:cubicBezTo>
                  <a:pt x="-272" y="339948"/>
                  <a:pt x="-5011" y="311540"/>
                  <a:pt x="5415" y="286920"/>
                </a:cubicBezTo>
                <a:cubicBezTo>
                  <a:pt x="15842" y="261353"/>
                  <a:pt x="40488" y="246202"/>
                  <a:pt x="67977" y="246202"/>
                </a:cubicBezTo>
                <a:lnTo>
                  <a:pt x="140017" y="246202"/>
                </a:lnTo>
                <a:lnTo>
                  <a:pt x="140017" y="0"/>
                </a:lnTo>
                <a:lnTo>
                  <a:pt x="566572" y="0"/>
                </a:lnTo>
                <a:lnTo>
                  <a:pt x="566572" y="246202"/>
                </a:lnTo>
                <a:lnTo>
                  <a:pt x="638612" y="246202"/>
                </a:lnTo>
                <a:cubicBezTo>
                  <a:pt x="666101" y="246202"/>
                  <a:pt x="689798" y="262300"/>
                  <a:pt x="701173" y="286920"/>
                </a:cubicBezTo>
                <a:cubicBezTo>
                  <a:pt x="712548" y="311540"/>
                  <a:pt x="706860" y="339948"/>
                  <a:pt x="687902" y="359833"/>
                </a:cubicBezTo>
                <a:lnTo>
                  <a:pt x="402585" y="659063"/>
                </a:lnTo>
                <a:cubicBezTo>
                  <a:pt x="389314" y="673267"/>
                  <a:pt x="372252" y="680843"/>
                  <a:pt x="353294" y="680843"/>
                </a:cubicBezTo>
                <a:close/>
                <a:moveTo>
                  <a:pt x="39540" y="339948"/>
                </a:moveTo>
                <a:lnTo>
                  <a:pt x="324857" y="640125"/>
                </a:lnTo>
                <a:cubicBezTo>
                  <a:pt x="332441" y="647700"/>
                  <a:pt x="342867" y="652435"/>
                  <a:pt x="353294" y="652435"/>
                </a:cubicBezTo>
                <a:cubicBezTo>
                  <a:pt x="363721" y="652435"/>
                  <a:pt x="374148" y="647700"/>
                  <a:pt x="381731" y="640125"/>
                </a:cubicBezTo>
                <a:lnTo>
                  <a:pt x="667049" y="339948"/>
                </a:lnTo>
                <a:cubicBezTo>
                  <a:pt x="680319" y="325744"/>
                  <a:pt x="679371" y="308699"/>
                  <a:pt x="674632" y="297336"/>
                </a:cubicBezTo>
                <a:cubicBezTo>
                  <a:pt x="669892" y="285973"/>
                  <a:pt x="657570" y="273663"/>
                  <a:pt x="638612" y="273663"/>
                </a:cubicBezTo>
                <a:lnTo>
                  <a:pt x="538135" y="273663"/>
                </a:lnTo>
                <a:lnTo>
                  <a:pt x="538135" y="27461"/>
                </a:lnTo>
                <a:lnTo>
                  <a:pt x="168454" y="27461"/>
                </a:lnTo>
                <a:lnTo>
                  <a:pt x="168454" y="273663"/>
                </a:lnTo>
                <a:lnTo>
                  <a:pt x="67977" y="273663"/>
                </a:lnTo>
                <a:cubicBezTo>
                  <a:pt x="49019" y="273663"/>
                  <a:pt x="36696" y="285973"/>
                  <a:pt x="31957" y="297336"/>
                </a:cubicBezTo>
                <a:cubicBezTo>
                  <a:pt x="26269" y="308699"/>
                  <a:pt x="26269" y="325744"/>
                  <a:pt x="39540" y="339948"/>
                </a:cubicBezTo>
                <a:lnTo>
                  <a:pt x="39540" y="339948"/>
                </a:lnTo>
                <a:close/>
              </a:path>
            </a:pathLst>
          </a:custGeom>
          <a:solidFill>
            <a:schemeClr val="accent2"/>
          </a:solidFill>
          <a:ln w="9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4" name="Graphic 42">
            <a:extLst>
              <a:ext uri="{FF2B5EF4-FFF2-40B4-BE49-F238E27FC236}">
                <a16:creationId xmlns:a16="http://schemas.microsoft.com/office/drawing/2014/main" id="{4FF152B5-51AB-8499-12C1-9FAE9E8EB153}"/>
              </a:ext>
            </a:extLst>
          </p:cNvPr>
          <p:cNvSpPr/>
          <p:nvPr/>
        </p:nvSpPr>
        <p:spPr>
          <a:xfrm>
            <a:off x="21603708" y="917817"/>
            <a:ext cx="1942027" cy="254313"/>
          </a:xfrm>
          <a:custGeom>
            <a:avLst/>
            <a:gdLst>
              <a:gd name="connsiteX0" fmla="*/ 995363 w 1066800"/>
              <a:gd name="connsiteY0" fmla="*/ 139700 h 139700"/>
              <a:gd name="connsiteX1" fmla="*/ 71438 w 1066800"/>
              <a:gd name="connsiteY1" fmla="*/ 139700 h 139700"/>
              <a:gd name="connsiteX2" fmla="*/ 0 w 1066800"/>
              <a:gd name="connsiteY2" fmla="*/ 69850 h 139700"/>
              <a:gd name="connsiteX3" fmla="*/ 71438 w 1066800"/>
              <a:gd name="connsiteY3" fmla="*/ 0 h 139700"/>
              <a:gd name="connsiteX4" fmla="*/ 995363 w 1066800"/>
              <a:gd name="connsiteY4" fmla="*/ 0 h 139700"/>
              <a:gd name="connsiteX5" fmla="*/ 1066800 w 1066800"/>
              <a:gd name="connsiteY5" fmla="*/ 69850 h 139700"/>
              <a:gd name="connsiteX6" fmla="*/ 995363 w 1066800"/>
              <a:gd name="connsiteY6" fmla="*/ 139700 h 139700"/>
              <a:gd name="connsiteX7" fmla="*/ 71438 w 1066800"/>
              <a:gd name="connsiteY7" fmla="*/ 27940 h 139700"/>
              <a:gd name="connsiteX8" fmla="*/ 28575 w 1066800"/>
              <a:gd name="connsiteY8" fmla="*/ 69850 h 139700"/>
              <a:gd name="connsiteX9" fmla="*/ 71438 w 1066800"/>
              <a:gd name="connsiteY9" fmla="*/ 111760 h 139700"/>
              <a:gd name="connsiteX10" fmla="*/ 995363 w 1066800"/>
              <a:gd name="connsiteY10" fmla="*/ 111760 h 139700"/>
              <a:gd name="connsiteX11" fmla="*/ 1038225 w 1066800"/>
              <a:gd name="connsiteY11" fmla="*/ 69850 h 139700"/>
              <a:gd name="connsiteX12" fmla="*/ 995363 w 1066800"/>
              <a:gd name="connsiteY12" fmla="*/ 27940 h 139700"/>
              <a:gd name="connsiteX13" fmla="*/ 71438 w 1066800"/>
              <a:gd name="connsiteY13" fmla="*/ 27940 h 13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6800" h="139700">
                <a:moveTo>
                  <a:pt x="995363" y="139700"/>
                </a:moveTo>
                <a:lnTo>
                  <a:pt x="71438" y="139700"/>
                </a:lnTo>
                <a:cubicBezTo>
                  <a:pt x="32385" y="139700"/>
                  <a:pt x="0" y="108035"/>
                  <a:pt x="0" y="69850"/>
                </a:cubicBezTo>
                <a:cubicBezTo>
                  <a:pt x="0" y="31665"/>
                  <a:pt x="32385" y="0"/>
                  <a:pt x="71438" y="0"/>
                </a:cubicBezTo>
                <a:lnTo>
                  <a:pt x="995363" y="0"/>
                </a:lnTo>
                <a:cubicBezTo>
                  <a:pt x="1034415" y="0"/>
                  <a:pt x="1066800" y="31665"/>
                  <a:pt x="1066800" y="69850"/>
                </a:cubicBezTo>
                <a:cubicBezTo>
                  <a:pt x="1066800" y="108035"/>
                  <a:pt x="1034415" y="139700"/>
                  <a:pt x="995363" y="139700"/>
                </a:cubicBezTo>
                <a:close/>
                <a:moveTo>
                  <a:pt x="71438" y="27940"/>
                </a:moveTo>
                <a:cubicBezTo>
                  <a:pt x="47625" y="27940"/>
                  <a:pt x="28575" y="46567"/>
                  <a:pt x="28575" y="69850"/>
                </a:cubicBezTo>
                <a:cubicBezTo>
                  <a:pt x="28575" y="93133"/>
                  <a:pt x="47625" y="111760"/>
                  <a:pt x="71438" y="111760"/>
                </a:cubicBezTo>
                <a:lnTo>
                  <a:pt x="995363" y="111760"/>
                </a:lnTo>
                <a:cubicBezTo>
                  <a:pt x="1019175" y="111760"/>
                  <a:pt x="1038225" y="93133"/>
                  <a:pt x="1038225" y="69850"/>
                </a:cubicBezTo>
                <a:cubicBezTo>
                  <a:pt x="1038225" y="46567"/>
                  <a:pt x="1019175" y="27940"/>
                  <a:pt x="995363" y="27940"/>
                </a:cubicBezTo>
                <a:lnTo>
                  <a:pt x="71438" y="2794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C5018BE-ABD7-AC1A-264B-A5B816D10603}"/>
              </a:ext>
            </a:extLst>
          </p:cNvPr>
          <p:cNvSpPr/>
          <p:nvPr/>
        </p:nvSpPr>
        <p:spPr>
          <a:xfrm>
            <a:off x="22257584" y="3536449"/>
            <a:ext cx="1872664" cy="2219455"/>
          </a:xfrm>
          <a:custGeom>
            <a:avLst/>
            <a:gdLst>
              <a:gd name="connsiteX0" fmla="*/ 936330 w 1872664"/>
              <a:gd name="connsiteY0" fmla="*/ 1038637 h 2219455"/>
              <a:gd name="connsiteX1" fmla="*/ 788944 w 1872664"/>
              <a:gd name="connsiteY1" fmla="*/ 1186021 h 2219455"/>
              <a:gd name="connsiteX2" fmla="*/ 884312 w 1872664"/>
              <a:gd name="connsiteY2" fmla="*/ 1324737 h 2219455"/>
              <a:gd name="connsiteX3" fmla="*/ 901652 w 1872664"/>
              <a:gd name="connsiteY3" fmla="*/ 1331673 h 2219455"/>
              <a:gd name="connsiteX4" fmla="*/ 901652 w 1872664"/>
              <a:gd name="connsiteY4" fmla="*/ 1716610 h 2219455"/>
              <a:gd name="connsiteX5" fmla="*/ 936330 w 1872664"/>
              <a:gd name="connsiteY5" fmla="*/ 1751289 h 2219455"/>
              <a:gd name="connsiteX6" fmla="*/ 971010 w 1872664"/>
              <a:gd name="connsiteY6" fmla="*/ 1716610 h 2219455"/>
              <a:gd name="connsiteX7" fmla="*/ 971010 w 1872664"/>
              <a:gd name="connsiteY7" fmla="*/ 1333408 h 2219455"/>
              <a:gd name="connsiteX8" fmla="*/ 988350 w 1872664"/>
              <a:gd name="connsiteY8" fmla="*/ 1326472 h 2219455"/>
              <a:gd name="connsiteX9" fmla="*/ 1083716 w 1872664"/>
              <a:gd name="connsiteY9" fmla="*/ 1186021 h 2219455"/>
              <a:gd name="connsiteX10" fmla="*/ 936330 w 1872664"/>
              <a:gd name="connsiteY10" fmla="*/ 1038637 h 2219455"/>
              <a:gd name="connsiteX11" fmla="*/ 936330 w 1872664"/>
              <a:gd name="connsiteY11" fmla="*/ 988351 h 2219455"/>
              <a:gd name="connsiteX12" fmla="*/ 1135734 w 1872664"/>
              <a:gd name="connsiteY12" fmla="*/ 1187756 h 2219455"/>
              <a:gd name="connsiteX13" fmla="*/ 1023028 w 1872664"/>
              <a:gd name="connsiteY13" fmla="*/ 1366352 h 2219455"/>
              <a:gd name="connsiteX14" fmla="*/ 1023028 w 1872664"/>
              <a:gd name="connsiteY14" fmla="*/ 1716610 h 2219455"/>
              <a:gd name="connsiteX15" fmla="*/ 936330 w 1872664"/>
              <a:gd name="connsiteY15" fmla="*/ 1803307 h 2219455"/>
              <a:gd name="connsiteX16" fmla="*/ 849634 w 1872664"/>
              <a:gd name="connsiteY16" fmla="*/ 1716610 h 2219455"/>
              <a:gd name="connsiteX17" fmla="*/ 849634 w 1872664"/>
              <a:gd name="connsiteY17" fmla="*/ 1366352 h 2219455"/>
              <a:gd name="connsiteX18" fmla="*/ 736926 w 1872664"/>
              <a:gd name="connsiteY18" fmla="*/ 1187756 h 2219455"/>
              <a:gd name="connsiteX19" fmla="*/ 936330 w 1872664"/>
              <a:gd name="connsiteY19" fmla="*/ 988351 h 2219455"/>
              <a:gd name="connsiteX20" fmla="*/ 234084 w 1872664"/>
              <a:gd name="connsiteY20" fmla="*/ 589543 h 2219455"/>
              <a:gd name="connsiteX21" fmla="*/ 52018 w 1872664"/>
              <a:gd name="connsiteY21" fmla="*/ 771609 h 2219455"/>
              <a:gd name="connsiteX22" fmla="*/ 52018 w 1872664"/>
              <a:gd name="connsiteY22" fmla="*/ 1985373 h 2219455"/>
              <a:gd name="connsiteX23" fmla="*/ 234084 w 1872664"/>
              <a:gd name="connsiteY23" fmla="*/ 2167437 h 2219455"/>
              <a:gd name="connsiteX24" fmla="*/ 1638582 w 1872664"/>
              <a:gd name="connsiteY24" fmla="*/ 2167437 h 2219455"/>
              <a:gd name="connsiteX25" fmla="*/ 1820646 w 1872664"/>
              <a:gd name="connsiteY25" fmla="*/ 1985373 h 2219455"/>
              <a:gd name="connsiteX26" fmla="*/ 1820646 w 1872664"/>
              <a:gd name="connsiteY26" fmla="*/ 771609 h 2219455"/>
              <a:gd name="connsiteX27" fmla="*/ 1638582 w 1872664"/>
              <a:gd name="connsiteY27" fmla="*/ 589543 h 2219455"/>
              <a:gd name="connsiteX28" fmla="*/ 528854 w 1872664"/>
              <a:gd name="connsiteY28" fmla="*/ 52019 h 2219455"/>
              <a:gd name="connsiteX29" fmla="*/ 346788 w 1872664"/>
              <a:gd name="connsiteY29" fmla="*/ 234084 h 2219455"/>
              <a:gd name="connsiteX30" fmla="*/ 346788 w 1872664"/>
              <a:gd name="connsiteY30" fmla="*/ 537524 h 2219455"/>
              <a:gd name="connsiteX31" fmla="*/ 1525874 w 1872664"/>
              <a:gd name="connsiteY31" fmla="*/ 537524 h 2219455"/>
              <a:gd name="connsiteX32" fmla="*/ 1525874 w 1872664"/>
              <a:gd name="connsiteY32" fmla="*/ 234084 h 2219455"/>
              <a:gd name="connsiteX33" fmla="*/ 1343810 w 1872664"/>
              <a:gd name="connsiteY33" fmla="*/ 52019 h 2219455"/>
              <a:gd name="connsiteX34" fmla="*/ 528854 w 1872664"/>
              <a:gd name="connsiteY34" fmla="*/ 0 h 2219455"/>
              <a:gd name="connsiteX35" fmla="*/ 1343810 w 1872664"/>
              <a:gd name="connsiteY35" fmla="*/ 0 h 2219455"/>
              <a:gd name="connsiteX36" fmla="*/ 1577892 w 1872664"/>
              <a:gd name="connsiteY36" fmla="*/ 234084 h 2219455"/>
              <a:gd name="connsiteX37" fmla="*/ 1577892 w 1872664"/>
              <a:gd name="connsiteY37" fmla="*/ 537524 h 2219455"/>
              <a:gd name="connsiteX38" fmla="*/ 1638582 w 1872664"/>
              <a:gd name="connsiteY38" fmla="*/ 537524 h 2219455"/>
              <a:gd name="connsiteX39" fmla="*/ 1872664 w 1872664"/>
              <a:gd name="connsiteY39" fmla="*/ 771609 h 2219455"/>
              <a:gd name="connsiteX40" fmla="*/ 1872664 w 1872664"/>
              <a:gd name="connsiteY40" fmla="*/ 1985373 h 2219455"/>
              <a:gd name="connsiteX41" fmla="*/ 1638582 w 1872664"/>
              <a:gd name="connsiteY41" fmla="*/ 2219455 h 2219455"/>
              <a:gd name="connsiteX42" fmla="*/ 234084 w 1872664"/>
              <a:gd name="connsiteY42" fmla="*/ 2219455 h 2219455"/>
              <a:gd name="connsiteX43" fmla="*/ 0 w 1872664"/>
              <a:gd name="connsiteY43" fmla="*/ 1985373 h 2219455"/>
              <a:gd name="connsiteX44" fmla="*/ 0 w 1872664"/>
              <a:gd name="connsiteY44" fmla="*/ 771609 h 2219455"/>
              <a:gd name="connsiteX45" fmla="*/ 234084 w 1872664"/>
              <a:gd name="connsiteY45" fmla="*/ 537524 h 2219455"/>
              <a:gd name="connsiteX46" fmla="*/ 294770 w 1872664"/>
              <a:gd name="connsiteY46" fmla="*/ 537524 h 2219455"/>
              <a:gd name="connsiteX47" fmla="*/ 294770 w 1872664"/>
              <a:gd name="connsiteY47" fmla="*/ 234084 h 2219455"/>
              <a:gd name="connsiteX48" fmla="*/ 528854 w 1872664"/>
              <a:gd name="connsiteY48" fmla="*/ 0 h 2219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872664" h="2219455">
                <a:moveTo>
                  <a:pt x="936330" y="1038637"/>
                </a:moveTo>
                <a:cubicBezTo>
                  <a:pt x="854834" y="1038637"/>
                  <a:pt x="788944" y="1104527"/>
                  <a:pt x="788944" y="1186021"/>
                </a:cubicBezTo>
                <a:cubicBezTo>
                  <a:pt x="788944" y="1248444"/>
                  <a:pt x="827092" y="1303930"/>
                  <a:pt x="884312" y="1324737"/>
                </a:cubicBezTo>
                <a:lnTo>
                  <a:pt x="901652" y="1331673"/>
                </a:lnTo>
                <a:lnTo>
                  <a:pt x="901652" y="1716610"/>
                </a:lnTo>
                <a:cubicBezTo>
                  <a:pt x="901652" y="1735684"/>
                  <a:pt x="917256" y="1751289"/>
                  <a:pt x="936330" y="1751289"/>
                </a:cubicBezTo>
                <a:cubicBezTo>
                  <a:pt x="955404" y="1751289"/>
                  <a:pt x="971010" y="1735684"/>
                  <a:pt x="971010" y="1716610"/>
                </a:cubicBezTo>
                <a:lnTo>
                  <a:pt x="971010" y="1333408"/>
                </a:lnTo>
                <a:lnTo>
                  <a:pt x="988350" y="1326472"/>
                </a:lnTo>
                <a:cubicBezTo>
                  <a:pt x="1045568" y="1303930"/>
                  <a:pt x="1083716" y="1248444"/>
                  <a:pt x="1083716" y="1186021"/>
                </a:cubicBezTo>
                <a:cubicBezTo>
                  <a:pt x="1083716" y="1104527"/>
                  <a:pt x="1017826" y="1038637"/>
                  <a:pt x="936330" y="1038637"/>
                </a:cubicBezTo>
                <a:close/>
                <a:moveTo>
                  <a:pt x="936330" y="988351"/>
                </a:moveTo>
                <a:cubicBezTo>
                  <a:pt x="1045568" y="988351"/>
                  <a:pt x="1135734" y="1078517"/>
                  <a:pt x="1135734" y="1187756"/>
                </a:cubicBezTo>
                <a:cubicBezTo>
                  <a:pt x="1135734" y="1264050"/>
                  <a:pt x="1090652" y="1333408"/>
                  <a:pt x="1023028" y="1366352"/>
                </a:cubicBezTo>
                <a:lnTo>
                  <a:pt x="1023028" y="1716610"/>
                </a:lnTo>
                <a:cubicBezTo>
                  <a:pt x="1023028" y="1765160"/>
                  <a:pt x="984882" y="1803307"/>
                  <a:pt x="936330" y="1803307"/>
                </a:cubicBezTo>
                <a:cubicBezTo>
                  <a:pt x="887780" y="1803307"/>
                  <a:pt x="849634" y="1765160"/>
                  <a:pt x="849634" y="1716610"/>
                </a:cubicBezTo>
                <a:lnTo>
                  <a:pt x="849634" y="1366352"/>
                </a:lnTo>
                <a:cubicBezTo>
                  <a:pt x="782008" y="1333408"/>
                  <a:pt x="736926" y="1264050"/>
                  <a:pt x="736926" y="1187756"/>
                </a:cubicBezTo>
                <a:cubicBezTo>
                  <a:pt x="736926" y="1078517"/>
                  <a:pt x="827092" y="988351"/>
                  <a:pt x="936330" y="988351"/>
                </a:cubicBezTo>
                <a:close/>
                <a:moveTo>
                  <a:pt x="234084" y="589543"/>
                </a:moveTo>
                <a:cubicBezTo>
                  <a:pt x="133514" y="589543"/>
                  <a:pt x="52018" y="671039"/>
                  <a:pt x="52018" y="771609"/>
                </a:cubicBezTo>
                <a:lnTo>
                  <a:pt x="52018" y="1985373"/>
                </a:lnTo>
                <a:cubicBezTo>
                  <a:pt x="52018" y="2085942"/>
                  <a:pt x="133514" y="2167437"/>
                  <a:pt x="234084" y="2167437"/>
                </a:cubicBezTo>
                <a:lnTo>
                  <a:pt x="1638582" y="2167437"/>
                </a:lnTo>
                <a:cubicBezTo>
                  <a:pt x="1739150" y="2167437"/>
                  <a:pt x="1820646" y="2085942"/>
                  <a:pt x="1820646" y="1985373"/>
                </a:cubicBezTo>
                <a:lnTo>
                  <a:pt x="1820646" y="771609"/>
                </a:lnTo>
                <a:cubicBezTo>
                  <a:pt x="1820646" y="671039"/>
                  <a:pt x="1739150" y="589543"/>
                  <a:pt x="1638582" y="589543"/>
                </a:cubicBezTo>
                <a:close/>
                <a:moveTo>
                  <a:pt x="528854" y="52019"/>
                </a:moveTo>
                <a:cubicBezTo>
                  <a:pt x="428286" y="52019"/>
                  <a:pt x="346788" y="133515"/>
                  <a:pt x="346788" y="234084"/>
                </a:cubicBezTo>
                <a:lnTo>
                  <a:pt x="346788" y="537524"/>
                </a:lnTo>
                <a:lnTo>
                  <a:pt x="1525874" y="537524"/>
                </a:lnTo>
                <a:lnTo>
                  <a:pt x="1525874" y="234084"/>
                </a:lnTo>
                <a:cubicBezTo>
                  <a:pt x="1525874" y="133515"/>
                  <a:pt x="1444380" y="52019"/>
                  <a:pt x="1343810" y="52019"/>
                </a:cubicBezTo>
                <a:close/>
                <a:moveTo>
                  <a:pt x="528854" y="0"/>
                </a:moveTo>
                <a:lnTo>
                  <a:pt x="1343810" y="0"/>
                </a:lnTo>
                <a:cubicBezTo>
                  <a:pt x="1472122" y="0"/>
                  <a:pt x="1577892" y="105772"/>
                  <a:pt x="1577892" y="234084"/>
                </a:cubicBezTo>
                <a:lnTo>
                  <a:pt x="1577892" y="537524"/>
                </a:lnTo>
                <a:lnTo>
                  <a:pt x="1638582" y="537524"/>
                </a:lnTo>
                <a:cubicBezTo>
                  <a:pt x="1766894" y="537524"/>
                  <a:pt x="1872664" y="643296"/>
                  <a:pt x="1872664" y="771609"/>
                </a:cubicBezTo>
                <a:lnTo>
                  <a:pt x="1872664" y="1985373"/>
                </a:lnTo>
                <a:cubicBezTo>
                  <a:pt x="1872664" y="2113685"/>
                  <a:pt x="1766894" y="2219455"/>
                  <a:pt x="1638582" y="2219455"/>
                </a:cubicBezTo>
                <a:lnTo>
                  <a:pt x="234084" y="2219455"/>
                </a:lnTo>
                <a:cubicBezTo>
                  <a:pt x="105770" y="2219455"/>
                  <a:pt x="0" y="2113685"/>
                  <a:pt x="0" y="1985373"/>
                </a:cubicBezTo>
                <a:lnTo>
                  <a:pt x="0" y="771609"/>
                </a:lnTo>
                <a:cubicBezTo>
                  <a:pt x="0" y="643296"/>
                  <a:pt x="105770" y="537524"/>
                  <a:pt x="234084" y="537524"/>
                </a:cubicBezTo>
                <a:lnTo>
                  <a:pt x="294770" y="537524"/>
                </a:lnTo>
                <a:lnTo>
                  <a:pt x="294770" y="234084"/>
                </a:lnTo>
                <a:cubicBezTo>
                  <a:pt x="294770" y="105772"/>
                  <a:pt x="400542" y="0"/>
                  <a:pt x="528854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grpSp>
        <p:nvGrpSpPr>
          <p:cNvPr id="68" name="Graphic 46">
            <a:extLst>
              <a:ext uri="{FF2B5EF4-FFF2-40B4-BE49-F238E27FC236}">
                <a16:creationId xmlns:a16="http://schemas.microsoft.com/office/drawing/2014/main" id="{86C711A3-A473-2272-4057-D825191288D6}"/>
              </a:ext>
            </a:extLst>
          </p:cNvPr>
          <p:cNvGrpSpPr/>
          <p:nvPr/>
        </p:nvGrpSpPr>
        <p:grpSpPr>
          <a:xfrm>
            <a:off x="21194868" y="11013830"/>
            <a:ext cx="2837772" cy="2502526"/>
            <a:chOff x="22048503" y="1781038"/>
            <a:chExt cx="1558857" cy="1374698"/>
          </a:xfrm>
          <a:solidFill>
            <a:schemeClr val="accent3"/>
          </a:solidFill>
        </p:grpSpPr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3EC75D7-8BE5-2993-5763-C52934AB4CC0}"/>
                </a:ext>
              </a:extLst>
            </p:cNvPr>
            <p:cNvSpPr/>
            <p:nvPr/>
          </p:nvSpPr>
          <p:spPr>
            <a:xfrm>
              <a:off x="22048503" y="1781038"/>
              <a:ext cx="1558857" cy="413625"/>
            </a:xfrm>
            <a:custGeom>
              <a:avLst/>
              <a:gdLst>
                <a:gd name="connsiteX0" fmla="*/ 1494486 w 1558857"/>
                <a:gd name="connsiteY0" fmla="*/ 413626 h 413625"/>
                <a:gd name="connsiteX1" fmla="*/ 1452576 w 1558857"/>
                <a:gd name="connsiteY1" fmla="*/ 396481 h 413625"/>
                <a:gd name="connsiteX2" fmla="*/ 785826 w 1558857"/>
                <a:gd name="connsiteY2" fmla="*/ 127876 h 413625"/>
                <a:gd name="connsiteX3" fmla="*/ 106694 w 1558857"/>
                <a:gd name="connsiteY3" fmla="*/ 363143 h 413625"/>
                <a:gd name="connsiteX4" fmla="*/ 43829 w 1558857"/>
                <a:gd name="connsiteY4" fmla="*/ 374573 h 413625"/>
                <a:gd name="connsiteX5" fmla="*/ 966 w 1558857"/>
                <a:gd name="connsiteY5" fmla="*/ 325043 h 413625"/>
                <a:gd name="connsiteX6" fmla="*/ 20969 w 1558857"/>
                <a:gd name="connsiteY6" fmla="*/ 273608 h 413625"/>
                <a:gd name="connsiteX7" fmla="*/ 786779 w 1558857"/>
                <a:gd name="connsiteY7" fmla="*/ 241 h 413625"/>
                <a:gd name="connsiteX8" fmla="*/ 1539254 w 1558857"/>
                <a:gd name="connsiteY8" fmla="*/ 307898 h 413625"/>
                <a:gd name="connsiteX9" fmla="*/ 1557351 w 1558857"/>
                <a:gd name="connsiteY9" fmla="*/ 362191 h 413625"/>
                <a:gd name="connsiteX10" fmla="*/ 1511631 w 1558857"/>
                <a:gd name="connsiteY10" fmla="*/ 410768 h 413625"/>
                <a:gd name="connsiteX11" fmla="*/ 1494486 w 1558857"/>
                <a:gd name="connsiteY11" fmla="*/ 413626 h 413625"/>
                <a:gd name="connsiteX12" fmla="*/ 759156 w 1558857"/>
                <a:gd name="connsiteY12" fmla="*/ 99301 h 413625"/>
                <a:gd name="connsiteX13" fmla="*/ 786779 w 1558857"/>
                <a:gd name="connsiteY13" fmla="*/ 99301 h 413625"/>
                <a:gd name="connsiteX14" fmla="*/ 1472579 w 1558857"/>
                <a:gd name="connsiteY14" fmla="*/ 375526 h 413625"/>
                <a:gd name="connsiteX15" fmla="*/ 1504011 w 1558857"/>
                <a:gd name="connsiteY15" fmla="*/ 383146 h 413625"/>
                <a:gd name="connsiteX16" fmla="*/ 1529729 w 1558857"/>
                <a:gd name="connsiteY16" fmla="*/ 356476 h 413625"/>
                <a:gd name="connsiteX17" fmla="*/ 1520204 w 1558857"/>
                <a:gd name="connsiteY17" fmla="*/ 329806 h 413625"/>
                <a:gd name="connsiteX18" fmla="*/ 786779 w 1558857"/>
                <a:gd name="connsiteY18" fmla="*/ 28816 h 413625"/>
                <a:gd name="connsiteX19" fmla="*/ 39066 w 1558857"/>
                <a:gd name="connsiteY19" fmla="*/ 295516 h 413625"/>
                <a:gd name="connsiteX20" fmla="*/ 28589 w 1558857"/>
                <a:gd name="connsiteY20" fmla="*/ 319328 h 413625"/>
                <a:gd name="connsiteX21" fmla="*/ 53354 w 1558857"/>
                <a:gd name="connsiteY21" fmla="*/ 346951 h 413625"/>
                <a:gd name="connsiteX22" fmla="*/ 87644 w 1558857"/>
                <a:gd name="connsiteY22" fmla="*/ 340283 h 413625"/>
                <a:gd name="connsiteX23" fmla="*/ 87644 w 1558857"/>
                <a:gd name="connsiteY23" fmla="*/ 340283 h 413625"/>
                <a:gd name="connsiteX24" fmla="*/ 759156 w 1558857"/>
                <a:gd name="connsiteY24" fmla="*/ 99301 h 41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8857" h="413625">
                  <a:moveTo>
                    <a:pt x="1494486" y="413626"/>
                  </a:moveTo>
                  <a:cubicBezTo>
                    <a:pt x="1479246" y="413626"/>
                    <a:pt x="1464959" y="407911"/>
                    <a:pt x="1452576" y="396481"/>
                  </a:cubicBezTo>
                  <a:cubicBezTo>
                    <a:pt x="1271601" y="229793"/>
                    <a:pt x="1034429" y="134543"/>
                    <a:pt x="785826" y="127876"/>
                  </a:cubicBezTo>
                  <a:cubicBezTo>
                    <a:pt x="536271" y="122161"/>
                    <a:pt x="295289" y="205028"/>
                    <a:pt x="106694" y="363143"/>
                  </a:cubicBezTo>
                  <a:cubicBezTo>
                    <a:pt x="88596" y="378383"/>
                    <a:pt x="65736" y="382193"/>
                    <a:pt x="43829" y="374573"/>
                  </a:cubicBezTo>
                  <a:cubicBezTo>
                    <a:pt x="20969" y="366001"/>
                    <a:pt x="4776" y="346951"/>
                    <a:pt x="966" y="325043"/>
                  </a:cubicBezTo>
                  <a:cubicBezTo>
                    <a:pt x="-2844" y="305993"/>
                    <a:pt x="4776" y="287896"/>
                    <a:pt x="20969" y="273608"/>
                  </a:cubicBezTo>
                  <a:cubicBezTo>
                    <a:pt x="239091" y="90728"/>
                    <a:pt x="511506" y="-5474"/>
                    <a:pt x="786779" y="241"/>
                  </a:cubicBezTo>
                  <a:cubicBezTo>
                    <a:pt x="1063956" y="6908"/>
                    <a:pt x="1330656" y="115493"/>
                    <a:pt x="1539254" y="307898"/>
                  </a:cubicBezTo>
                  <a:cubicBezTo>
                    <a:pt x="1555446" y="323138"/>
                    <a:pt x="1562114" y="342188"/>
                    <a:pt x="1557351" y="362191"/>
                  </a:cubicBezTo>
                  <a:cubicBezTo>
                    <a:pt x="1552589" y="384098"/>
                    <a:pt x="1534491" y="403148"/>
                    <a:pt x="1511631" y="410768"/>
                  </a:cubicBezTo>
                  <a:cubicBezTo>
                    <a:pt x="1506869" y="412673"/>
                    <a:pt x="1500201" y="413626"/>
                    <a:pt x="1494486" y="413626"/>
                  </a:cubicBezTo>
                  <a:close/>
                  <a:moveTo>
                    <a:pt x="759156" y="99301"/>
                  </a:moveTo>
                  <a:cubicBezTo>
                    <a:pt x="768681" y="99301"/>
                    <a:pt x="777254" y="99301"/>
                    <a:pt x="786779" y="99301"/>
                  </a:cubicBezTo>
                  <a:cubicBezTo>
                    <a:pt x="1043001" y="105968"/>
                    <a:pt x="1286841" y="204076"/>
                    <a:pt x="1472579" y="375526"/>
                  </a:cubicBezTo>
                  <a:cubicBezTo>
                    <a:pt x="1484009" y="386003"/>
                    <a:pt x="1496391" y="386003"/>
                    <a:pt x="1504011" y="383146"/>
                  </a:cubicBezTo>
                  <a:cubicBezTo>
                    <a:pt x="1516394" y="379336"/>
                    <a:pt x="1526871" y="367906"/>
                    <a:pt x="1529729" y="356476"/>
                  </a:cubicBezTo>
                  <a:cubicBezTo>
                    <a:pt x="1531634" y="346951"/>
                    <a:pt x="1528776" y="337426"/>
                    <a:pt x="1520204" y="329806"/>
                  </a:cubicBezTo>
                  <a:cubicBezTo>
                    <a:pt x="1317321" y="142163"/>
                    <a:pt x="1056336" y="35483"/>
                    <a:pt x="786779" y="28816"/>
                  </a:cubicBezTo>
                  <a:cubicBezTo>
                    <a:pt x="517221" y="23101"/>
                    <a:pt x="252426" y="117398"/>
                    <a:pt x="39066" y="295516"/>
                  </a:cubicBezTo>
                  <a:cubicBezTo>
                    <a:pt x="30494" y="302183"/>
                    <a:pt x="26684" y="310756"/>
                    <a:pt x="28589" y="319328"/>
                  </a:cubicBezTo>
                  <a:cubicBezTo>
                    <a:pt x="30494" y="330758"/>
                    <a:pt x="40971" y="342188"/>
                    <a:pt x="53354" y="346951"/>
                  </a:cubicBezTo>
                  <a:cubicBezTo>
                    <a:pt x="60021" y="349808"/>
                    <a:pt x="74309" y="351713"/>
                    <a:pt x="87644" y="340283"/>
                  </a:cubicBezTo>
                  <a:lnTo>
                    <a:pt x="87644" y="340283"/>
                  </a:lnTo>
                  <a:cubicBezTo>
                    <a:pt x="275286" y="185026"/>
                    <a:pt x="512459" y="99301"/>
                    <a:pt x="759156" y="993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C7AD87F9-CB0B-A90F-A557-9223A2813E2C}"/>
                </a:ext>
              </a:extLst>
            </p:cNvPr>
            <p:cNvSpPr/>
            <p:nvPr/>
          </p:nvSpPr>
          <p:spPr>
            <a:xfrm>
              <a:off x="22265046" y="2157473"/>
              <a:ext cx="1103649" cy="283887"/>
            </a:xfrm>
            <a:custGeom>
              <a:avLst/>
              <a:gdLst>
                <a:gd name="connsiteX0" fmla="*/ 1037913 w 1103649"/>
                <a:gd name="connsiteY0" fmla="*/ 283888 h 283887"/>
                <a:gd name="connsiteX1" fmla="*/ 996956 w 1103649"/>
                <a:gd name="connsiteY1" fmla="*/ 268648 h 283887"/>
                <a:gd name="connsiteX2" fmla="*/ 92081 w 1103649"/>
                <a:gd name="connsiteY2" fmla="*/ 263885 h 283887"/>
                <a:gd name="connsiteX3" fmla="*/ 92081 w 1103649"/>
                <a:gd name="connsiteY3" fmla="*/ 263885 h 283887"/>
                <a:gd name="connsiteX4" fmla="*/ 10165 w 1103649"/>
                <a:gd name="connsiteY4" fmla="*/ 243883 h 283887"/>
                <a:gd name="connsiteX5" fmla="*/ 29215 w 1103649"/>
                <a:gd name="connsiteY5" fmla="*/ 158158 h 283887"/>
                <a:gd name="connsiteX6" fmla="*/ 562616 w 1103649"/>
                <a:gd name="connsiteY6" fmla="*/ 43 h 283887"/>
                <a:gd name="connsiteX7" fmla="*/ 1082680 w 1103649"/>
                <a:gd name="connsiteY7" fmla="*/ 180065 h 283887"/>
                <a:gd name="connsiteX8" fmla="*/ 1102683 w 1103649"/>
                <a:gd name="connsiteY8" fmla="*/ 232453 h 283887"/>
                <a:gd name="connsiteX9" fmla="*/ 1058868 w 1103649"/>
                <a:gd name="connsiteY9" fmla="*/ 281030 h 283887"/>
                <a:gd name="connsiteX10" fmla="*/ 1037913 w 1103649"/>
                <a:gd name="connsiteY10" fmla="*/ 283888 h 283887"/>
                <a:gd name="connsiteX11" fmla="*/ 578808 w 1103649"/>
                <a:gd name="connsiteY11" fmla="*/ 93388 h 283887"/>
                <a:gd name="connsiteX12" fmla="*/ 1016005 w 1103649"/>
                <a:gd name="connsiteY12" fmla="*/ 245788 h 283887"/>
                <a:gd name="connsiteX13" fmla="*/ 1049343 w 1103649"/>
                <a:gd name="connsiteY13" fmla="*/ 252455 h 283887"/>
                <a:gd name="connsiteX14" fmla="*/ 1075061 w 1103649"/>
                <a:gd name="connsiteY14" fmla="*/ 224833 h 283887"/>
                <a:gd name="connsiteX15" fmla="*/ 1064583 w 1103649"/>
                <a:gd name="connsiteY15" fmla="*/ 200068 h 283887"/>
                <a:gd name="connsiteX16" fmla="*/ 562616 w 1103649"/>
                <a:gd name="connsiteY16" fmla="*/ 26713 h 283887"/>
                <a:gd name="connsiteX17" fmla="*/ 43503 w 1103649"/>
                <a:gd name="connsiteY17" fmla="*/ 180065 h 283887"/>
                <a:gd name="connsiteX18" fmla="*/ 33978 w 1103649"/>
                <a:gd name="connsiteY18" fmla="*/ 226738 h 283887"/>
                <a:gd name="connsiteX19" fmla="*/ 76840 w 1103649"/>
                <a:gd name="connsiteY19" fmla="*/ 238168 h 283887"/>
                <a:gd name="connsiteX20" fmla="*/ 578808 w 1103649"/>
                <a:gd name="connsiteY20" fmla="*/ 93388 h 283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3649" h="283887">
                  <a:moveTo>
                    <a:pt x="1037913" y="283888"/>
                  </a:moveTo>
                  <a:cubicBezTo>
                    <a:pt x="1023625" y="283888"/>
                    <a:pt x="1009338" y="278173"/>
                    <a:pt x="996956" y="268648"/>
                  </a:cubicBezTo>
                  <a:cubicBezTo>
                    <a:pt x="735018" y="43858"/>
                    <a:pt x="344493" y="108628"/>
                    <a:pt x="92081" y="263885"/>
                  </a:cubicBezTo>
                  <a:lnTo>
                    <a:pt x="92081" y="263885"/>
                  </a:lnTo>
                  <a:cubicBezTo>
                    <a:pt x="58743" y="283888"/>
                    <a:pt x="25405" y="268648"/>
                    <a:pt x="10165" y="243883"/>
                  </a:cubicBezTo>
                  <a:cubicBezTo>
                    <a:pt x="-6027" y="218165"/>
                    <a:pt x="-5074" y="179113"/>
                    <a:pt x="29215" y="158158"/>
                  </a:cubicBezTo>
                  <a:cubicBezTo>
                    <a:pt x="191140" y="58145"/>
                    <a:pt x="380688" y="2900"/>
                    <a:pt x="562616" y="43"/>
                  </a:cubicBezTo>
                  <a:cubicBezTo>
                    <a:pt x="763593" y="-1862"/>
                    <a:pt x="943616" y="60050"/>
                    <a:pt x="1082680" y="180065"/>
                  </a:cubicBezTo>
                  <a:cubicBezTo>
                    <a:pt x="1098873" y="194353"/>
                    <a:pt x="1106493" y="212450"/>
                    <a:pt x="1102683" y="232453"/>
                  </a:cubicBezTo>
                  <a:cubicBezTo>
                    <a:pt x="1098873" y="254360"/>
                    <a:pt x="1081728" y="273410"/>
                    <a:pt x="1058868" y="281030"/>
                  </a:cubicBezTo>
                  <a:cubicBezTo>
                    <a:pt x="1052201" y="282935"/>
                    <a:pt x="1044580" y="283888"/>
                    <a:pt x="1037913" y="283888"/>
                  </a:cubicBezTo>
                  <a:close/>
                  <a:moveTo>
                    <a:pt x="578808" y="93388"/>
                  </a:moveTo>
                  <a:cubicBezTo>
                    <a:pt x="735018" y="93388"/>
                    <a:pt x="889323" y="137203"/>
                    <a:pt x="1016005" y="245788"/>
                  </a:cubicBezTo>
                  <a:cubicBezTo>
                    <a:pt x="1028388" y="256265"/>
                    <a:pt x="1041723" y="255313"/>
                    <a:pt x="1049343" y="252455"/>
                  </a:cubicBezTo>
                  <a:cubicBezTo>
                    <a:pt x="1061726" y="247693"/>
                    <a:pt x="1072203" y="237215"/>
                    <a:pt x="1075061" y="224833"/>
                  </a:cubicBezTo>
                  <a:cubicBezTo>
                    <a:pt x="1076966" y="215308"/>
                    <a:pt x="1073155" y="206735"/>
                    <a:pt x="1064583" y="200068"/>
                  </a:cubicBezTo>
                  <a:cubicBezTo>
                    <a:pt x="930281" y="84815"/>
                    <a:pt x="756925" y="24808"/>
                    <a:pt x="562616" y="26713"/>
                  </a:cubicBezTo>
                  <a:cubicBezTo>
                    <a:pt x="385451" y="28618"/>
                    <a:pt x="200665" y="82910"/>
                    <a:pt x="43503" y="180065"/>
                  </a:cubicBezTo>
                  <a:cubicBezTo>
                    <a:pt x="24453" y="191495"/>
                    <a:pt x="25405" y="212450"/>
                    <a:pt x="33978" y="226738"/>
                  </a:cubicBezTo>
                  <a:cubicBezTo>
                    <a:pt x="41598" y="239120"/>
                    <a:pt x="57790" y="249598"/>
                    <a:pt x="76840" y="238168"/>
                  </a:cubicBezTo>
                  <a:cubicBezTo>
                    <a:pt x="216858" y="152443"/>
                    <a:pt x="398785" y="93388"/>
                    <a:pt x="578808" y="933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06BB8600-EEE4-DD7A-0DBA-F35CA0FB99F0}"/>
                </a:ext>
              </a:extLst>
            </p:cNvPr>
            <p:cNvSpPr/>
            <p:nvPr/>
          </p:nvSpPr>
          <p:spPr>
            <a:xfrm>
              <a:off x="22469522" y="2514619"/>
              <a:ext cx="693430" cy="211539"/>
            </a:xfrm>
            <a:custGeom>
              <a:avLst/>
              <a:gdLst>
                <a:gd name="connsiteX0" fmla="*/ 632460 w 693430"/>
                <a:gd name="connsiteY0" fmla="*/ 211539 h 211539"/>
                <a:gd name="connsiteX1" fmla="*/ 590550 w 693430"/>
                <a:gd name="connsiteY1" fmla="*/ 189632 h 211539"/>
                <a:gd name="connsiteX2" fmla="*/ 483870 w 693430"/>
                <a:gd name="connsiteY2" fmla="*/ 141054 h 211539"/>
                <a:gd name="connsiteX3" fmla="*/ 476250 w 693430"/>
                <a:gd name="connsiteY3" fmla="*/ 139149 h 211539"/>
                <a:gd name="connsiteX4" fmla="*/ 348615 w 693430"/>
                <a:gd name="connsiteY4" fmla="*/ 123909 h 211539"/>
                <a:gd name="connsiteX5" fmla="*/ 92393 w 693430"/>
                <a:gd name="connsiteY5" fmla="*/ 194394 h 211539"/>
                <a:gd name="connsiteX6" fmla="*/ 92393 w 693430"/>
                <a:gd name="connsiteY6" fmla="*/ 194394 h 211539"/>
                <a:gd name="connsiteX7" fmla="*/ 33338 w 693430"/>
                <a:gd name="connsiteY7" fmla="*/ 195347 h 211539"/>
                <a:gd name="connsiteX8" fmla="*/ 0 w 693430"/>
                <a:gd name="connsiteY8" fmla="*/ 138197 h 211539"/>
                <a:gd name="connsiteX9" fmla="*/ 30480 w 693430"/>
                <a:gd name="connsiteY9" fmla="*/ 87714 h 211539"/>
                <a:gd name="connsiteX10" fmla="*/ 363855 w 693430"/>
                <a:gd name="connsiteY10" fmla="*/ 84 h 211539"/>
                <a:gd name="connsiteX11" fmla="*/ 539115 w 693430"/>
                <a:gd name="connsiteY11" fmla="*/ 27707 h 211539"/>
                <a:gd name="connsiteX12" fmla="*/ 679133 w 693430"/>
                <a:gd name="connsiteY12" fmla="*/ 103907 h 211539"/>
                <a:gd name="connsiteX13" fmla="*/ 688658 w 693430"/>
                <a:gd name="connsiteY13" fmla="*/ 167724 h 211539"/>
                <a:gd name="connsiteX14" fmla="*/ 639128 w 693430"/>
                <a:gd name="connsiteY14" fmla="*/ 210587 h 211539"/>
                <a:gd name="connsiteX15" fmla="*/ 632460 w 693430"/>
                <a:gd name="connsiteY15" fmla="*/ 211539 h 211539"/>
                <a:gd name="connsiteX16" fmla="*/ 352425 w 693430"/>
                <a:gd name="connsiteY16" fmla="*/ 95334 h 211539"/>
                <a:gd name="connsiteX17" fmla="*/ 483870 w 693430"/>
                <a:gd name="connsiteY17" fmla="*/ 111527 h 211539"/>
                <a:gd name="connsiteX18" fmla="*/ 491490 w 693430"/>
                <a:gd name="connsiteY18" fmla="*/ 113432 h 211539"/>
                <a:gd name="connsiteX19" fmla="*/ 613410 w 693430"/>
                <a:gd name="connsiteY19" fmla="*/ 171534 h 211539"/>
                <a:gd name="connsiteX20" fmla="*/ 636270 w 693430"/>
                <a:gd name="connsiteY20" fmla="*/ 182012 h 211539"/>
                <a:gd name="connsiteX21" fmla="*/ 663893 w 693430"/>
                <a:gd name="connsiteY21" fmla="*/ 157247 h 211539"/>
                <a:gd name="connsiteX22" fmla="*/ 658178 w 693430"/>
                <a:gd name="connsiteY22" fmla="*/ 122004 h 211539"/>
                <a:gd name="connsiteX23" fmla="*/ 531495 w 693430"/>
                <a:gd name="connsiteY23" fmla="*/ 55329 h 211539"/>
                <a:gd name="connsiteX24" fmla="*/ 363855 w 693430"/>
                <a:gd name="connsiteY24" fmla="*/ 28659 h 211539"/>
                <a:gd name="connsiteX25" fmla="*/ 44768 w 693430"/>
                <a:gd name="connsiteY25" fmla="*/ 112479 h 211539"/>
                <a:gd name="connsiteX26" fmla="*/ 28575 w 693430"/>
                <a:gd name="connsiteY26" fmla="*/ 138197 h 211539"/>
                <a:gd name="connsiteX27" fmla="*/ 47625 w 693430"/>
                <a:gd name="connsiteY27" fmla="*/ 170582 h 211539"/>
                <a:gd name="connsiteX28" fmla="*/ 78105 w 693430"/>
                <a:gd name="connsiteY28" fmla="*/ 169629 h 211539"/>
                <a:gd name="connsiteX29" fmla="*/ 78105 w 693430"/>
                <a:gd name="connsiteY29" fmla="*/ 169629 h 211539"/>
                <a:gd name="connsiteX30" fmla="*/ 347662 w 693430"/>
                <a:gd name="connsiteY30" fmla="*/ 95334 h 211539"/>
                <a:gd name="connsiteX31" fmla="*/ 352425 w 693430"/>
                <a:gd name="connsiteY31" fmla="*/ 95334 h 21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93430" h="211539">
                  <a:moveTo>
                    <a:pt x="632460" y="211539"/>
                  </a:moveTo>
                  <a:cubicBezTo>
                    <a:pt x="616268" y="211539"/>
                    <a:pt x="601980" y="203919"/>
                    <a:pt x="590550" y="189632"/>
                  </a:cubicBezTo>
                  <a:cubicBezTo>
                    <a:pt x="568643" y="162009"/>
                    <a:pt x="521970" y="150579"/>
                    <a:pt x="483870" y="141054"/>
                  </a:cubicBezTo>
                  <a:lnTo>
                    <a:pt x="476250" y="139149"/>
                  </a:lnTo>
                  <a:cubicBezTo>
                    <a:pt x="436245" y="128672"/>
                    <a:pt x="392430" y="123909"/>
                    <a:pt x="348615" y="123909"/>
                  </a:cubicBezTo>
                  <a:cubicBezTo>
                    <a:pt x="259080" y="124862"/>
                    <a:pt x="173355" y="148674"/>
                    <a:pt x="92393" y="194394"/>
                  </a:cubicBezTo>
                  <a:lnTo>
                    <a:pt x="92393" y="194394"/>
                  </a:lnTo>
                  <a:cubicBezTo>
                    <a:pt x="73343" y="205824"/>
                    <a:pt x="51435" y="205824"/>
                    <a:pt x="33338" y="195347"/>
                  </a:cubicBezTo>
                  <a:cubicBezTo>
                    <a:pt x="13335" y="183917"/>
                    <a:pt x="0" y="161057"/>
                    <a:pt x="0" y="138197"/>
                  </a:cubicBezTo>
                  <a:cubicBezTo>
                    <a:pt x="0" y="117242"/>
                    <a:pt x="11430" y="99144"/>
                    <a:pt x="30480" y="87714"/>
                  </a:cubicBezTo>
                  <a:cubicBezTo>
                    <a:pt x="133350" y="28659"/>
                    <a:pt x="248603" y="-1821"/>
                    <a:pt x="363855" y="84"/>
                  </a:cubicBezTo>
                  <a:cubicBezTo>
                    <a:pt x="424815" y="1037"/>
                    <a:pt x="483870" y="10562"/>
                    <a:pt x="539115" y="27707"/>
                  </a:cubicBezTo>
                  <a:cubicBezTo>
                    <a:pt x="583883" y="41994"/>
                    <a:pt x="644843" y="61044"/>
                    <a:pt x="679133" y="103907"/>
                  </a:cubicBezTo>
                  <a:cubicBezTo>
                    <a:pt x="694373" y="122004"/>
                    <a:pt x="697230" y="145817"/>
                    <a:pt x="688658" y="167724"/>
                  </a:cubicBezTo>
                  <a:cubicBezTo>
                    <a:pt x="680085" y="190584"/>
                    <a:pt x="660083" y="206777"/>
                    <a:pt x="639128" y="210587"/>
                  </a:cubicBezTo>
                  <a:cubicBezTo>
                    <a:pt x="638175" y="211539"/>
                    <a:pt x="635318" y="211539"/>
                    <a:pt x="632460" y="211539"/>
                  </a:cubicBezTo>
                  <a:close/>
                  <a:moveTo>
                    <a:pt x="352425" y="95334"/>
                  </a:moveTo>
                  <a:cubicBezTo>
                    <a:pt x="398145" y="95334"/>
                    <a:pt x="441960" y="101049"/>
                    <a:pt x="483870" y="111527"/>
                  </a:cubicBezTo>
                  <a:lnTo>
                    <a:pt x="491490" y="113432"/>
                  </a:lnTo>
                  <a:cubicBezTo>
                    <a:pt x="533400" y="123909"/>
                    <a:pt x="584835" y="137244"/>
                    <a:pt x="613410" y="171534"/>
                  </a:cubicBezTo>
                  <a:cubicBezTo>
                    <a:pt x="620078" y="180107"/>
                    <a:pt x="627698" y="183917"/>
                    <a:pt x="636270" y="182012"/>
                  </a:cubicBezTo>
                  <a:cubicBezTo>
                    <a:pt x="647700" y="180107"/>
                    <a:pt x="659130" y="170582"/>
                    <a:pt x="663893" y="157247"/>
                  </a:cubicBezTo>
                  <a:cubicBezTo>
                    <a:pt x="666750" y="149627"/>
                    <a:pt x="669608" y="135339"/>
                    <a:pt x="658178" y="122004"/>
                  </a:cubicBezTo>
                  <a:cubicBezTo>
                    <a:pt x="628650" y="85809"/>
                    <a:pt x="572453" y="67712"/>
                    <a:pt x="531495" y="55329"/>
                  </a:cubicBezTo>
                  <a:cubicBezTo>
                    <a:pt x="478155" y="39137"/>
                    <a:pt x="421958" y="29612"/>
                    <a:pt x="363855" y="28659"/>
                  </a:cubicBezTo>
                  <a:cubicBezTo>
                    <a:pt x="253365" y="26754"/>
                    <a:pt x="143827" y="55329"/>
                    <a:pt x="44768" y="112479"/>
                  </a:cubicBezTo>
                  <a:cubicBezTo>
                    <a:pt x="31432" y="120099"/>
                    <a:pt x="28575" y="130577"/>
                    <a:pt x="28575" y="138197"/>
                  </a:cubicBezTo>
                  <a:cubicBezTo>
                    <a:pt x="28575" y="150579"/>
                    <a:pt x="36195" y="163914"/>
                    <a:pt x="47625" y="170582"/>
                  </a:cubicBezTo>
                  <a:cubicBezTo>
                    <a:pt x="54293" y="174392"/>
                    <a:pt x="64770" y="177249"/>
                    <a:pt x="78105" y="169629"/>
                  </a:cubicBezTo>
                  <a:lnTo>
                    <a:pt x="78105" y="169629"/>
                  </a:lnTo>
                  <a:cubicBezTo>
                    <a:pt x="162877" y="121052"/>
                    <a:pt x="253365" y="96287"/>
                    <a:pt x="347662" y="95334"/>
                  </a:cubicBezTo>
                  <a:cubicBezTo>
                    <a:pt x="349568" y="95334"/>
                    <a:pt x="350520" y="95334"/>
                    <a:pt x="352425" y="95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5967914F-7767-40CE-C5AC-5D1781C67AE6}"/>
                </a:ext>
              </a:extLst>
            </p:cNvPr>
            <p:cNvSpPr/>
            <p:nvPr/>
          </p:nvSpPr>
          <p:spPr>
            <a:xfrm>
              <a:off x="22650337" y="2842364"/>
              <a:ext cx="314643" cy="313372"/>
            </a:xfrm>
            <a:custGeom>
              <a:avLst/>
              <a:gdLst>
                <a:gd name="connsiteX0" fmla="*/ 157322 w 314643"/>
                <a:gd name="connsiteY0" fmla="*/ 313373 h 313372"/>
                <a:gd name="connsiteX1" fmla="*/ 159 w 314643"/>
                <a:gd name="connsiteY1" fmla="*/ 157163 h 313372"/>
                <a:gd name="connsiteX2" fmla="*/ 42069 w 314643"/>
                <a:gd name="connsiteY2" fmla="*/ 50482 h 313372"/>
                <a:gd name="connsiteX3" fmla="*/ 157322 w 314643"/>
                <a:gd name="connsiteY3" fmla="*/ 0 h 313372"/>
                <a:gd name="connsiteX4" fmla="*/ 314484 w 314643"/>
                <a:gd name="connsiteY4" fmla="*/ 156210 h 313372"/>
                <a:gd name="connsiteX5" fmla="*/ 272574 w 314643"/>
                <a:gd name="connsiteY5" fmla="*/ 262890 h 313372"/>
                <a:gd name="connsiteX6" fmla="*/ 157322 w 314643"/>
                <a:gd name="connsiteY6" fmla="*/ 313373 h 313372"/>
                <a:gd name="connsiteX7" fmla="*/ 157322 w 314643"/>
                <a:gd name="connsiteY7" fmla="*/ 27623 h 313372"/>
                <a:gd name="connsiteX8" fmla="*/ 63024 w 314643"/>
                <a:gd name="connsiteY8" fmla="*/ 69532 h 313372"/>
                <a:gd name="connsiteX9" fmla="*/ 28734 w 314643"/>
                <a:gd name="connsiteY9" fmla="*/ 155257 h 313372"/>
                <a:gd name="connsiteX10" fmla="*/ 157322 w 314643"/>
                <a:gd name="connsiteY10" fmla="*/ 284798 h 313372"/>
                <a:gd name="connsiteX11" fmla="*/ 251619 w 314643"/>
                <a:gd name="connsiteY11" fmla="*/ 242887 h 313372"/>
                <a:gd name="connsiteX12" fmla="*/ 285909 w 314643"/>
                <a:gd name="connsiteY12" fmla="*/ 157163 h 313372"/>
                <a:gd name="connsiteX13" fmla="*/ 157322 w 314643"/>
                <a:gd name="connsiteY13" fmla="*/ 27623 h 313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643" h="313372">
                  <a:moveTo>
                    <a:pt x="157322" y="313373"/>
                  </a:moveTo>
                  <a:cubicBezTo>
                    <a:pt x="73502" y="313373"/>
                    <a:pt x="3969" y="244793"/>
                    <a:pt x="159" y="157163"/>
                  </a:cubicBezTo>
                  <a:cubicBezTo>
                    <a:pt x="-1746" y="118110"/>
                    <a:pt x="13494" y="80010"/>
                    <a:pt x="42069" y="50482"/>
                  </a:cubicBezTo>
                  <a:cubicBezTo>
                    <a:pt x="72549" y="18098"/>
                    <a:pt x="114459" y="0"/>
                    <a:pt x="157322" y="0"/>
                  </a:cubicBezTo>
                  <a:cubicBezTo>
                    <a:pt x="241142" y="0"/>
                    <a:pt x="310674" y="68580"/>
                    <a:pt x="314484" y="156210"/>
                  </a:cubicBezTo>
                  <a:cubicBezTo>
                    <a:pt x="316389" y="195262"/>
                    <a:pt x="301149" y="233362"/>
                    <a:pt x="272574" y="262890"/>
                  </a:cubicBezTo>
                  <a:cubicBezTo>
                    <a:pt x="241142" y="295275"/>
                    <a:pt x="199232" y="313373"/>
                    <a:pt x="157322" y="313373"/>
                  </a:cubicBezTo>
                  <a:close/>
                  <a:moveTo>
                    <a:pt x="157322" y="27623"/>
                  </a:moveTo>
                  <a:cubicBezTo>
                    <a:pt x="123032" y="27623"/>
                    <a:pt x="87789" y="42863"/>
                    <a:pt x="63024" y="69532"/>
                  </a:cubicBezTo>
                  <a:cubicBezTo>
                    <a:pt x="39212" y="94298"/>
                    <a:pt x="27782" y="124777"/>
                    <a:pt x="28734" y="155257"/>
                  </a:cubicBezTo>
                  <a:cubicBezTo>
                    <a:pt x="31592" y="227648"/>
                    <a:pt x="88742" y="284798"/>
                    <a:pt x="157322" y="284798"/>
                  </a:cubicBezTo>
                  <a:cubicBezTo>
                    <a:pt x="191612" y="284798"/>
                    <a:pt x="226854" y="269557"/>
                    <a:pt x="251619" y="242887"/>
                  </a:cubicBezTo>
                  <a:cubicBezTo>
                    <a:pt x="275432" y="218123"/>
                    <a:pt x="286862" y="187643"/>
                    <a:pt x="285909" y="157163"/>
                  </a:cubicBezTo>
                  <a:cubicBezTo>
                    <a:pt x="283052" y="84773"/>
                    <a:pt x="225902" y="27623"/>
                    <a:pt x="157322" y="276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73" name="Graphic 48">
            <a:extLst>
              <a:ext uri="{FF2B5EF4-FFF2-40B4-BE49-F238E27FC236}">
                <a16:creationId xmlns:a16="http://schemas.microsoft.com/office/drawing/2014/main" id="{6FEA23E3-5E02-7297-B3CF-DC9E8F2CE1F4}"/>
              </a:ext>
            </a:extLst>
          </p:cNvPr>
          <p:cNvSpPr/>
          <p:nvPr/>
        </p:nvSpPr>
        <p:spPr>
          <a:xfrm>
            <a:off x="21847838" y="6148483"/>
            <a:ext cx="1346078" cy="2559309"/>
          </a:xfrm>
          <a:custGeom>
            <a:avLst/>
            <a:gdLst>
              <a:gd name="connsiteX0" fmla="*/ 198315 w 739433"/>
              <a:gd name="connsiteY0" fmla="*/ 1405890 h 1405890"/>
              <a:gd name="connsiteX1" fmla="*/ 344691 w 739433"/>
              <a:gd name="connsiteY1" fmla="*/ 772478 h 1405890"/>
              <a:gd name="connsiteX2" fmla="*/ 0 w 739433"/>
              <a:gd name="connsiteY2" fmla="*/ 857250 h 1405890"/>
              <a:gd name="connsiteX3" fmla="*/ 0 w 739433"/>
              <a:gd name="connsiteY3" fmla="*/ 113348 h 1405890"/>
              <a:gd name="connsiteX4" fmla="*/ 429683 w 739433"/>
              <a:gd name="connsiteY4" fmla="*/ 0 h 1405890"/>
              <a:gd name="connsiteX5" fmla="*/ 305972 w 739433"/>
              <a:gd name="connsiteY5" fmla="*/ 556260 h 1405890"/>
              <a:gd name="connsiteX6" fmla="*/ 739433 w 739433"/>
              <a:gd name="connsiteY6" fmla="*/ 526733 h 1405890"/>
              <a:gd name="connsiteX7" fmla="*/ 198315 w 739433"/>
              <a:gd name="connsiteY7" fmla="*/ 1405890 h 1405890"/>
              <a:gd name="connsiteX8" fmla="*/ 382465 w 739433"/>
              <a:gd name="connsiteY8" fmla="*/ 733425 h 1405890"/>
              <a:gd name="connsiteX9" fmla="*/ 264421 w 739433"/>
              <a:gd name="connsiteY9" fmla="*/ 1243965 h 1405890"/>
              <a:gd name="connsiteX10" fmla="*/ 686549 w 739433"/>
              <a:gd name="connsiteY10" fmla="*/ 560070 h 1405890"/>
              <a:gd name="connsiteX11" fmla="*/ 270087 w 739433"/>
              <a:gd name="connsiteY11" fmla="*/ 587693 h 1405890"/>
              <a:gd name="connsiteX12" fmla="*/ 391909 w 739433"/>
              <a:gd name="connsiteY12" fmla="*/ 40005 h 1405890"/>
              <a:gd name="connsiteX13" fmla="*/ 28331 w 739433"/>
              <a:gd name="connsiteY13" fmla="*/ 135255 h 1405890"/>
              <a:gd name="connsiteX14" fmla="*/ 28331 w 739433"/>
              <a:gd name="connsiteY14" fmla="*/ 820103 h 1405890"/>
              <a:gd name="connsiteX15" fmla="*/ 382465 w 739433"/>
              <a:gd name="connsiteY15" fmla="*/ 733425 h 140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39433" h="1405890">
                <a:moveTo>
                  <a:pt x="198315" y="1405890"/>
                </a:moveTo>
                <a:lnTo>
                  <a:pt x="344691" y="772478"/>
                </a:lnTo>
                <a:lnTo>
                  <a:pt x="0" y="857250"/>
                </a:lnTo>
                <a:lnTo>
                  <a:pt x="0" y="113348"/>
                </a:lnTo>
                <a:lnTo>
                  <a:pt x="429683" y="0"/>
                </a:lnTo>
                <a:lnTo>
                  <a:pt x="305972" y="556260"/>
                </a:lnTo>
                <a:lnTo>
                  <a:pt x="739433" y="526733"/>
                </a:lnTo>
                <a:lnTo>
                  <a:pt x="198315" y="1405890"/>
                </a:lnTo>
                <a:close/>
                <a:moveTo>
                  <a:pt x="382465" y="733425"/>
                </a:moveTo>
                <a:lnTo>
                  <a:pt x="264421" y="1243965"/>
                </a:lnTo>
                <a:lnTo>
                  <a:pt x="686549" y="560070"/>
                </a:lnTo>
                <a:lnTo>
                  <a:pt x="270087" y="587693"/>
                </a:lnTo>
                <a:lnTo>
                  <a:pt x="391909" y="40005"/>
                </a:lnTo>
                <a:lnTo>
                  <a:pt x="28331" y="135255"/>
                </a:lnTo>
                <a:lnTo>
                  <a:pt x="28331" y="820103"/>
                </a:lnTo>
                <a:lnTo>
                  <a:pt x="382465" y="733425"/>
                </a:lnTo>
                <a:close/>
              </a:path>
            </a:pathLst>
          </a:custGeom>
          <a:solidFill>
            <a:schemeClr val="accent4"/>
          </a:solidFill>
          <a:ln w="94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74" name="Graphic 50">
            <a:extLst>
              <a:ext uri="{FF2B5EF4-FFF2-40B4-BE49-F238E27FC236}">
                <a16:creationId xmlns:a16="http://schemas.microsoft.com/office/drawing/2014/main" id="{74CEBCC8-0E5C-2F1C-7AD3-5AAB4CC2A378}"/>
              </a:ext>
            </a:extLst>
          </p:cNvPr>
          <p:cNvSpPr/>
          <p:nvPr/>
        </p:nvSpPr>
        <p:spPr>
          <a:xfrm>
            <a:off x="22257583" y="9126947"/>
            <a:ext cx="1294682" cy="1294682"/>
          </a:xfrm>
          <a:custGeom>
            <a:avLst/>
            <a:gdLst>
              <a:gd name="connsiteX0" fmla="*/ 355600 w 711200"/>
              <a:gd name="connsiteY0" fmla="*/ 711200 h 711200"/>
              <a:gd name="connsiteX1" fmla="*/ 241808 w 711200"/>
              <a:gd name="connsiteY1" fmla="*/ 597408 h 711200"/>
              <a:gd name="connsiteX2" fmla="*/ 241808 w 711200"/>
              <a:gd name="connsiteY2" fmla="*/ 469392 h 711200"/>
              <a:gd name="connsiteX3" fmla="*/ 113792 w 711200"/>
              <a:gd name="connsiteY3" fmla="*/ 469392 h 711200"/>
              <a:gd name="connsiteX4" fmla="*/ 0 w 711200"/>
              <a:gd name="connsiteY4" fmla="*/ 355600 h 711200"/>
              <a:gd name="connsiteX5" fmla="*/ 113792 w 711200"/>
              <a:gd name="connsiteY5" fmla="*/ 241808 h 711200"/>
              <a:gd name="connsiteX6" fmla="*/ 241808 w 711200"/>
              <a:gd name="connsiteY6" fmla="*/ 241808 h 711200"/>
              <a:gd name="connsiteX7" fmla="*/ 241808 w 711200"/>
              <a:gd name="connsiteY7" fmla="*/ 113792 h 711200"/>
              <a:gd name="connsiteX8" fmla="*/ 355600 w 711200"/>
              <a:gd name="connsiteY8" fmla="*/ 0 h 711200"/>
              <a:gd name="connsiteX9" fmla="*/ 469392 w 711200"/>
              <a:gd name="connsiteY9" fmla="*/ 113792 h 711200"/>
              <a:gd name="connsiteX10" fmla="*/ 469392 w 711200"/>
              <a:gd name="connsiteY10" fmla="*/ 241808 h 711200"/>
              <a:gd name="connsiteX11" fmla="*/ 597408 w 711200"/>
              <a:gd name="connsiteY11" fmla="*/ 241808 h 711200"/>
              <a:gd name="connsiteX12" fmla="*/ 711200 w 711200"/>
              <a:gd name="connsiteY12" fmla="*/ 355600 h 711200"/>
              <a:gd name="connsiteX13" fmla="*/ 597408 w 711200"/>
              <a:gd name="connsiteY13" fmla="*/ 469392 h 711200"/>
              <a:gd name="connsiteX14" fmla="*/ 469392 w 711200"/>
              <a:gd name="connsiteY14" fmla="*/ 469392 h 711200"/>
              <a:gd name="connsiteX15" fmla="*/ 469392 w 711200"/>
              <a:gd name="connsiteY15" fmla="*/ 597408 h 711200"/>
              <a:gd name="connsiteX16" fmla="*/ 355600 w 711200"/>
              <a:gd name="connsiteY16" fmla="*/ 711200 h 711200"/>
              <a:gd name="connsiteX17" fmla="*/ 113792 w 711200"/>
              <a:gd name="connsiteY17" fmla="*/ 270256 h 711200"/>
              <a:gd name="connsiteX18" fmla="*/ 28448 w 711200"/>
              <a:gd name="connsiteY18" fmla="*/ 355600 h 711200"/>
              <a:gd name="connsiteX19" fmla="*/ 113792 w 711200"/>
              <a:gd name="connsiteY19" fmla="*/ 440944 h 711200"/>
              <a:gd name="connsiteX20" fmla="*/ 270256 w 711200"/>
              <a:gd name="connsiteY20" fmla="*/ 440944 h 711200"/>
              <a:gd name="connsiteX21" fmla="*/ 270256 w 711200"/>
              <a:gd name="connsiteY21" fmla="*/ 597408 h 711200"/>
              <a:gd name="connsiteX22" fmla="*/ 355600 w 711200"/>
              <a:gd name="connsiteY22" fmla="*/ 682752 h 711200"/>
              <a:gd name="connsiteX23" fmla="*/ 440944 w 711200"/>
              <a:gd name="connsiteY23" fmla="*/ 597408 h 711200"/>
              <a:gd name="connsiteX24" fmla="*/ 440944 w 711200"/>
              <a:gd name="connsiteY24" fmla="*/ 440944 h 711200"/>
              <a:gd name="connsiteX25" fmla="*/ 597408 w 711200"/>
              <a:gd name="connsiteY25" fmla="*/ 440944 h 711200"/>
              <a:gd name="connsiteX26" fmla="*/ 682752 w 711200"/>
              <a:gd name="connsiteY26" fmla="*/ 355600 h 711200"/>
              <a:gd name="connsiteX27" fmla="*/ 597408 w 711200"/>
              <a:gd name="connsiteY27" fmla="*/ 270256 h 711200"/>
              <a:gd name="connsiteX28" fmla="*/ 440944 w 711200"/>
              <a:gd name="connsiteY28" fmla="*/ 270256 h 711200"/>
              <a:gd name="connsiteX29" fmla="*/ 440944 w 711200"/>
              <a:gd name="connsiteY29" fmla="*/ 113792 h 711200"/>
              <a:gd name="connsiteX30" fmla="*/ 355600 w 711200"/>
              <a:gd name="connsiteY30" fmla="*/ 28448 h 711200"/>
              <a:gd name="connsiteX31" fmla="*/ 270256 w 711200"/>
              <a:gd name="connsiteY31" fmla="*/ 113792 h 711200"/>
              <a:gd name="connsiteX32" fmla="*/ 270256 w 711200"/>
              <a:gd name="connsiteY32" fmla="*/ 270256 h 711200"/>
              <a:gd name="connsiteX33" fmla="*/ 113792 w 711200"/>
              <a:gd name="connsiteY33" fmla="*/ 270256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11200" h="711200">
                <a:moveTo>
                  <a:pt x="355600" y="711200"/>
                </a:moveTo>
                <a:cubicBezTo>
                  <a:pt x="293014" y="711200"/>
                  <a:pt x="241808" y="659994"/>
                  <a:pt x="241808" y="597408"/>
                </a:cubicBezTo>
                <a:lnTo>
                  <a:pt x="241808" y="469392"/>
                </a:lnTo>
                <a:lnTo>
                  <a:pt x="113792" y="469392"/>
                </a:lnTo>
                <a:cubicBezTo>
                  <a:pt x="51206" y="469392"/>
                  <a:pt x="0" y="418186"/>
                  <a:pt x="0" y="355600"/>
                </a:cubicBezTo>
                <a:cubicBezTo>
                  <a:pt x="0" y="293014"/>
                  <a:pt x="51206" y="241808"/>
                  <a:pt x="113792" y="241808"/>
                </a:cubicBezTo>
                <a:lnTo>
                  <a:pt x="241808" y="241808"/>
                </a:lnTo>
                <a:lnTo>
                  <a:pt x="241808" y="113792"/>
                </a:lnTo>
                <a:cubicBezTo>
                  <a:pt x="241808" y="51206"/>
                  <a:pt x="293014" y="0"/>
                  <a:pt x="355600" y="0"/>
                </a:cubicBezTo>
                <a:cubicBezTo>
                  <a:pt x="418186" y="0"/>
                  <a:pt x="469392" y="51206"/>
                  <a:pt x="469392" y="113792"/>
                </a:cubicBezTo>
                <a:lnTo>
                  <a:pt x="469392" y="241808"/>
                </a:lnTo>
                <a:lnTo>
                  <a:pt x="597408" y="241808"/>
                </a:lnTo>
                <a:cubicBezTo>
                  <a:pt x="659994" y="241808"/>
                  <a:pt x="711200" y="293014"/>
                  <a:pt x="711200" y="355600"/>
                </a:cubicBezTo>
                <a:cubicBezTo>
                  <a:pt x="711200" y="418186"/>
                  <a:pt x="659994" y="469392"/>
                  <a:pt x="597408" y="469392"/>
                </a:cubicBezTo>
                <a:lnTo>
                  <a:pt x="469392" y="469392"/>
                </a:lnTo>
                <a:lnTo>
                  <a:pt x="469392" y="597408"/>
                </a:lnTo>
                <a:cubicBezTo>
                  <a:pt x="469392" y="659994"/>
                  <a:pt x="418186" y="711200"/>
                  <a:pt x="355600" y="711200"/>
                </a:cubicBezTo>
                <a:close/>
                <a:moveTo>
                  <a:pt x="113792" y="270256"/>
                </a:moveTo>
                <a:cubicBezTo>
                  <a:pt x="66379" y="270256"/>
                  <a:pt x="28448" y="308187"/>
                  <a:pt x="28448" y="355600"/>
                </a:cubicBezTo>
                <a:cubicBezTo>
                  <a:pt x="28448" y="403013"/>
                  <a:pt x="66379" y="440944"/>
                  <a:pt x="113792" y="440944"/>
                </a:cubicBezTo>
                <a:lnTo>
                  <a:pt x="270256" y="440944"/>
                </a:lnTo>
                <a:lnTo>
                  <a:pt x="270256" y="597408"/>
                </a:lnTo>
                <a:cubicBezTo>
                  <a:pt x="270256" y="644821"/>
                  <a:pt x="308187" y="682752"/>
                  <a:pt x="355600" y="682752"/>
                </a:cubicBezTo>
                <a:cubicBezTo>
                  <a:pt x="403013" y="682752"/>
                  <a:pt x="440944" y="644821"/>
                  <a:pt x="440944" y="597408"/>
                </a:cubicBezTo>
                <a:lnTo>
                  <a:pt x="440944" y="440944"/>
                </a:lnTo>
                <a:lnTo>
                  <a:pt x="597408" y="440944"/>
                </a:lnTo>
                <a:cubicBezTo>
                  <a:pt x="644821" y="440944"/>
                  <a:pt x="682752" y="403013"/>
                  <a:pt x="682752" y="355600"/>
                </a:cubicBezTo>
                <a:cubicBezTo>
                  <a:pt x="682752" y="308187"/>
                  <a:pt x="644821" y="270256"/>
                  <a:pt x="597408" y="270256"/>
                </a:cubicBezTo>
                <a:lnTo>
                  <a:pt x="440944" y="270256"/>
                </a:lnTo>
                <a:lnTo>
                  <a:pt x="440944" y="113792"/>
                </a:lnTo>
                <a:cubicBezTo>
                  <a:pt x="440944" y="66379"/>
                  <a:pt x="403013" y="28448"/>
                  <a:pt x="355600" y="28448"/>
                </a:cubicBezTo>
                <a:cubicBezTo>
                  <a:pt x="308187" y="28448"/>
                  <a:pt x="270256" y="66379"/>
                  <a:pt x="270256" y="113792"/>
                </a:cubicBezTo>
                <a:lnTo>
                  <a:pt x="270256" y="270256"/>
                </a:lnTo>
                <a:lnTo>
                  <a:pt x="113792" y="270256"/>
                </a:lnTo>
                <a:close/>
              </a:path>
            </a:pathLst>
          </a:custGeom>
          <a:solidFill>
            <a:schemeClr val="accent1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49C6B9-4970-2CAF-C096-745D6C607129}"/>
              </a:ext>
            </a:extLst>
          </p:cNvPr>
          <p:cNvSpPr txBox="1"/>
          <p:nvPr/>
        </p:nvSpPr>
        <p:spPr>
          <a:xfrm>
            <a:off x="20073280" y="6275368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824515-A6FD-1AEF-8D01-EA841CC6F6FD}"/>
              </a:ext>
            </a:extLst>
          </p:cNvPr>
          <p:cNvSpPr txBox="1"/>
          <p:nvPr/>
        </p:nvSpPr>
        <p:spPr>
          <a:xfrm>
            <a:off x="20073280" y="8033544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D0249-842C-5F20-F42A-CEED7E9B4496}"/>
              </a:ext>
            </a:extLst>
          </p:cNvPr>
          <p:cNvSpPr txBox="1"/>
          <p:nvPr/>
        </p:nvSpPr>
        <p:spPr>
          <a:xfrm>
            <a:off x="20073280" y="9791720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08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D14D3E-6A68-17D0-2ECF-A49941A6CCB6}"/>
              </a:ext>
            </a:extLst>
          </p:cNvPr>
          <p:cNvSpPr/>
          <p:nvPr/>
        </p:nvSpPr>
        <p:spPr>
          <a:xfrm>
            <a:off x="12766205" y="16172180"/>
            <a:ext cx="3238242" cy="2950153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13502F-A81E-DC19-A111-79D3C334610A}"/>
              </a:ext>
            </a:extLst>
          </p:cNvPr>
          <p:cNvSpPr/>
          <p:nvPr/>
        </p:nvSpPr>
        <p:spPr>
          <a:xfrm>
            <a:off x="16004447" y="12897681"/>
            <a:ext cx="3238242" cy="2950153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Alat &amp; Cara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E053985F-3E49-B4CD-2118-E74C31CC8C2E}"/>
              </a:ext>
            </a:extLst>
          </p:cNvPr>
          <p:cNvSpPr txBox="1"/>
          <p:nvPr/>
        </p:nvSpPr>
        <p:spPr>
          <a:xfrm>
            <a:off x="1263033" y="1723910"/>
            <a:ext cx="12537010" cy="144655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8800" b="1" dirty="0" err="1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Latar</a:t>
            </a:r>
            <a:r>
              <a:rPr lang="en-US" sz="8800" b="1" dirty="0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 </a:t>
            </a:r>
            <a:r>
              <a:rPr lang="en-US" sz="8800" b="1" dirty="0" err="1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Belakang</a:t>
            </a:r>
            <a:endParaRPr lang="en-US" sz="8800" b="1" dirty="0">
              <a:solidFill>
                <a:schemeClr val="bg1"/>
              </a:solidFill>
              <a:latin typeface="Averia Libre" panose="02000603000000000004" pitchFamily="2" charset="0"/>
              <a:cs typeface="Space Grotesk" pitchFamily="2" charset="77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9C4CD201-BE5C-9034-FE83-A6E60C279448}"/>
              </a:ext>
            </a:extLst>
          </p:cNvPr>
          <p:cNvSpPr txBox="1"/>
          <p:nvPr/>
        </p:nvSpPr>
        <p:spPr>
          <a:xfrm>
            <a:off x="1813381" y="3265043"/>
            <a:ext cx="16417823" cy="66687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defRPr sz="3800">
                <a:latin typeface="Josefin Sans Light" pitchFamily="2" charset="77"/>
              </a:defRPr>
            </a:lvl1pPr>
          </a:lstStyle>
          <a:p>
            <a:pPr algn="l"/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Pemilik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ikan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seringkali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memiliki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jadwal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yang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tidak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tetap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terutama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dengan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gaya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hidup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yang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sibuk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. Hal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ini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dapat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mengakibatkan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ketidakpastian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dalam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pemberian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ikan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secara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teratur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.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Dengan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adanya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alat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pemberi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otomatis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pemilik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dapat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memastikan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bahwa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ikan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mendapatkan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nutrisi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yang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cukup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meskipun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mereka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tidak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selalu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hadir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di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dekat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akuarium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. Overfeeding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merupakan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masalah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umum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dalam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pemeliharaan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ikan, dan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dapat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menyebabkan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berbagai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masalah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seperti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kualitas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air yang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buruk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dan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risiko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penyakit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. Alat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pemberi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otomatis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dapat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membantu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mengontrol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jumlah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yang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diberikan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mencegah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overfeeding, dan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dengan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demikian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menjaga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kesehatan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ikan. Ikan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memerlukan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jadwal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pemberian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yang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konsisten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untuk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mendukung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pertumbuhan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dan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kesehatan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optimal.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Dengan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adanya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RTC,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alat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pemberi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dapat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diprogram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untuk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memberikan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pada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waktu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yang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sama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setiap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hari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menciptakan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lingkungan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yang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stabil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bagi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ikan.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Kebutuhan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untuk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memantau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dan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mengelola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akuarium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dari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jarak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jauh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semakin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meningkat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. Alat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pemberi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otomatis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dengan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RTC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memungkinkan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pemilik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untuk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mengatur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jadwal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memonitor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pemberian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pakan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dan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melakukan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penyesuaian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jika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diperlukan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melalui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antarmuka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pengguna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yang </a:t>
            </a:r>
            <a:r>
              <a:rPr lang="en-US" sz="30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terhubung</a:t>
            </a:r>
            <a:r>
              <a:rPr lang="en-US" sz="30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BCFCAB-BFF1-F873-0277-B6B41A626C3A}"/>
              </a:ext>
            </a:extLst>
          </p:cNvPr>
          <p:cNvSpPr/>
          <p:nvPr/>
        </p:nvSpPr>
        <p:spPr>
          <a:xfrm>
            <a:off x="8329713" y="16052922"/>
            <a:ext cx="3238242" cy="3188668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Perkenalan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Anggota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55B86B-FA9B-0579-A5C6-A23B887FE173}"/>
              </a:ext>
            </a:extLst>
          </p:cNvPr>
          <p:cNvSpPr/>
          <p:nvPr/>
        </p:nvSpPr>
        <p:spPr>
          <a:xfrm>
            <a:off x="9436660" y="9791721"/>
            <a:ext cx="5625502" cy="5293132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Latar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Belakang</a:t>
            </a:r>
            <a:endParaRPr lang="en-ID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B4C813-7D76-9D44-823D-B6CA4CD3DA0D}"/>
              </a:ext>
            </a:extLst>
          </p:cNvPr>
          <p:cNvSpPr/>
          <p:nvPr/>
        </p:nvSpPr>
        <p:spPr>
          <a:xfrm>
            <a:off x="5256133" y="12585227"/>
            <a:ext cx="3238242" cy="324291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Manfaat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551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Neon Green Teal Geometric Photo Tech and Gaming Facebook Cover">
            <a:hlinkClick r:id="" action="ppaction://media"/>
            <a:extLst>
              <a:ext uri="{FF2B5EF4-FFF2-40B4-BE49-F238E27FC236}">
                <a16:creationId xmlns:a16="http://schemas.microsoft.com/office/drawing/2014/main" id="{ED8DE015-A82C-39A8-4680-324E8412D8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80879" y="-45771"/>
            <a:ext cx="24406346" cy="13750273"/>
          </a:xfrm>
          <a:prstGeom prst="rect">
            <a:avLst/>
          </a:prstGeom>
        </p:spPr>
      </p:pic>
      <p:grpSp>
        <p:nvGrpSpPr>
          <p:cNvPr id="52" name="Graphic 34">
            <a:extLst>
              <a:ext uri="{FF2B5EF4-FFF2-40B4-BE49-F238E27FC236}">
                <a16:creationId xmlns:a16="http://schemas.microsoft.com/office/drawing/2014/main" id="{CB4198FD-E16E-3077-74C4-9AC016F8C9AD}"/>
              </a:ext>
            </a:extLst>
          </p:cNvPr>
          <p:cNvGrpSpPr/>
          <p:nvPr/>
        </p:nvGrpSpPr>
        <p:grpSpPr>
          <a:xfrm>
            <a:off x="16380069" y="-275475"/>
            <a:ext cx="3375421" cy="1595233"/>
            <a:chOff x="21002467" y="1128929"/>
            <a:chExt cx="1854200" cy="876300"/>
          </a:xfrm>
          <a:solidFill>
            <a:schemeClr val="accent1"/>
          </a:solidFill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8A8319A-4014-ED49-8BA9-6EDB912B593E}"/>
                </a:ext>
              </a:extLst>
            </p:cNvPr>
            <p:cNvSpPr/>
            <p:nvPr/>
          </p:nvSpPr>
          <p:spPr>
            <a:xfrm>
              <a:off x="21002467" y="1128929"/>
              <a:ext cx="1854200" cy="876300"/>
            </a:xfrm>
            <a:custGeom>
              <a:avLst/>
              <a:gdLst>
                <a:gd name="connsiteX0" fmla="*/ 1728685 w 1854200"/>
                <a:gd name="connsiteY0" fmla="*/ 0 h 876300"/>
                <a:gd name="connsiteX1" fmla="*/ 125515 w 1854200"/>
                <a:gd name="connsiteY1" fmla="*/ 0 h 876300"/>
                <a:gd name="connsiteX2" fmla="*/ 0 w 1854200"/>
                <a:gd name="connsiteY2" fmla="*/ 125730 h 876300"/>
                <a:gd name="connsiteX3" fmla="*/ 0 w 1854200"/>
                <a:gd name="connsiteY3" fmla="*/ 750570 h 876300"/>
                <a:gd name="connsiteX4" fmla="*/ 125515 w 1854200"/>
                <a:gd name="connsiteY4" fmla="*/ 876300 h 876300"/>
                <a:gd name="connsiteX5" fmla="*/ 1728685 w 1854200"/>
                <a:gd name="connsiteY5" fmla="*/ 876300 h 876300"/>
                <a:gd name="connsiteX6" fmla="*/ 1854200 w 1854200"/>
                <a:gd name="connsiteY6" fmla="*/ 750570 h 876300"/>
                <a:gd name="connsiteX7" fmla="*/ 1854200 w 1854200"/>
                <a:gd name="connsiteY7" fmla="*/ 125730 h 876300"/>
                <a:gd name="connsiteX8" fmla="*/ 1728685 w 1854200"/>
                <a:gd name="connsiteY8" fmla="*/ 0 h 876300"/>
                <a:gd name="connsiteX9" fmla="*/ 1825674 w 1854200"/>
                <a:gd name="connsiteY9" fmla="*/ 750570 h 876300"/>
                <a:gd name="connsiteX10" fmla="*/ 1728685 w 1854200"/>
                <a:gd name="connsiteY10" fmla="*/ 847725 h 876300"/>
                <a:gd name="connsiteX11" fmla="*/ 125515 w 1854200"/>
                <a:gd name="connsiteY11" fmla="*/ 847725 h 876300"/>
                <a:gd name="connsiteX12" fmla="*/ 28526 w 1854200"/>
                <a:gd name="connsiteY12" fmla="*/ 750570 h 876300"/>
                <a:gd name="connsiteX13" fmla="*/ 28526 w 1854200"/>
                <a:gd name="connsiteY13" fmla="*/ 125730 h 876300"/>
                <a:gd name="connsiteX14" fmla="*/ 125515 w 1854200"/>
                <a:gd name="connsiteY14" fmla="*/ 28575 h 876300"/>
                <a:gd name="connsiteX15" fmla="*/ 1728685 w 1854200"/>
                <a:gd name="connsiteY15" fmla="*/ 28575 h 876300"/>
                <a:gd name="connsiteX16" fmla="*/ 1825674 w 1854200"/>
                <a:gd name="connsiteY16" fmla="*/ 125730 h 876300"/>
                <a:gd name="connsiteX17" fmla="*/ 1825674 w 1854200"/>
                <a:gd name="connsiteY17" fmla="*/ 75057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54200" h="876300">
                  <a:moveTo>
                    <a:pt x="1728685" y="0"/>
                  </a:moveTo>
                  <a:lnTo>
                    <a:pt x="125515" y="0"/>
                  </a:lnTo>
                  <a:cubicBezTo>
                    <a:pt x="56101" y="0"/>
                    <a:pt x="0" y="56198"/>
                    <a:pt x="0" y="125730"/>
                  </a:cubicBezTo>
                  <a:lnTo>
                    <a:pt x="0" y="750570"/>
                  </a:lnTo>
                  <a:cubicBezTo>
                    <a:pt x="0" y="820103"/>
                    <a:pt x="56101" y="876300"/>
                    <a:pt x="125515" y="876300"/>
                  </a:cubicBezTo>
                  <a:lnTo>
                    <a:pt x="1728685" y="876300"/>
                  </a:lnTo>
                  <a:cubicBezTo>
                    <a:pt x="1798099" y="876300"/>
                    <a:pt x="1854200" y="820103"/>
                    <a:pt x="1854200" y="750570"/>
                  </a:cubicBezTo>
                  <a:lnTo>
                    <a:pt x="1854200" y="125730"/>
                  </a:lnTo>
                  <a:cubicBezTo>
                    <a:pt x="1854200" y="56198"/>
                    <a:pt x="1798099" y="0"/>
                    <a:pt x="1728685" y="0"/>
                  </a:cubicBezTo>
                  <a:close/>
                  <a:moveTo>
                    <a:pt x="1825674" y="750570"/>
                  </a:moveTo>
                  <a:cubicBezTo>
                    <a:pt x="1825674" y="803910"/>
                    <a:pt x="1781934" y="847725"/>
                    <a:pt x="1728685" y="847725"/>
                  </a:cubicBezTo>
                  <a:lnTo>
                    <a:pt x="125515" y="847725"/>
                  </a:lnTo>
                  <a:cubicBezTo>
                    <a:pt x="72266" y="847725"/>
                    <a:pt x="28526" y="803910"/>
                    <a:pt x="28526" y="750570"/>
                  </a:cubicBezTo>
                  <a:lnTo>
                    <a:pt x="28526" y="125730"/>
                  </a:lnTo>
                  <a:cubicBezTo>
                    <a:pt x="28526" y="72390"/>
                    <a:pt x="72266" y="28575"/>
                    <a:pt x="125515" y="28575"/>
                  </a:cubicBezTo>
                  <a:lnTo>
                    <a:pt x="1728685" y="28575"/>
                  </a:lnTo>
                  <a:cubicBezTo>
                    <a:pt x="1781934" y="28575"/>
                    <a:pt x="1825674" y="72390"/>
                    <a:pt x="1825674" y="125730"/>
                  </a:cubicBezTo>
                  <a:lnTo>
                    <a:pt x="1825674" y="750570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D1AD09B-2996-92BB-A338-ADC831C3E909}"/>
                </a:ext>
              </a:extLst>
            </p:cNvPr>
            <p:cNvSpPr/>
            <p:nvPr/>
          </p:nvSpPr>
          <p:spPr>
            <a:xfrm>
              <a:off x="21188837" y="1633754"/>
              <a:ext cx="126465" cy="125729"/>
            </a:xfrm>
            <a:custGeom>
              <a:avLst/>
              <a:gdLst>
                <a:gd name="connsiteX0" fmla="*/ 125515 w 126465"/>
                <a:gd name="connsiteY0" fmla="*/ 50482 h 125729"/>
                <a:gd name="connsiteX1" fmla="*/ 113154 w 126465"/>
                <a:gd name="connsiteY1" fmla="*/ 16193 h 125729"/>
                <a:gd name="connsiteX2" fmla="*/ 77971 w 126465"/>
                <a:gd name="connsiteY2" fmla="*/ 952 h 125729"/>
                <a:gd name="connsiteX3" fmla="*/ 73217 w 126465"/>
                <a:gd name="connsiteY3" fmla="*/ 0 h 125729"/>
                <a:gd name="connsiteX4" fmla="*/ 58954 w 126465"/>
                <a:gd name="connsiteY4" fmla="*/ 0 h 125729"/>
                <a:gd name="connsiteX5" fmla="*/ 16165 w 126465"/>
                <a:gd name="connsiteY5" fmla="*/ 13335 h 125729"/>
                <a:gd name="connsiteX6" fmla="*/ 0 w 126465"/>
                <a:gd name="connsiteY6" fmla="*/ 58102 h 125729"/>
                <a:gd name="connsiteX7" fmla="*/ 0 w 126465"/>
                <a:gd name="connsiteY7" fmla="*/ 69532 h 125729"/>
                <a:gd name="connsiteX8" fmla="*/ 10460 w 126465"/>
                <a:gd name="connsiteY8" fmla="*/ 107633 h 125729"/>
                <a:gd name="connsiteX9" fmla="*/ 38986 w 126465"/>
                <a:gd name="connsiteY9" fmla="*/ 124777 h 125729"/>
                <a:gd name="connsiteX10" fmla="*/ 54200 w 126465"/>
                <a:gd name="connsiteY10" fmla="*/ 125730 h 125729"/>
                <a:gd name="connsiteX11" fmla="*/ 66561 w 126465"/>
                <a:gd name="connsiteY11" fmla="*/ 125730 h 125729"/>
                <a:gd name="connsiteX12" fmla="*/ 75119 w 126465"/>
                <a:gd name="connsiteY12" fmla="*/ 124777 h 125729"/>
                <a:gd name="connsiteX13" fmla="*/ 126466 w 126465"/>
                <a:gd name="connsiteY13" fmla="*/ 66675 h 125729"/>
                <a:gd name="connsiteX14" fmla="*/ 126466 w 126465"/>
                <a:gd name="connsiteY14" fmla="*/ 54293 h 125729"/>
                <a:gd name="connsiteX15" fmla="*/ 125515 w 126465"/>
                <a:gd name="connsiteY15" fmla="*/ 50482 h 125729"/>
                <a:gd name="connsiteX16" fmla="*/ 74168 w 126465"/>
                <a:gd name="connsiteY16" fmla="*/ 97155 h 125729"/>
                <a:gd name="connsiteX17" fmla="*/ 64659 w 126465"/>
                <a:gd name="connsiteY17" fmla="*/ 98107 h 125729"/>
                <a:gd name="connsiteX18" fmla="*/ 58003 w 126465"/>
                <a:gd name="connsiteY18" fmla="*/ 98107 h 125729"/>
                <a:gd name="connsiteX19" fmla="*/ 38986 w 126465"/>
                <a:gd name="connsiteY19" fmla="*/ 96202 h 125729"/>
                <a:gd name="connsiteX20" fmla="*/ 33281 w 126465"/>
                <a:gd name="connsiteY20" fmla="*/ 90488 h 125729"/>
                <a:gd name="connsiteX21" fmla="*/ 27575 w 126465"/>
                <a:gd name="connsiteY21" fmla="*/ 69532 h 125729"/>
                <a:gd name="connsiteX22" fmla="*/ 27575 w 126465"/>
                <a:gd name="connsiteY22" fmla="*/ 58102 h 125729"/>
                <a:gd name="connsiteX23" fmla="*/ 34231 w 126465"/>
                <a:gd name="connsiteY23" fmla="*/ 35243 h 125729"/>
                <a:gd name="connsiteX24" fmla="*/ 58003 w 126465"/>
                <a:gd name="connsiteY24" fmla="*/ 28575 h 125729"/>
                <a:gd name="connsiteX25" fmla="*/ 68463 w 126465"/>
                <a:gd name="connsiteY25" fmla="*/ 28575 h 125729"/>
                <a:gd name="connsiteX26" fmla="*/ 77971 w 126465"/>
                <a:gd name="connsiteY26" fmla="*/ 29527 h 125729"/>
                <a:gd name="connsiteX27" fmla="*/ 91284 w 126465"/>
                <a:gd name="connsiteY27" fmla="*/ 34290 h 125729"/>
                <a:gd name="connsiteX28" fmla="*/ 96038 w 126465"/>
                <a:gd name="connsiteY28" fmla="*/ 51435 h 125729"/>
                <a:gd name="connsiteX29" fmla="*/ 96989 w 126465"/>
                <a:gd name="connsiteY29" fmla="*/ 66675 h 125729"/>
                <a:gd name="connsiteX30" fmla="*/ 74168 w 126465"/>
                <a:gd name="connsiteY30" fmla="*/ 97155 h 12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6465" h="125729">
                  <a:moveTo>
                    <a:pt x="125515" y="50482"/>
                  </a:moveTo>
                  <a:cubicBezTo>
                    <a:pt x="125515" y="37148"/>
                    <a:pt x="120761" y="25718"/>
                    <a:pt x="113154" y="16193"/>
                  </a:cubicBezTo>
                  <a:cubicBezTo>
                    <a:pt x="107449" y="9525"/>
                    <a:pt x="96038" y="952"/>
                    <a:pt x="77971" y="952"/>
                  </a:cubicBezTo>
                  <a:cubicBezTo>
                    <a:pt x="77971" y="952"/>
                    <a:pt x="76070" y="952"/>
                    <a:pt x="73217" y="0"/>
                  </a:cubicBezTo>
                  <a:lnTo>
                    <a:pt x="58954" y="0"/>
                  </a:lnTo>
                  <a:cubicBezTo>
                    <a:pt x="40887" y="0"/>
                    <a:pt x="26624" y="4763"/>
                    <a:pt x="16165" y="13335"/>
                  </a:cubicBezTo>
                  <a:cubicBezTo>
                    <a:pt x="4754" y="22860"/>
                    <a:pt x="0" y="38100"/>
                    <a:pt x="0" y="58102"/>
                  </a:cubicBezTo>
                  <a:lnTo>
                    <a:pt x="0" y="69532"/>
                  </a:lnTo>
                  <a:cubicBezTo>
                    <a:pt x="0" y="84773"/>
                    <a:pt x="3803" y="97155"/>
                    <a:pt x="10460" y="107633"/>
                  </a:cubicBezTo>
                  <a:cubicBezTo>
                    <a:pt x="20919" y="121920"/>
                    <a:pt x="31379" y="124777"/>
                    <a:pt x="38986" y="124777"/>
                  </a:cubicBezTo>
                  <a:cubicBezTo>
                    <a:pt x="44691" y="124777"/>
                    <a:pt x="49445" y="124777"/>
                    <a:pt x="54200" y="125730"/>
                  </a:cubicBezTo>
                  <a:lnTo>
                    <a:pt x="66561" y="125730"/>
                  </a:lnTo>
                  <a:lnTo>
                    <a:pt x="75119" y="124777"/>
                  </a:lnTo>
                  <a:cubicBezTo>
                    <a:pt x="107449" y="124777"/>
                    <a:pt x="126466" y="102870"/>
                    <a:pt x="126466" y="66675"/>
                  </a:cubicBezTo>
                  <a:lnTo>
                    <a:pt x="126466" y="54293"/>
                  </a:lnTo>
                  <a:lnTo>
                    <a:pt x="125515" y="50482"/>
                  </a:lnTo>
                  <a:close/>
                  <a:moveTo>
                    <a:pt x="74168" y="97155"/>
                  </a:moveTo>
                  <a:lnTo>
                    <a:pt x="64659" y="98107"/>
                  </a:lnTo>
                  <a:lnTo>
                    <a:pt x="58003" y="98107"/>
                  </a:lnTo>
                  <a:cubicBezTo>
                    <a:pt x="52298" y="97155"/>
                    <a:pt x="45642" y="96202"/>
                    <a:pt x="38986" y="96202"/>
                  </a:cubicBezTo>
                  <a:cubicBezTo>
                    <a:pt x="38035" y="96202"/>
                    <a:pt x="36133" y="95250"/>
                    <a:pt x="33281" y="90488"/>
                  </a:cubicBezTo>
                  <a:cubicBezTo>
                    <a:pt x="29477" y="85725"/>
                    <a:pt x="27575" y="78105"/>
                    <a:pt x="27575" y="69532"/>
                  </a:cubicBezTo>
                  <a:lnTo>
                    <a:pt x="27575" y="58102"/>
                  </a:lnTo>
                  <a:cubicBezTo>
                    <a:pt x="27575" y="50482"/>
                    <a:pt x="28526" y="40005"/>
                    <a:pt x="34231" y="35243"/>
                  </a:cubicBezTo>
                  <a:cubicBezTo>
                    <a:pt x="38986" y="31432"/>
                    <a:pt x="47544" y="28575"/>
                    <a:pt x="58003" y="28575"/>
                  </a:cubicBezTo>
                  <a:lnTo>
                    <a:pt x="68463" y="28575"/>
                  </a:lnTo>
                  <a:cubicBezTo>
                    <a:pt x="72266" y="29527"/>
                    <a:pt x="75119" y="29527"/>
                    <a:pt x="77971" y="29527"/>
                  </a:cubicBezTo>
                  <a:cubicBezTo>
                    <a:pt x="86529" y="29527"/>
                    <a:pt x="89382" y="32385"/>
                    <a:pt x="91284" y="34290"/>
                  </a:cubicBezTo>
                  <a:cubicBezTo>
                    <a:pt x="95087" y="38100"/>
                    <a:pt x="96038" y="43815"/>
                    <a:pt x="96038" y="51435"/>
                  </a:cubicBezTo>
                  <a:lnTo>
                    <a:pt x="96989" y="66675"/>
                  </a:lnTo>
                  <a:cubicBezTo>
                    <a:pt x="97940" y="95250"/>
                    <a:pt x="85578" y="97155"/>
                    <a:pt x="74168" y="97155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73A46DF-A5EE-E910-5405-40E8197C3325}"/>
                </a:ext>
              </a:extLst>
            </p:cNvPr>
            <p:cNvSpPr/>
            <p:nvPr/>
          </p:nvSpPr>
          <p:spPr>
            <a:xfrm>
              <a:off x="21359994" y="1383246"/>
              <a:ext cx="307131" cy="377190"/>
            </a:xfrm>
            <a:custGeom>
              <a:avLst/>
              <a:gdLst>
                <a:gd name="connsiteX0" fmla="*/ 268146 w 307131"/>
                <a:gd name="connsiteY0" fmla="*/ 267653 h 377190"/>
                <a:gd name="connsiteX1" fmla="*/ 228209 w 307131"/>
                <a:gd name="connsiteY1" fmla="*/ 275272 h 377190"/>
                <a:gd name="connsiteX2" fmla="*/ 190174 w 307131"/>
                <a:gd name="connsiteY2" fmla="*/ 281940 h 377190"/>
                <a:gd name="connsiteX3" fmla="*/ 135024 w 307131"/>
                <a:gd name="connsiteY3" fmla="*/ 259080 h 377190"/>
                <a:gd name="connsiteX4" fmla="*/ 115056 w 307131"/>
                <a:gd name="connsiteY4" fmla="*/ 186690 h 377190"/>
                <a:gd name="connsiteX5" fmla="*/ 130269 w 307131"/>
                <a:gd name="connsiteY5" fmla="*/ 113347 h 377190"/>
                <a:gd name="connsiteX6" fmla="*/ 172108 w 307131"/>
                <a:gd name="connsiteY6" fmla="*/ 92393 h 377190"/>
                <a:gd name="connsiteX7" fmla="*/ 209192 w 307131"/>
                <a:gd name="connsiteY7" fmla="*/ 105727 h 377190"/>
                <a:gd name="connsiteX8" fmla="*/ 259588 w 307131"/>
                <a:gd name="connsiteY8" fmla="*/ 121920 h 377190"/>
                <a:gd name="connsiteX9" fmla="*/ 291918 w 307131"/>
                <a:gd name="connsiteY9" fmla="*/ 108585 h 377190"/>
                <a:gd name="connsiteX10" fmla="*/ 304279 w 307131"/>
                <a:gd name="connsiteY10" fmla="*/ 71438 h 377190"/>
                <a:gd name="connsiteX11" fmla="*/ 267195 w 307131"/>
                <a:gd name="connsiteY11" fmla="*/ 17145 h 377190"/>
                <a:gd name="connsiteX12" fmla="*/ 188273 w 307131"/>
                <a:gd name="connsiteY12" fmla="*/ 0 h 377190"/>
                <a:gd name="connsiteX13" fmla="*/ 112203 w 307131"/>
                <a:gd name="connsiteY13" fmla="*/ 10477 h 377190"/>
                <a:gd name="connsiteX14" fmla="*/ 13312 w 307131"/>
                <a:gd name="connsiteY14" fmla="*/ 104775 h 377190"/>
                <a:gd name="connsiteX15" fmla="*/ 0 w 307131"/>
                <a:gd name="connsiteY15" fmla="*/ 177165 h 377190"/>
                <a:gd name="connsiteX16" fmla="*/ 0 w 307131"/>
                <a:gd name="connsiteY16" fmla="*/ 195263 h 377190"/>
                <a:gd name="connsiteX17" fmla="*/ 96038 w 307131"/>
                <a:gd name="connsiteY17" fmla="*/ 362903 h 377190"/>
                <a:gd name="connsiteX18" fmla="*/ 160697 w 307131"/>
                <a:gd name="connsiteY18" fmla="*/ 377190 h 377190"/>
                <a:gd name="connsiteX19" fmla="*/ 175911 w 307131"/>
                <a:gd name="connsiteY19" fmla="*/ 377190 h 377190"/>
                <a:gd name="connsiteX20" fmla="*/ 259588 w 307131"/>
                <a:gd name="connsiteY20" fmla="*/ 358140 h 377190"/>
                <a:gd name="connsiteX21" fmla="*/ 307132 w 307131"/>
                <a:gd name="connsiteY21" fmla="*/ 310515 h 377190"/>
                <a:gd name="connsiteX22" fmla="*/ 307132 w 307131"/>
                <a:gd name="connsiteY22" fmla="*/ 304800 h 377190"/>
                <a:gd name="connsiteX23" fmla="*/ 268146 w 307131"/>
                <a:gd name="connsiteY23" fmla="*/ 267653 h 377190"/>
                <a:gd name="connsiteX24" fmla="*/ 278605 w 307131"/>
                <a:gd name="connsiteY24" fmla="*/ 309563 h 377190"/>
                <a:gd name="connsiteX25" fmla="*/ 248178 w 307131"/>
                <a:gd name="connsiteY25" fmla="*/ 331470 h 377190"/>
                <a:gd name="connsiteX26" fmla="*/ 176862 w 307131"/>
                <a:gd name="connsiteY26" fmla="*/ 347663 h 377190"/>
                <a:gd name="connsiteX27" fmla="*/ 161648 w 307131"/>
                <a:gd name="connsiteY27" fmla="*/ 347663 h 377190"/>
                <a:gd name="connsiteX28" fmla="*/ 108399 w 307131"/>
                <a:gd name="connsiteY28" fmla="*/ 335280 h 377190"/>
                <a:gd name="connsiteX29" fmla="*/ 29477 w 307131"/>
                <a:gd name="connsiteY29" fmla="*/ 194310 h 377190"/>
                <a:gd name="connsiteX30" fmla="*/ 29477 w 307131"/>
                <a:gd name="connsiteY30" fmla="*/ 176213 h 377190"/>
                <a:gd name="connsiteX31" fmla="*/ 40888 w 307131"/>
                <a:gd name="connsiteY31" fmla="*/ 114300 h 377190"/>
                <a:gd name="connsiteX32" fmla="*/ 122662 w 307131"/>
                <a:gd name="connsiteY32" fmla="*/ 36195 h 377190"/>
                <a:gd name="connsiteX33" fmla="*/ 190174 w 307131"/>
                <a:gd name="connsiteY33" fmla="*/ 27622 h 377190"/>
                <a:gd name="connsiteX34" fmla="*/ 255785 w 307131"/>
                <a:gd name="connsiteY34" fmla="*/ 41910 h 377190"/>
                <a:gd name="connsiteX35" fmla="*/ 277655 w 307131"/>
                <a:gd name="connsiteY35" fmla="*/ 70485 h 377190"/>
                <a:gd name="connsiteX36" fmla="*/ 272900 w 307131"/>
                <a:gd name="connsiteY36" fmla="*/ 87630 h 377190"/>
                <a:gd name="connsiteX37" fmla="*/ 260539 w 307131"/>
                <a:gd name="connsiteY37" fmla="*/ 92393 h 377190"/>
                <a:gd name="connsiteX38" fmla="*/ 222504 w 307131"/>
                <a:gd name="connsiteY38" fmla="*/ 79057 h 377190"/>
                <a:gd name="connsiteX39" fmla="*/ 173059 w 307131"/>
                <a:gd name="connsiteY39" fmla="*/ 62865 h 377190"/>
                <a:gd name="connsiteX40" fmla="*/ 106498 w 307131"/>
                <a:gd name="connsiteY40" fmla="*/ 97155 h 377190"/>
                <a:gd name="connsiteX41" fmla="*/ 87480 w 307131"/>
                <a:gd name="connsiteY41" fmla="*/ 185738 h 377190"/>
                <a:gd name="connsiteX42" fmla="*/ 114105 w 307131"/>
                <a:gd name="connsiteY42" fmla="*/ 277178 h 377190"/>
                <a:gd name="connsiteX43" fmla="*/ 191125 w 307131"/>
                <a:gd name="connsiteY43" fmla="*/ 310515 h 377190"/>
                <a:gd name="connsiteX44" fmla="*/ 237718 w 307131"/>
                <a:gd name="connsiteY44" fmla="*/ 302895 h 377190"/>
                <a:gd name="connsiteX45" fmla="*/ 269097 w 307131"/>
                <a:gd name="connsiteY45" fmla="*/ 296228 h 377190"/>
                <a:gd name="connsiteX46" fmla="*/ 278605 w 307131"/>
                <a:gd name="connsiteY46" fmla="*/ 304800 h 377190"/>
                <a:gd name="connsiteX47" fmla="*/ 278605 w 307131"/>
                <a:gd name="connsiteY47" fmla="*/ 309563 h 37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07131" h="377190">
                  <a:moveTo>
                    <a:pt x="268146" y="267653"/>
                  </a:moveTo>
                  <a:cubicBezTo>
                    <a:pt x="258637" y="267653"/>
                    <a:pt x="246276" y="270510"/>
                    <a:pt x="228209" y="275272"/>
                  </a:cubicBezTo>
                  <a:cubicBezTo>
                    <a:pt x="213946" y="280035"/>
                    <a:pt x="200634" y="281940"/>
                    <a:pt x="190174" y="281940"/>
                  </a:cubicBezTo>
                  <a:cubicBezTo>
                    <a:pt x="165452" y="281940"/>
                    <a:pt x="147385" y="274320"/>
                    <a:pt x="135024" y="259080"/>
                  </a:cubicBezTo>
                  <a:cubicBezTo>
                    <a:pt x="121712" y="242888"/>
                    <a:pt x="115056" y="219075"/>
                    <a:pt x="115056" y="186690"/>
                  </a:cubicBezTo>
                  <a:cubicBezTo>
                    <a:pt x="115056" y="153352"/>
                    <a:pt x="119810" y="128588"/>
                    <a:pt x="130269" y="113347"/>
                  </a:cubicBezTo>
                  <a:cubicBezTo>
                    <a:pt x="138827" y="99060"/>
                    <a:pt x="152139" y="92393"/>
                    <a:pt x="172108" y="92393"/>
                  </a:cubicBezTo>
                  <a:cubicBezTo>
                    <a:pt x="174960" y="92393"/>
                    <a:pt x="184469" y="93345"/>
                    <a:pt x="209192" y="105727"/>
                  </a:cubicBezTo>
                  <a:cubicBezTo>
                    <a:pt x="232013" y="116205"/>
                    <a:pt x="248178" y="121920"/>
                    <a:pt x="259588" y="121920"/>
                  </a:cubicBezTo>
                  <a:cubicBezTo>
                    <a:pt x="272900" y="121920"/>
                    <a:pt x="283360" y="117157"/>
                    <a:pt x="291918" y="108585"/>
                  </a:cubicBezTo>
                  <a:cubicBezTo>
                    <a:pt x="300475" y="100013"/>
                    <a:pt x="304279" y="87630"/>
                    <a:pt x="304279" y="71438"/>
                  </a:cubicBezTo>
                  <a:cubicBezTo>
                    <a:pt x="304279" y="56197"/>
                    <a:pt x="297623" y="34290"/>
                    <a:pt x="267195" y="17145"/>
                  </a:cubicBezTo>
                  <a:cubicBezTo>
                    <a:pt x="245325" y="5715"/>
                    <a:pt x="218701" y="0"/>
                    <a:pt x="188273" y="0"/>
                  </a:cubicBezTo>
                  <a:cubicBezTo>
                    <a:pt x="158796" y="0"/>
                    <a:pt x="133122" y="3810"/>
                    <a:pt x="112203" y="10477"/>
                  </a:cubicBezTo>
                  <a:cubicBezTo>
                    <a:pt x="64659" y="25717"/>
                    <a:pt x="31379" y="58102"/>
                    <a:pt x="13312" y="104775"/>
                  </a:cubicBezTo>
                  <a:cubicBezTo>
                    <a:pt x="4754" y="126682"/>
                    <a:pt x="0" y="151447"/>
                    <a:pt x="0" y="177165"/>
                  </a:cubicBezTo>
                  <a:lnTo>
                    <a:pt x="0" y="195263"/>
                  </a:lnTo>
                  <a:cubicBezTo>
                    <a:pt x="0" y="279083"/>
                    <a:pt x="32330" y="335280"/>
                    <a:pt x="96038" y="362903"/>
                  </a:cubicBezTo>
                  <a:cubicBezTo>
                    <a:pt x="117908" y="372428"/>
                    <a:pt x="139778" y="377190"/>
                    <a:pt x="160697" y="377190"/>
                  </a:cubicBezTo>
                  <a:lnTo>
                    <a:pt x="175911" y="377190"/>
                  </a:lnTo>
                  <a:cubicBezTo>
                    <a:pt x="203487" y="377190"/>
                    <a:pt x="232013" y="370522"/>
                    <a:pt x="259588" y="358140"/>
                  </a:cubicBezTo>
                  <a:cubicBezTo>
                    <a:pt x="279556" y="348615"/>
                    <a:pt x="307132" y="334328"/>
                    <a:pt x="307132" y="310515"/>
                  </a:cubicBezTo>
                  <a:lnTo>
                    <a:pt x="307132" y="304800"/>
                  </a:lnTo>
                  <a:cubicBezTo>
                    <a:pt x="307132" y="280988"/>
                    <a:pt x="291918" y="267653"/>
                    <a:pt x="268146" y="267653"/>
                  </a:cubicBezTo>
                  <a:close/>
                  <a:moveTo>
                    <a:pt x="278605" y="309563"/>
                  </a:moveTo>
                  <a:cubicBezTo>
                    <a:pt x="278605" y="309563"/>
                    <a:pt x="277655" y="318135"/>
                    <a:pt x="248178" y="331470"/>
                  </a:cubicBezTo>
                  <a:cubicBezTo>
                    <a:pt x="224406" y="341947"/>
                    <a:pt x="199683" y="347663"/>
                    <a:pt x="176862" y="347663"/>
                  </a:cubicBezTo>
                  <a:lnTo>
                    <a:pt x="161648" y="347663"/>
                  </a:lnTo>
                  <a:cubicBezTo>
                    <a:pt x="144533" y="347663"/>
                    <a:pt x="126466" y="343853"/>
                    <a:pt x="108399" y="335280"/>
                  </a:cubicBezTo>
                  <a:cubicBezTo>
                    <a:pt x="55151" y="312420"/>
                    <a:pt x="29477" y="266700"/>
                    <a:pt x="29477" y="194310"/>
                  </a:cubicBezTo>
                  <a:lnTo>
                    <a:pt x="29477" y="176213"/>
                  </a:lnTo>
                  <a:cubicBezTo>
                    <a:pt x="29477" y="154305"/>
                    <a:pt x="33281" y="133350"/>
                    <a:pt x="40888" y="114300"/>
                  </a:cubicBezTo>
                  <a:cubicBezTo>
                    <a:pt x="56101" y="75247"/>
                    <a:pt x="82726" y="49530"/>
                    <a:pt x="122662" y="36195"/>
                  </a:cubicBezTo>
                  <a:cubicBezTo>
                    <a:pt x="140729" y="30480"/>
                    <a:pt x="163550" y="27622"/>
                    <a:pt x="190174" y="27622"/>
                  </a:cubicBezTo>
                  <a:cubicBezTo>
                    <a:pt x="215848" y="27622"/>
                    <a:pt x="237718" y="32385"/>
                    <a:pt x="255785" y="41910"/>
                  </a:cubicBezTo>
                  <a:cubicBezTo>
                    <a:pt x="275753" y="52388"/>
                    <a:pt x="277655" y="62865"/>
                    <a:pt x="277655" y="70485"/>
                  </a:cubicBezTo>
                  <a:cubicBezTo>
                    <a:pt x="277655" y="76200"/>
                    <a:pt x="276704" y="83820"/>
                    <a:pt x="272900" y="87630"/>
                  </a:cubicBezTo>
                  <a:cubicBezTo>
                    <a:pt x="270048" y="90488"/>
                    <a:pt x="266244" y="92393"/>
                    <a:pt x="260539" y="92393"/>
                  </a:cubicBezTo>
                  <a:cubicBezTo>
                    <a:pt x="256735" y="92393"/>
                    <a:pt x="246276" y="90488"/>
                    <a:pt x="222504" y="79057"/>
                  </a:cubicBezTo>
                  <a:cubicBezTo>
                    <a:pt x="199683" y="68580"/>
                    <a:pt x="184469" y="62865"/>
                    <a:pt x="173059" y="62865"/>
                  </a:cubicBezTo>
                  <a:cubicBezTo>
                    <a:pt x="143582" y="62865"/>
                    <a:pt x="120761" y="74295"/>
                    <a:pt x="106498" y="97155"/>
                  </a:cubicBezTo>
                  <a:cubicBezTo>
                    <a:pt x="94136" y="118110"/>
                    <a:pt x="87480" y="146685"/>
                    <a:pt x="87480" y="185738"/>
                  </a:cubicBezTo>
                  <a:cubicBezTo>
                    <a:pt x="87480" y="224790"/>
                    <a:pt x="96989" y="255270"/>
                    <a:pt x="114105" y="277178"/>
                  </a:cubicBezTo>
                  <a:cubicBezTo>
                    <a:pt x="132171" y="299085"/>
                    <a:pt x="158796" y="310515"/>
                    <a:pt x="191125" y="310515"/>
                  </a:cubicBezTo>
                  <a:cubicBezTo>
                    <a:pt x="204437" y="310515"/>
                    <a:pt x="219651" y="307658"/>
                    <a:pt x="237718" y="302895"/>
                  </a:cubicBezTo>
                  <a:cubicBezTo>
                    <a:pt x="255785" y="297180"/>
                    <a:pt x="265293" y="296228"/>
                    <a:pt x="269097" y="296228"/>
                  </a:cubicBezTo>
                  <a:cubicBezTo>
                    <a:pt x="278605" y="296228"/>
                    <a:pt x="278605" y="299085"/>
                    <a:pt x="278605" y="304800"/>
                  </a:cubicBezTo>
                  <a:lnTo>
                    <a:pt x="278605" y="309563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656DA79-F32B-E09A-360F-9997BCC62524}"/>
                </a:ext>
              </a:extLst>
            </p:cNvPr>
            <p:cNvSpPr/>
            <p:nvPr/>
          </p:nvSpPr>
          <p:spPr>
            <a:xfrm>
              <a:off x="21775525" y="1438491"/>
              <a:ext cx="180665" cy="264794"/>
            </a:xfrm>
            <a:custGeom>
              <a:avLst/>
              <a:gdLst>
                <a:gd name="connsiteX0" fmla="*/ 93185 w 180665"/>
                <a:gd name="connsiteY0" fmla="*/ 0 h 264794"/>
                <a:gd name="connsiteX1" fmla="*/ 82726 w 180665"/>
                <a:gd name="connsiteY1" fmla="*/ 0 h 264794"/>
                <a:gd name="connsiteX2" fmla="*/ 19968 w 180665"/>
                <a:gd name="connsiteY2" fmla="*/ 37148 h 264794"/>
                <a:gd name="connsiteX3" fmla="*/ 0 w 180665"/>
                <a:gd name="connsiteY3" fmla="*/ 130493 h 264794"/>
                <a:gd name="connsiteX4" fmla="*/ 21870 w 180665"/>
                <a:gd name="connsiteY4" fmla="*/ 225743 h 264794"/>
                <a:gd name="connsiteX5" fmla="*/ 89382 w 180665"/>
                <a:gd name="connsiteY5" fmla="*/ 264795 h 264794"/>
                <a:gd name="connsiteX6" fmla="*/ 96038 w 180665"/>
                <a:gd name="connsiteY6" fmla="*/ 264795 h 264794"/>
                <a:gd name="connsiteX7" fmla="*/ 157845 w 180665"/>
                <a:gd name="connsiteY7" fmla="*/ 232410 h 264794"/>
                <a:gd name="connsiteX8" fmla="*/ 179715 w 180665"/>
                <a:gd name="connsiteY8" fmla="*/ 160020 h 264794"/>
                <a:gd name="connsiteX9" fmla="*/ 180666 w 180665"/>
                <a:gd name="connsiteY9" fmla="*/ 152400 h 264794"/>
                <a:gd name="connsiteX10" fmla="*/ 180666 w 180665"/>
                <a:gd name="connsiteY10" fmla="*/ 120015 h 264794"/>
                <a:gd name="connsiteX11" fmla="*/ 157845 w 180665"/>
                <a:gd name="connsiteY11" fmla="*/ 35243 h 264794"/>
                <a:gd name="connsiteX12" fmla="*/ 93185 w 180665"/>
                <a:gd name="connsiteY12" fmla="*/ 0 h 264794"/>
                <a:gd name="connsiteX13" fmla="*/ 152139 w 180665"/>
                <a:gd name="connsiteY13" fmla="*/ 152400 h 264794"/>
                <a:gd name="connsiteX14" fmla="*/ 151189 w 180665"/>
                <a:gd name="connsiteY14" fmla="*/ 159068 h 264794"/>
                <a:gd name="connsiteX15" fmla="*/ 151189 w 180665"/>
                <a:gd name="connsiteY15" fmla="*/ 160020 h 264794"/>
                <a:gd name="connsiteX16" fmla="*/ 134073 w 180665"/>
                <a:gd name="connsiteY16" fmla="*/ 216218 h 264794"/>
                <a:gd name="connsiteX17" fmla="*/ 95087 w 180665"/>
                <a:gd name="connsiteY17" fmla="*/ 237173 h 264794"/>
                <a:gd name="connsiteX18" fmla="*/ 88431 w 180665"/>
                <a:gd name="connsiteY18" fmla="*/ 237173 h 264794"/>
                <a:gd name="connsiteX19" fmla="*/ 45642 w 180665"/>
                <a:gd name="connsiteY19" fmla="*/ 211455 h 264794"/>
                <a:gd name="connsiteX20" fmla="*/ 28526 w 180665"/>
                <a:gd name="connsiteY20" fmla="*/ 130493 h 264794"/>
                <a:gd name="connsiteX21" fmla="*/ 44691 w 180665"/>
                <a:gd name="connsiteY21" fmla="*/ 51435 h 264794"/>
                <a:gd name="connsiteX22" fmla="*/ 82726 w 180665"/>
                <a:gd name="connsiteY22" fmla="*/ 27623 h 264794"/>
                <a:gd name="connsiteX23" fmla="*/ 93185 w 180665"/>
                <a:gd name="connsiteY23" fmla="*/ 27623 h 264794"/>
                <a:gd name="connsiteX24" fmla="*/ 135024 w 180665"/>
                <a:gd name="connsiteY24" fmla="*/ 51435 h 264794"/>
                <a:gd name="connsiteX25" fmla="*/ 153090 w 180665"/>
                <a:gd name="connsiteY25" fmla="*/ 120015 h 264794"/>
                <a:gd name="connsiteX26" fmla="*/ 153090 w 180665"/>
                <a:gd name="connsiteY26" fmla="*/ 140970 h 264794"/>
                <a:gd name="connsiteX27" fmla="*/ 152139 w 180665"/>
                <a:gd name="connsiteY27" fmla="*/ 15240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0665" h="264794">
                  <a:moveTo>
                    <a:pt x="93185" y="0"/>
                  </a:moveTo>
                  <a:lnTo>
                    <a:pt x="82726" y="0"/>
                  </a:lnTo>
                  <a:cubicBezTo>
                    <a:pt x="56101" y="0"/>
                    <a:pt x="35182" y="13335"/>
                    <a:pt x="19968" y="37148"/>
                  </a:cubicBezTo>
                  <a:cubicBezTo>
                    <a:pt x="6656" y="60007"/>
                    <a:pt x="0" y="91440"/>
                    <a:pt x="0" y="130493"/>
                  </a:cubicBezTo>
                  <a:cubicBezTo>
                    <a:pt x="0" y="169545"/>
                    <a:pt x="7607" y="201930"/>
                    <a:pt x="21870" y="225743"/>
                  </a:cubicBezTo>
                  <a:cubicBezTo>
                    <a:pt x="37084" y="251460"/>
                    <a:pt x="60856" y="264795"/>
                    <a:pt x="89382" y="264795"/>
                  </a:cubicBezTo>
                  <a:lnTo>
                    <a:pt x="96038" y="264795"/>
                  </a:lnTo>
                  <a:cubicBezTo>
                    <a:pt x="121712" y="264795"/>
                    <a:pt x="142631" y="254318"/>
                    <a:pt x="157845" y="232410"/>
                  </a:cubicBezTo>
                  <a:cubicBezTo>
                    <a:pt x="172108" y="212408"/>
                    <a:pt x="179715" y="187643"/>
                    <a:pt x="179715" y="160020"/>
                  </a:cubicBezTo>
                  <a:lnTo>
                    <a:pt x="180666" y="152400"/>
                  </a:lnTo>
                  <a:lnTo>
                    <a:pt x="180666" y="120015"/>
                  </a:lnTo>
                  <a:cubicBezTo>
                    <a:pt x="180666" y="86677"/>
                    <a:pt x="173059" y="58102"/>
                    <a:pt x="157845" y="35243"/>
                  </a:cubicBezTo>
                  <a:cubicBezTo>
                    <a:pt x="142631" y="12382"/>
                    <a:pt x="120761" y="0"/>
                    <a:pt x="93185" y="0"/>
                  </a:cubicBezTo>
                  <a:close/>
                  <a:moveTo>
                    <a:pt x="152139" y="152400"/>
                  </a:moveTo>
                  <a:lnTo>
                    <a:pt x="151189" y="159068"/>
                  </a:lnTo>
                  <a:lnTo>
                    <a:pt x="151189" y="160020"/>
                  </a:lnTo>
                  <a:cubicBezTo>
                    <a:pt x="151189" y="181927"/>
                    <a:pt x="145483" y="200977"/>
                    <a:pt x="134073" y="216218"/>
                  </a:cubicBezTo>
                  <a:cubicBezTo>
                    <a:pt x="123613" y="230505"/>
                    <a:pt x="111252" y="237173"/>
                    <a:pt x="95087" y="237173"/>
                  </a:cubicBezTo>
                  <a:lnTo>
                    <a:pt x="88431" y="237173"/>
                  </a:lnTo>
                  <a:cubicBezTo>
                    <a:pt x="69414" y="237173"/>
                    <a:pt x="55151" y="229552"/>
                    <a:pt x="45642" y="211455"/>
                  </a:cubicBezTo>
                  <a:cubicBezTo>
                    <a:pt x="34231" y="192405"/>
                    <a:pt x="28526" y="164783"/>
                    <a:pt x="28526" y="130493"/>
                  </a:cubicBezTo>
                  <a:cubicBezTo>
                    <a:pt x="28526" y="96202"/>
                    <a:pt x="34231" y="69532"/>
                    <a:pt x="44691" y="51435"/>
                  </a:cubicBezTo>
                  <a:cubicBezTo>
                    <a:pt x="54200" y="35243"/>
                    <a:pt x="66561" y="27623"/>
                    <a:pt x="82726" y="27623"/>
                  </a:cubicBezTo>
                  <a:lnTo>
                    <a:pt x="93185" y="27623"/>
                  </a:lnTo>
                  <a:cubicBezTo>
                    <a:pt x="111252" y="27623"/>
                    <a:pt x="123613" y="35243"/>
                    <a:pt x="135024" y="51435"/>
                  </a:cubicBezTo>
                  <a:cubicBezTo>
                    <a:pt x="146434" y="68580"/>
                    <a:pt x="153090" y="92393"/>
                    <a:pt x="153090" y="120015"/>
                  </a:cubicBezTo>
                  <a:lnTo>
                    <a:pt x="153090" y="140970"/>
                  </a:lnTo>
                  <a:lnTo>
                    <a:pt x="152139" y="152400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4F97BF5-C439-7C43-265E-01373E6B44FB}"/>
                </a:ext>
              </a:extLst>
            </p:cNvPr>
            <p:cNvSpPr/>
            <p:nvPr/>
          </p:nvSpPr>
          <p:spPr>
            <a:xfrm>
              <a:off x="21693750" y="1381341"/>
              <a:ext cx="351822" cy="382904"/>
            </a:xfrm>
            <a:custGeom>
              <a:avLst/>
              <a:gdLst>
                <a:gd name="connsiteX0" fmla="*/ 182567 w 351822"/>
                <a:gd name="connsiteY0" fmla="*/ 0 h 382904"/>
                <a:gd name="connsiteX1" fmla="*/ 182567 w 351822"/>
                <a:gd name="connsiteY1" fmla="*/ 0 h 382904"/>
                <a:gd name="connsiteX2" fmla="*/ 175911 w 351822"/>
                <a:gd name="connsiteY2" fmla="*/ 0 h 382904"/>
                <a:gd name="connsiteX3" fmla="*/ 105547 w 351822"/>
                <a:gd name="connsiteY3" fmla="*/ 12382 h 382904"/>
                <a:gd name="connsiteX4" fmla="*/ 12361 w 351822"/>
                <a:gd name="connsiteY4" fmla="*/ 107632 h 382904"/>
                <a:gd name="connsiteX5" fmla="*/ 0 w 351822"/>
                <a:gd name="connsiteY5" fmla="*/ 180023 h 382904"/>
                <a:gd name="connsiteX6" fmla="*/ 0 w 351822"/>
                <a:gd name="connsiteY6" fmla="*/ 192405 h 382904"/>
                <a:gd name="connsiteX7" fmla="*/ 43740 w 351822"/>
                <a:gd name="connsiteY7" fmla="*/ 329565 h 382904"/>
                <a:gd name="connsiteX8" fmla="*/ 174010 w 351822"/>
                <a:gd name="connsiteY8" fmla="*/ 382905 h 382904"/>
                <a:gd name="connsiteX9" fmla="*/ 179715 w 351822"/>
                <a:gd name="connsiteY9" fmla="*/ 382905 h 382904"/>
                <a:gd name="connsiteX10" fmla="*/ 249128 w 351822"/>
                <a:gd name="connsiteY10" fmla="*/ 367665 h 382904"/>
                <a:gd name="connsiteX11" fmla="*/ 340412 w 351822"/>
                <a:gd name="connsiteY11" fmla="*/ 261938 h 382904"/>
                <a:gd name="connsiteX12" fmla="*/ 351823 w 351822"/>
                <a:gd name="connsiteY12" fmla="*/ 186690 h 382904"/>
                <a:gd name="connsiteX13" fmla="*/ 351823 w 351822"/>
                <a:gd name="connsiteY13" fmla="*/ 180975 h 382904"/>
                <a:gd name="connsiteX14" fmla="*/ 309033 w 351822"/>
                <a:gd name="connsiteY14" fmla="*/ 55245 h 382904"/>
                <a:gd name="connsiteX15" fmla="*/ 182567 w 351822"/>
                <a:gd name="connsiteY15" fmla="*/ 0 h 382904"/>
                <a:gd name="connsiteX16" fmla="*/ 322346 w 351822"/>
                <a:gd name="connsiteY16" fmla="*/ 185738 h 382904"/>
                <a:gd name="connsiteX17" fmla="*/ 311886 w 351822"/>
                <a:gd name="connsiteY17" fmla="*/ 252413 h 382904"/>
                <a:gd name="connsiteX18" fmla="*/ 235816 w 351822"/>
                <a:gd name="connsiteY18" fmla="*/ 340995 h 382904"/>
                <a:gd name="connsiteX19" fmla="*/ 177813 w 351822"/>
                <a:gd name="connsiteY19" fmla="*/ 354330 h 382904"/>
                <a:gd name="connsiteX20" fmla="*/ 172108 w 351822"/>
                <a:gd name="connsiteY20" fmla="*/ 354330 h 382904"/>
                <a:gd name="connsiteX21" fmla="*/ 61807 w 351822"/>
                <a:gd name="connsiteY21" fmla="*/ 310515 h 382904"/>
                <a:gd name="connsiteX22" fmla="*/ 25674 w 351822"/>
                <a:gd name="connsiteY22" fmla="*/ 193358 h 382904"/>
                <a:gd name="connsiteX23" fmla="*/ 25674 w 351822"/>
                <a:gd name="connsiteY23" fmla="*/ 188595 h 382904"/>
                <a:gd name="connsiteX24" fmla="*/ 25674 w 351822"/>
                <a:gd name="connsiteY24" fmla="*/ 181927 h 382904"/>
                <a:gd name="connsiteX25" fmla="*/ 36133 w 351822"/>
                <a:gd name="connsiteY25" fmla="*/ 118110 h 382904"/>
                <a:gd name="connsiteX26" fmla="*/ 112203 w 351822"/>
                <a:gd name="connsiteY26" fmla="*/ 40005 h 382904"/>
                <a:gd name="connsiteX27" fmla="*/ 172108 w 351822"/>
                <a:gd name="connsiteY27" fmla="*/ 29528 h 382904"/>
                <a:gd name="connsiteX28" fmla="*/ 178764 w 351822"/>
                <a:gd name="connsiteY28" fmla="*/ 29528 h 382904"/>
                <a:gd name="connsiteX29" fmla="*/ 285262 w 351822"/>
                <a:gd name="connsiteY29" fmla="*/ 74295 h 382904"/>
                <a:gd name="connsiteX30" fmla="*/ 320444 w 351822"/>
                <a:gd name="connsiteY30" fmla="*/ 180975 h 382904"/>
                <a:gd name="connsiteX31" fmla="*/ 320444 w 351822"/>
                <a:gd name="connsiteY31" fmla="*/ 185738 h 38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1822" h="382904">
                  <a:moveTo>
                    <a:pt x="182567" y="0"/>
                  </a:moveTo>
                  <a:cubicBezTo>
                    <a:pt x="182567" y="0"/>
                    <a:pt x="182567" y="0"/>
                    <a:pt x="182567" y="0"/>
                  </a:cubicBezTo>
                  <a:lnTo>
                    <a:pt x="175911" y="0"/>
                  </a:lnTo>
                  <a:cubicBezTo>
                    <a:pt x="151189" y="0"/>
                    <a:pt x="127417" y="3810"/>
                    <a:pt x="105547" y="12382"/>
                  </a:cubicBezTo>
                  <a:cubicBezTo>
                    <a:pt x="59905" y="28575"/>
                    <a:pt x="29477" y="60960"/>
                    <a:pt x="12361" y="107632"/>
                  </a:cubicBezTo>
                  <a:cubicBezTo>
                    <a:pt x="4754" y="130493"/>
                    <a:pt x="0" y="155258"/>
                    <a:pt x="0" y="180023"/>
                  </a:cubicBezTo>
                  <a:lnTo>
                    <a:pt x="0" y="192405"/>
                  </a:lnTo>
                  <a:cubicBezTo>
                    <a:pt x="0" y="252413"/>
                    <a:pt x="14263" y="299085"/>
                    <a:pt x="43740" y="329565"/>
                  </a:cubicBezTo>
                  <a:cubicBezTo>
                    <a:pt x="77021" y="364808"/>
                    <a:pt x="121712" y="382905"/>
                    <a:pt x="174010" y="382905"/>
                  </a:cubicBezTo>
                  <a:lnTo>
                    <a:pt x="179715" y="382905"/>
                  </a:lnTo>
                  <a:cubicBezTo>
                    <a:pt x="202536" y="382905"/>
                    <a:pt x="226308" y="377190"/>
                    <a:pt x="249128" y="367665"/>
                  </a:cubicBezTo>
                  <a:cubicBezTo>
                    <a:pt x="294770" y="346710"/>
                    <a:pt x="326149" y="311468"/>
                    <a:pt x="340412" y="261938"/>
                  </a:cubicBezTo>
                  <a:cubicBezTo>
                    <a:pt x="348019" y="237173"/>
                    <a:pt x="351823" y="211455"/>
                    <a:pt x="351823" y="186690"/>
                  </a:cubicBezTo>
                  <a:lnTo>
                    <a:pt x="351823" y="180975"/>
                  </a:lnTo>
                  <a:cubicBezTo>
                    <a:pt x="351823" y="128588"/>
                    <a:pt x="337560" y="86677"/>
                    <a:pt x="309033" y="55245"/>
                  </a:cubicBezTo>
                  <a:cubicBezTo>
                    <a:pt x="275753" y="18097"/>
                    <a:pt x="232964" y="0"/>
                    <a:pt x="182567" y="0"/>
                  </a:cubicBezTo>
                  <a:close/>
                  <a:moveTo>
                    <a:pt x="322346" y="185738"/>
                  </a:moveTo>
                  <a:cubicBezTo>
                    <a:pt x="322346" y="207645"/>
                    <a:pt x="318542" y="230505"/>
                    <a:pt x="311886" y="252413"/>
                  </a:cubicBezTo>
                  <a:cubicBezTo>
                    <a:pt x="299525" y="294323"/>
                    <a:pt x="274802" y="322898"/>
                    <a:pt x="235816" y="340995"/>
                  </a:cubicBezTo>
                  <a:cubicBezTo>
                    <a:pt x="216799" y="349568"/>
                    <a:pt x="196831" y="354330"/>
                    <a:pt x="177813" y="354330"/>
                  </a:cubicBezTo>
                  <a:lnTo>
                    <a:pt x="172108" y="354330"/>
                  </a:lnTo>
                  <a:cubicBezTo>
                    <a:pt x="126466" y="354330"/>
                    <a:pt x="90333" y="340043"/>
                    <a:pt x="61807" y="310515"/>
                  </a:cubicBezTo>
                  <a:cubicBezTo>
                    <a:pt x="38035" y="285750"/>
                    <a:pt x="25674" y="245745"/>
                    <a:pt x="25674" y="193358"/>
                  </a:cubicBezTo>
                  <a:lnTo>
                    <a:pt x="25674" y="188595"/>
                  </a:lnTo>
                  <a:lnTo>
                    <a:pt x="25674" y="181927"/>
                  </a:lnTo>
                  <a:cubicBezTo>
                    <a:pt x="25674" y="160020"/>
                    <a:pt x="29477" y="138113"/>
                    <a:pt x="36133" y="118110"/>
                  </a:cubicBezTo>
                  <a:cubicBezTo>
                    <a:pt x="50396" y="79057"/>
                    <a:pt x="75119" y="53340"/>
                    <a:pt x="112203" y="40005"/>
                  </a:cubicBezTo>
                  <a:cubicBezTo>
                    <a:pt x="131220" y="33338"/>
                    <a:pt x="152139" y="29528"/>
                    <a:pt x="172108" y="29528"/>
                  </a:cubicBezTo>
                  <a:lnTo>
                    <a:pt x="178764" y="29528"/>
                  </a:lnTo>
                  <a:cubicBezTo>
                    <a:pt x="222504" y="29528"/>
                    <a:pt x="257686" y="43815"/>
                    <a:pt x="285262" y="74295"/>
                  </a:cubicBezTo>
                  <a:cubicBezTo>
                    <a:pt x="308082" y="100013"/>
                    <a:pt x="320444" y="135255"/>
                    <a:pt x="320444" y="180975"/>
                  </a:cubicBezTo>
                  <a:lnTo>
                    <a:pt x="320444" y="185738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A909E9B-21C9-E823-43C4-2406F5325CCA}"/>
                </a:ext>
              </a:extLst>
            </p:cNvPr>
            <p:cNvSpPr/>
            <p:nvPr/>
          </p:nvSpPr>
          <p:spPr>
            <a:xfrm>
              <a:off x="22085509" y="1386697"/>
              <a:ext cx="533439" cy="363261"/>
            </a:xfrm>
            <a:custGeom>
              <a:avLst/>
              <a:gdLst>
                <a:gd name="connsiteX0" fmla="*/ 523930 w 533439"/>
                <a:gd name="connsiteY0" fmla="*/ 271822 h 363261"/>
                <a:gd name="connsiteX1" fmla="*/ 520127 w 533439"/>
                <a:gd name="connsiteY1" fmla="*/ 261344 h 363261"/>
                <a:gd name="connsiteX2" fmla="*/ 517274 w 533439"/>
                <a:gd name="connsiteY2" fmla="*/ 209909 h 363261"/>
                <a:gd name="connsiteX3" fmla="*/ 503011 w 533439"/>
                <a:gd name="connsiteY3" fmla="*/ 65129 h 363261"/>
                <a:gd name="connsiteX4" fmla="*/ 461173 w 533439"/>
                <a:gd name="connsiteY4" fmla="*/ 16552 h 363261"/>
                <a:gd name="connsiteX5" fmla="*/ 329953 w 533439"/>
                <a:gd name="connsiteY5" fmla="*/ 18457 h 363261"/>
                <a:gd name="connsiteX6" fmla="*/ 296672 w 533439"/>
                <a:gd name="connsiteY6" fmla="*/ 33697 h 363261"/>
                <a:gd name="connsiteX7" fmla="*/ 281458 w 533439"/>
                <a:gd name="connsiteY7" fmla="*/ 27029 h 363261"/>
                <a:gd name="connsiteX8" fmla="*/ 247227 w 533439"/>
                <a:gd name="connsiteY8" fmla="*/ 12742 h 363261"/>
                <a:gd name="connsiteX9" fmla="*/ 156894 w 533439"/>
                <a:gd name="connsiteY9" fmla="*/ 13694 h 363261"/>
                <a:gd name="connsiteX10" fmla="*/ 122662 w 533439"/>
                <a:gd name="connsiteY10" fmla="*/ 19409 h 363261"/>
                <a:gd name="connsiteX11" fmla="*/ 88431 w 533439"/>
                <a:gd name="connsiteY11" fmla="*/ 14647 h 363261"/>
                <a:gd name="connsiteX12" fmla="*/ 48494 w 533439"/>
                <a:gd name="connsiteY12" fmla="*/ 9884 h 363261"/>
                <a:gd name="connsiteX13" fmla="*/ 16165 w 533439"/>
                <a:gd name="connsiteY13" fmla="*/ 22267 h 363261"/>
                <a:gd name="connsiteX14" fmla="*/ 6656 w 533439"/>
                <a:gd name="connsiteY14" fmla="*/ 47032 h 363261"/>
                <a:gd name="connsiteX15" fmla="*/ 9509 w 533439"/>
                <a:gd name="connsiteY15" fmla="*/ 75607 h 363261"/>
                <a:gd name="connsiteX16" fmla="*/ 10460 w 533439"/>
                <a:gd name="connsiteY16" fmla="*/ 85132 h 363261"/>
                <a:gd name="connsiteX17" fmla="*/ 12361 w 533439"/>
                <a:gd name="connsiteY17" fmla="*/ 169904 h 363261"/>
                <a:gd name="connsiteX18" fmla="*/ 11410 w 533439"/>
                <a:gd name="connsiteY18" fmla="*/ 243247 h 363261"/>
                <a:gd name="connsiteX19" fmla="*/ 5705 w 533439"/>
                <a:gd name="connsiteY19" fmla="*/ 269917 h 363261"/>
                <a:gd name="connsiteX20" fmla="*/ 0 w 533439"/>
                <a:gd name="connsiteY20" fmla="*/ 300397 h 363261"/>
                <a:gd name="connsiteX21" fmla="*/ 0 w 533439"/>
                <a:gd name="connsiteY21" fmla="*/ 312779 h 363261"/>
                <a:gd name="connsiteX22" fmla="*/ 18067 w 533439"/>
                <a:gd name="connsiteY22" fmla="*/ 349927 h 363261"/>
                <a:gd name="connsiteX23" fmla="*/ 64659 w 533439"/>
                <a:gd name="connsiteY23" fmla="*/ 362309 h 363261"/>
                <a:gd name="connsiteX24" fmla="*/ 111252 w 533439"/>
                <a:gd name="connsiteY24" fmla="*/ 348974 h 363261"/>
                <a:gd name="connsiteX25" fmla="*/ 128368 w 533439"/>
                <a:gd name="connsiteY25" fmla="*/ 299444 h 363261"/>
                <a:gd name="connsiteX26" fmla="*/ 124564 w 533439"/>
                <a:gd name="connsiteY26" fmla="*/ 208004 h 363261"/>
                <a:gd name="connsiteX27" fmla="*/ 132171 w 533439"/>
                <a:gd name="connsiteY27" fmla="*/ 120374 h 363261"/>
                <a:gd name="connsiteX28" fmla="*/ 151189 w 533439"/>
                <a:gd name="connsiteY28" fmla="*/ 100372 h 363261"/>
                <a:gd name="connsiteX29" fmla="*/ 170206 w 533439"/>
                <a:gd name="connsiteY29" fmla="*/ 93704 h 363261"/>
                <a:gd name="connsiteX30" fmla="*/ 197781 w 533439"/>
                <a:gd name="connsiteY30" fmla="*/ 108944 h 363261"/>
                <a:gd name="connsiteX31" fmla="*/ 208241 w 533439"/>
                <a:gd name="connsiteY31" fmla="*/ 192764 h 363261"/>
                <a:gd name="connsiteX32" fmla="*/ 207290 w 533439"/>
                <a:gd name="connsiteY32" fmla="*/ 267059 h 363261"/>
                <a:gd name="connsiteX33" fmla="*/ 202536 w 533439"/>
                <a:gd name="connsiteY33" fmla="*/ 290872 h 363261"/>
                <a:gd name="connsiteX34" fmla="*/ 200634 w 533439"/>
                <a:gd name="connsiteY34" fmla="*/ 303254 h 363261"/>
                <a:gd name="connsiteX35" fmla="*/ 200634 w 533439"/>
                <a:gd name="connsiteY35" fmla="*/ 317542 h 363261"/>
                <a:gd name="connsiteX36" fmla="*/ 253883 w 533439"/>
                <a:gd name="connsiteY36" fmla="*/ 362309 h 363261"/>
                <a:gd name="connsiteX37" fmla="*/ 313788 w 533439"/>
                <a:gd name="connsiteY37" fmla="*/ 351832 h 363261"/>
                <a:gd name="connsiteX38" fmla="*/ 334707 w 533439"/>
                <a:gd name="connsiteY38" fmla="*/ 302302 h 363261"/>
                <a:gd name="connsiteX39" fmla="*/ 329002 w 533439"/>
                <a:gd name="connsiteY39" fmla="*/ 268964 h 363261"/>
                <a:gd name="connsiteX40" fmla="*/ 324247 w 533439"/>
                <a:gd name="connsiteY40" fmla="*/ 228007 h 363261"/>
                <a:gd name="connsiteX41" fmla="*/ 329953 w 533439"/>
                <a:gd name="connsiteY41" fmla="*/ 126089 h 363261"/>
                <a:gd name="connsiteX42" fmla="*/ 344216 w 533439"/>
                <a:gd name="connsiteY42" fmla="*/ 105134 h 363261"/>
                <a:gd name="connsiteX43" fmla="*/ 364184 w 533439"/>
                <a:gd name="connsiteY43" fmla="*/ 99419 h 363261"/>
                <a:gd name="connsiteX44" fmla="*/ 380349 w 533439"/>
                <a:gd name="connsiteY44" fmla="*/ 102277 h 363261"/>
                <a:gd name="connsiteX45" fmla="*/ 396514 w 533439"/>
                <a:gd name="connsiteY45" fmla="*/ 122279 h 363261"/>
                <a:gd name="connsiteX46" fmla="*/ 404120 w 533439"/>
                <a:gd name="connsiteY46" fmla="*/ 227054 h 363261"/>
                <a:gd name="connsiteX47" fmla="*/ 407924 w 533439"/>
                <a:gd name="connsiteY47" fmla="*/ 329924 h 363261"/>
                <a:gd name="connsiteX48" fmla="*/ 463075 w 533439"/>
                <a:gd name="connsiteY48" fmla="*/ 363261 h 363261"/>
                <a:gd name="connsiteX49" fmla="*/ 475436 w 533439"/>
                <a:gd name="connsiteY49" fmla="*/ 363261 h 363261"/>
                <a:gd name="connsiteX50" fmla="*/ 518225 w 533439"/>
                <a:gd name="connsiteY50" fmla="*/ 348974 h 363261"/>
                <a:gd name="connsiteX51" fmla="*/ 533439 w 533439"/>
                <a:gd name="connsiteY51" fmla="*/ 313732 h 363261"/>
                <a:gd name="connsiteX52" fmla="*/ 528685 w 533439"/>
                <a:gd name="connsiteY52" fmla="*/ 283252 h 363261"/>
                <a:gd name="connsiteX53" fmla="*/ 523930 w 533439"/>
                <a:gd name="connsiteY53" fmla="*/ 271822 h 363261"/>
                <a:gd name="connsiteX54" fmla="*/ 497306 w 533439"/>
                <a:gd name="connsiteY54" fmla="*/ 327067 h 363261"/>
                <a:gd name="connsiteX55" fmla="*/ 474485 w 533439"/>
                <a:gd name="connsiteY55" fmla="*/ 333734 h 363261"/>
                <a:gd name="connsiteX56" fmla="*/ 462124 w 533439"/>
                <a:gd name="connsiteY56" fmla="*/ 333734 h 363261"/>
                <a:gd name="connsiteX57" fmla="*/ 433598 w 533439"/>
                <a:gd name="connsiteY57" fmla="*/ 319447 h 363261"/>
                <a:gd name="connsiteX58" fmla="*/ 430745 w 533439"/>
                <a:gd name="connsiteY58" fmla="*/ 225149 h 363261"/>
                <a:gd name="connsiteX59" fmla="*/ 421236 w 533439"/>
                <a:gd name="connsiteY59" fmla="*/ 109897 h 363261"/>
                <a:gd name="connsiteX60" fmla="*/ 390808 w 533439"/>
                <a:gd name="connsiteY60" fmla="*/ 74654 h 363261"/>
                <a:gd name="connsiteX61" fmla="*/ 363233 w 533439"/>
                <a:gd name="connsiteY61" fmla="*/ 69892 h 363261"/>
                <a:gd name="connsiteX62" fmla="*/ 329002 w 533439"/>
                <a:gd name="connsiteY62" fmla="*/ 80369 h 363261"/>
                <a:gd name="connsiteX63" fmla="*/ 302377 w 533439"/>
                <a:gd name="connsiteY63" fmla="*/ 116564 h 363261"/>
                <a:gd name="connsiteX64" fmla="*/ 294770 w 533439"/>
                <a:gd name="connsiteY64" fmla="*/ 227054 h 363261"/>
                <a:gd name="connsiteX65" fmla="*/ 300475 w 533439"/>
                <a:gd name="connsiteY65" fmla="*/ 273727 h 363261"/>
                <a:gd name="connsiteX66" fmla="*/ 305230 w 533439"/>
                <a:gd name="connsiteY66" fmla="*/ 301349 h 363261"/>
                <a:gd name="connsiteX67" fmla="*/ 298574 w 533439"/>
                <a:gd name="connsiteY67" fmla="*/ 326114 h 363261"/>
                <a:gd name="connsiteX68" fmla="*/ 252932 w 533439"/>
                <a:gd name="connsiteY68" fmla="*/ 331829 h 363261"/>
                <a:gd name="connsiteX69" fmla="*/ 228209 w 533439"/>
                <a:gd name="connsiteY69" fmla="*/ 315637 h 363261"/>
                <a:gd name="connsiteX70" fmla="*/ 228209 w 533439"/>
                <a:gd name="connsiteY70" fmla="*/ 303254 h 363261"/>
                <a:gd name="connsiteX71" fmla="*/ 230111 w 533439"/>
                <a:gd name="connsiteY71" fmla="*/ 292777 h 363261"/>
                <a:gd name="connsiteX72" fmla="*/ 234865 w 533439"/>
                <a:gd name="connsiteY72" fmla="*/ 268964 h 363261"/>
                <a:gd name="connsiteX73" fmla="*/ 236767 w 533439"/>
                <a:gd name="connsiteY73" fmla="*/ 190859 h 363261"/>
                <a:gd name="connsiteX74" fmla="*/ 223455 w 533439"/>
                <a:gd name="connsiteY74" fmla="*/ 94657 h 363261"/>
                <a:gd name="connsiteX75" fmla="*/ 170206 w 533439"/>
                <a:gd name="connsiteY75" fmla="*/ 63224 h 363261"/>
                <a:gd name="connsiteX76" fmla="*/ 137876 w 533439"/>
                <a:gd name="connsiteY76" fmla="*/ 73702 h 363261"/>
                <a:gd name="connsiteX77" fmla="*/ 107448 w 533439"/>
                <a:gd name="connsiteY77" fmla="*/ 105134 h 363261"/>
                <a:gd name="connsiteX78" fmla="*/ 96989 w 533439"/>
                <a:gd name="connsiteY78" fmla="*/ 206099 h 363261"/>
                <a:gd name="connsiteX79" fmla="*/ 100792 w 533439"/>
                <a:gd name="connsiteY79" fmla="*/ 297539 h 363261"/>
                <a:gd name="connsiteX80" fmla="*/ 93185 w 533439"/>
                <a:gd name="connsiteY80" fmla="*/ 325162 h 363261"/>
                <a:gd name="connsiteX81" fmla="*/ 93185 w 533439"/>
                <a:gd name="connsiteY81" fmla="*/ 325162 h 363261"/>
                <a:gd name="connsiteX82" fmla="*/ 64659 w 533439"/>
                <a:gd name="connsiteY82" fmla="*/ 331829 h 363261"/>
                <a:gd name="connsiteX83" fmla="*/ 35182 w 533439"/>
                <a:gd name="connsiteY83" fmla="*/ 325162 h 363261"/>
                <a:gd name="connsiteX84" fmla="*/ 28526 w 533439"/>
                <a:gd name="connsiteY84" fmla="*/ 310874 h 363261"/>
                <a:gd name="connsiteX85" fmla="*/ 28526 w 533439"/>
                <a:gd name="connsiteY85" fmla="*/ 298492 h 363261"/>
                <a:gd name="connsiteX86" fmla="*/ 33281 w 533439"/>
                <a:gd name="connsiteY86" fmla="*/ 275632 h 363261"/>
                <a:gd name="connsiteX87" fmla="*/ 39937 w 533439"/>
                <a:gd name="connsiteY87" fmla="*/ 242294 h 363261"/>
                <a:gd name="connsiteX88" fmla="*/ 40887 w 533439"/>
                <a:gd name="connsiteY88" fmla="*/ 167047 h 363261"/>
                <a:gd name="connsiteX89" fmla="*/ 38035 w 533439"/>
                <a:gd name="connsiteY89" fmla="*/ 78464 h 363261"/>
                <a:gd name="connsiteX90" fmla="*/ 36133 w 533439"/>
                <a:gd name="connsiteY90" fmla="*/ 67034 h 363261"/>
                <a:gd name="connsiteX91" fmla="*/ 33281 w 533439"/>
                <a:gd name="connsiteY91" fmla="*/ 43222 h 363261"/>
                <a:gd name="connsiteX92" fmla="*/ 36133 w 533439"/>
                <a:gd name="connsiteY92" fmla="*/ 37507 h 363261"/>
                <a:gd name="connsiteX93" fmla="*/ 46593 w 533439"/>
                <a:gd name="connsiteY93" fmla="*/ 34649 h 363261"/>
                <a:gd name="connsiteX94" fmla="*/ 80824 w 533439"/>
                <a:gd name="connsiteY94" fmla="*/ 39412 h 363261"/>
                <a:gd name="connsiteX95" fmla="*/ 120761 w 533439"/>
                <a:gd name="connsiteY95" fmla="*/ 44174 h 363261"/>
                <a:gd name="connsiteX96" fmla="*/ 163550 w 533439"/>
                <a:gd name="connsiteY96" fmla="*/ 36554 h 363261"/>
                <a:gd name="connsiteX97" fmla="*/ 236767 w 533439"/>
                <a:gd name="connsiteY97" fmla="*/ 35602 h 363261"/>
                <a:gd name="connsiteX98" fmla="*/ 268146 w 533439"/>
                <a:gd name="connsiteY98" fmla="*/ 48937 h 363261"/>
                <a:gd name="connsiteX99" fmla="*/ 296672 w 533439"/>
                <a:gd name="connsiteY99" fmla="*/ 58462 h 363261"/>
                <a:gd name="connsiteX100" fmla="*/ 342314 w 533439"/>
                <a:gd name="connsiteY100" fmla="*/ 40364 h 363261"/>
                <a:gd name="connsiteX101" fmla="*/ 400317 w 533439"/>
                <a:gd name="connsiteY101" fmla="*/ 25124 h 363261"/>
                <a:gd name="connsiteX102" fmla="*/ 445959 w 533439"/>
                <a:gd name="connsiteY102" fmla="*/ 37507 h 363261"/>
                <a:gd name="connsiteX103" fmla="*/ 476387 w 533439"/>
                <a:gd name="connsiteY103" fmla="*/ 73702 h 363261"/>
                <a:gd name="connsiteX104" fmla="*/ 487797 w 533439"/>
                <a:gd name="connsiteY104" fmla="*/ 206099 h 363261"/>
                <a:gd name="connsiteX105" fmla="*/ 491601 w 533439"/>
                <a:gd name="connsiteY105" fmla="*/ 264202 h 363261"/>
                <a:gd name="connsiteX106" fmla="*/ 495404 w 533439"/>
                <a:gd name="connsiteY106" fmla="*/ 277537 h 363261"/>
                <a:gd name="connsiteX107" fmla="*/ 499208 w 533439"/>
                <a:gd name="connsiteY107" fmla="*/ 287062 h 363261"/>
                <a:gd name="connsiteX108" fmla="*/ 502060 w 533439"/>
                <a:gd name="connsiteY108" fmla="*/ 308969 h 363261"/>
                <a:gd name="connsiteX109" fmla="*/ 497306 w 533439"/>
                <a:gd name="connsiteY109" fmla="*/ 327067 h 36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533439" h="363261">
                  <a:moveTo>
                    <a:pt x="523930" y="271822"/>
                  </a:moveTo>
                  <a:lnTo>
                    <a:pt x="520127" y="261344"/>
                  </a:lnTo>
                  <a:cubicBezTo>
                    <a:pt x="518225" y="254677"/>
                    <a:pt x="517274" y="241342"/>
                    <a:pt x="517274" y="209909"/>
                  </a:cubicBezTo>
                  <a:cubicBezTo>
                    <a:pt x="517274" y="108944"/>
                    <a:pt x="508716" y="79417"/>
                    <a:pt x="503011" y="65129"/>
                  </a:cubicBezTo>
                  <a:cubicBezTo>
                    <a:pt x="493502" y="43222"/>
                    <a:pt x="479239" y="27029"/>
                    <a:pt x="461173" y="16552"/>
                  </a:cubicBezTo>
                  <a:cubicBezTo>
                    <a:pt x="426941" y="-5356"/>
                    <a:pt x="379398" y="-6308"/>
                    <a:pt x="329953" y="18457"/>
                  </a:cubicBezTo>
                  <a:cubicBezTo>
                    <a:pt x="307132" y="29887"/>
                    <a:pt x="298574" y="32744"/>
                    <a:pt x="296672" y="33697"/>
                  </a:cubicBezTo>
                  <a:cubicBezTo>
                    <a:pt x="294770" y="33697"/>
                    <a:pt x="290967" y="31792"/>
                    <a:pt x="281458" y="27029"/>
                  </a:cubicBezTo>
                  <a:cubicBezTo>
                    <a:pt x="270048" y="21314"/>
                    <a:pt x="258637" y="16552"/>
                    <a:pt x="247227" y="12742"/>
                  </a:cubicBezTo>
                  <a:cubicBezTo>
                    <a:pt x="222504" y="4169"/>
                    <a:pt x="191125" y="3217"/>
                    <a:pt x="156894" y="13694"/>
                  </a:cubicBezTo>
                  <a:cubicBezTo>
                    <a:pt x="142631" y="17504"/>
                    <a:pt x="131220" y="19409"/>
                    <a:pt x="122662" y="19409"/>
                  </a:cubicBezTo>
                  <a:cubicBezTo>
                    <a:pt x="114105" y="19409"/>
                    <a:pt x="102694" y="17504"/>
                    <a:pt x="88431" y="14647"/>
                  </a:cubicBezTo>
                  <a:cubicBezTo>
                    <a:pt x="72266" y="10837"/>
                    <a:pt x="58954" y="9884"/>
                    <a:pt x="48494" y="9884"/>
                  </a:cubicBezTo>
                  <a:cubicBezTo>
                    <a:pt x="34231" y="9884"/>
                    <a:pt x="23772" y="13694"/>
                    <a:pt x="16165" y="22267"/>
                  </a:cubicBezTo>
                  <a:cubicBezTo>
                    <a:pt x="9509" y="29887"/>
                    <a:pt x="6656" y="38459"/>
                    <a:pt x="6656" y="47032"/>
                  </a:cubicBezTo>
                  <a:cubicBezTo>
                    <a:pt x="6656" y="52747"/>
                    <a:pt x="7607" y="62272"/>
                    <a:pt x="9509" y="75607"/>
                  </a:cubicBezTo>
                  <a:lnTo>
                    <a:pt x="10460" y="85132"/>
                  </a:lnTo>
                  <a:cubicBezTo>
                    <a:pt x="12361" y="99419"/>
                    <a:pt x="12361" y="127994"/>
                    <a:pt x="12361" y="169904"/>
                  </a:cubicBezTo>
                  <a:cubicBezTo>
                    <a:pt x="12361" y="222292"/>
                    <a:pt x="12361" y="238484"/>
                    <a:pt x="11410" y="243247"/>
                  </a:cubicBezTo>
                  <a:cubicBezTo>
                    <a:pt x="11410" y="249914"/>
                    <a:pt x="9509" y="258487"/>
                    <a:pt x="5705" y="269917"/>
                  </a:cubicBezTo>
                  <a:cubicBezTo>
                    <a:pt x="1902" y="284204"/>
                    <a:pt x="0" y="293729"/>
                    <a:pt x="0" y="300397"/>
                  </a:cubicBezTo>
                  <a:lnTo>
                    <a:pt x="0" y="312779"/>
                  </a:lnTo>
                  <a:cubicBezTo>
                    <a:pt x="0" y="328019"/>
                    <a:pt x="6656" y="340402"/>
                    <a:pt x="18067" y="349927"/>
                  </a:cubicBezTo>
                  <a:cubicBezTo>
                    <a:pt x="28526" y="358499"/>
                    <a:pt x="43740" y="362309"/>
                    <a:pt x="64659" y="362309"/>
                  </a:cubicBezTo>
                  <a:cubicBezTo>
                    <a:pt x="84628" y="362309"/>
                    <a:pt x="100792" y="357547"/>
                    <a:pt x="111252" y="348974"/>
                  </a:cubicBezTo>
                  <a:cubicBezTo>
                    <a:pt x="122662" y="339449"/>
                    <a:pt x="128368" y="323257"/>
                    <a:pt x="128368" y="299444"/>
                  </a:cubicBezTo>
                  <a:lnTo>
                    <a:pt x="124564" y="208004"/>
                  </a:lnTo>
                  <a:cubicBezTo>
                    <a:pt x="124564" y="142282"/>
                    <a:pt x="129319" y="125137"/>
                    <a:pt x="132171" y="120374"/>
                  </a:cubicBezTo>
                  <a:cubicBezTo>
                    <a:pt x="136926" y="110849"/>
                    <a:pt x="142631" y="105134"/>
                    <a:pt x="151189" y="100372"/>
                  </a:cubicBezTo>
                  <a:cubicBezTo>
                    <a:pt x="161648" y="94657"/>
                    <a:pt x="167353" y="93704"/>
                    <a:pt x="170206" y="93704"/>
                  </a:cubicBezTo>
                  <a:cubicBezTo>
                    <a:pt x="183518" y="93704"/>
                    <a:pt x="192076" y="98467"/>
                    <a:pt x="197781" y="108944"/>
                  </a:cubicBezTo>
                  <a:cubicBezTo>
                    <a:pt x="202536" y="118469"/>
                    <a:pt x="208241" y="140377"/>
                    <a:pt x="208241" y="192764"/>
                  </a:cubicBezTo>
                  <a:cubicBezTo>
                    <a:pt x="208241" y="249914"/>
                    <a:pt x="207290" y="264202"/>
                    <a:pt x="207290" y="267059"/>
                  </a:cubicBezTo>
                  <a:lnTo>
                    <a:pt x="202536" y="290872"/>
                  </a:lnTo>
                  <a:lnTo>
                    <a:pt x="200634" y="303254"/>
                  </a:lnTo>
                  <a:lnTo>
                    <a:pt x="200634" y="317542"/>
                  </a:lnTo>
                  <a:cubicBezTo>
                    <a:pt x="200634" y="330877"/>
                    <a:pt x="205388" y="362309"/>
                    <a:pt x="253883" y="362309"/>
                  </a:cubicBezTo>
                  <a:cubicBezTo>
                    <a:pt x="283360" y="362309"/>
                    <a:pt x="302377" y="359452"/>
                    <a:pt x="313788" y="351832"/>
                  </a:cubicBezTo>
                  <a:cubicBezTo>
                    <a:pt x="327100" y="343259"/>
                    <a:pt x="334707" y="327067"/>
                    <a:pt x="334707" y="302302"/>
                  </a:cubicBezTo>
                  <a:cubicBezTo>
                    <a:pt x="334707" y="299444"/>
                    <a:pt x="334707" y="294682"/>
                    <a:pt x="329002" y="268964"/>
                  </a:cubicBezTo>
                  <a:cubicBezTo>
                    <a:pt x="325198" y="252772"/>
                    <a:pt x="324247" y="238484"/>
                    <a:pt x="324247" y="228007"/>
                  </a:cubicBezTo>
                  <a:cubicBezTo>
                    <a:pt x="324247" y="154664"/>
                    <a:pt x="328051" y="132757"/>
                    <a:pt x="329953" y="126089"/>
                  </a:cubicBezTo>
                  <a:cubicBezTo>
                    <a:pt x="332805" y="115612"/>
                    <a:pt x="337559" y="108944"/>
                    <a:pt x="344216" y="105134"/>
                  </a:cubicBezTo>
                  <a:cubicBezTo>
                    <a:pt x="350872" y="101324"/>
                    <a:pt x="357528" y="99419"/>
                    <a:pt x="364184" y="99419"/>
                  </a:cubicBezTo>
                  <a:cubicBezTo>
                    <a:pt x="372742" y="99419"/>
                    <a:pt x="377496" y="100372"/>
                    <a:pt x="380349" y="102277"/>
                  </a:cubicBezTo>
                  <a:cubicBezTo>
                    <a:pt x="387005" y="105134"/>
                    <a:pt x="391759" y="111802"/>
                    <a:pt x="396514" y="122279"/>
                  </a:cubicBezTo>
                  <a:cubicBezTo>
                    <a:pt x="399366" y="128947"/>
                    <a:pt x="404120" y="151807"/>
                    <a:pt x="404120" y="227054"/>
                  </a:cubicBezTo>
                  <a:cubicBezTo>
                    <a:pt x="404120" y="318494"/>
                    <a:pt x="406973" y="326114"/>
                    <a:pt x="407924" y="329924"/>
                  </a:cubicBezTo>
                  <a:cubicBezTo>
                    <a:pt x="413629" y="345164"/>
                    <a:pt x="426941" y="363261"/>
                    <a:pt x="463075" y="363261"/>
                  </a:cubicBezTo>
                  <a:lnTo>
                    <a:pt x="475436" y="363261"/>
                  </a:lnTo>
                  <a:cubicBezTo>
                    <a:pt x="493502" y="363261"/>
                    <a:pt x="507766" y="358499"/>
                    <a:pt x="518225" y="348974"/>
                  </a:cubicBezTo>
                  <a:cubicBezTo>
                    <a:pt x="528685" y="339449"/>
                    <a:pt x="533439" y="327067"/>
                    <a:pt x="533439" y="313732"/>
                  </a:cubicBezTo>
                  <a:cubicBezTo>
                    <a:pt x="533439" y="302302"/>
                    <a:pt x="531537" y="292777"/>
                    <a:pt x="528685" y="283252"/>
                  </a:cubicBezTo>
                  <a:lnTo>
                    <a:pt x="523930" y="271822"/>
                  </a:lnTo>
                  <a:close/>
                  <a:moveTo>
                    <a:pt x="497306" y="327067"/>
                  </a:moveTo>
                  <a:cubicBezTo>
                    <a:pt x="492552" y="331829"/>
                    <a:pt x="484945" y="333734"/>
                    <a:pt x="474485" y="333734"/>
                  </a:cubicBezTo>
                  <a:lnTo>
                    <a:pt x="462124" y="333734"/>
                  </a:lnTo>
                  <a:cubicBezTo>
                    <a:pt x="439303" y="333734"/>
                    <a:pt x="435499" y="323257"/>
                    <a:pt x="433598" y="319447"/>
                  </a:cubicBezTo>
                  <a:cubicBezTo>
                    <a:pt x="432647" y="316589"/>
                    <a:pt x="430745" y="301349"/>
                    <a:pt x="430745" y="225149"/>
                  </a:cubicBezTo>
                  <a:cubicBezTo>
                    <a:pt x="430745" y="143234"/>
                    <a:pt x="425040" y="120374"/>
                    <a:pt x="421236" y="109897"/>
                  </a:cubicBezTo>
                  <a:cubicBezTo>
                    <a:pt x="414580" y="92752"/>
                    <a:pt x="404120" y="80369"/>
                    <a:pt x="390808" y="74654"/>
                  </a:cubicBezTo>
                  <a:cubicBezTo>
                    <a:pt x="383201" y="70844"/>
                    <a:pt x="374644" y="69892"/>
                    <a:pt x="363233" y="69892"/>
                  </a:cubicBezTo>
                  <a:cubicBezTo>
                    <a:pt x="351823" y="69892"/>
                    <a:pt x="339461" y="73702"/>
                    <a:pt x="329002" y="80369"/>
                  </a:cubicBezTo>
                  <a:cubicBezTo>
                    <a:pt x="316640" y="87989"/>
                    <a:pt x="308082" y="99419"/>
                    <a:pt x="302377" y="116564"/>
                  </a:cubicBezTo>
                  <a:cubicBezTo>
                    <a:pt x="299525" y="126089"/>
                    <a:pt x="294770" y="147997"/>
                    <a:pt x="294770" y="227054"/>
                  </a:cubicBezTo>
                  <a:cubicBezTo>
                    <a:pt x="294770" y="240389"/>
                    <a:pt x="296672" y="255629"/>
                    <a:pt x="300475" y="273727"/>
                  </a:cubicBezTo>
                  <a:cubicBezTo>
                    <a:pt x="305230" y="295634"/>
                    <a:pt x="305230" y="300397"/>
                    <a:pt x="305230" y="301349"/>
                  </a:cubicBezTo>
                  <a:cubicBezTo>
                    <a:pt x="305230" y="314684"/>
                    <a:pt x="302377" y="324209"/>
                    <a:pt x="298574" y="326114"/>
                  </a:cubicBezTo>
                  <a:cubicBezTo>
                    <a:pt x="295721" y="328019"/>
                    <a:pt x="285261" y="331829"/>
                    <a:pt x="252932" y="331829"/>
                  </a:cubicBezTo>
                  <a:cubicBezTo>
                    <a:pt x="228209" y="331829"/>
                    <a:pt x="228209" y="322304"/>
                    <a:pt x="228209" y="315637"/>
                  </a:cubicBezTo>
                  <a:lnTo>
                    <a:pt x="228209" y="303254"/>
                  </a:lnTo>
                  <a:lnTo>
                    <a:pt x="230111" y="292777"/>
                  </a:lnTo>
                  <a:lnTo>
                    <a:pt x="234865" y="268964"/>
                  </a:lnTo>
                  <a:cubicBezTo>
                    <a:pt x="235816" y="264202"/>
                    <a:pt x="236767" y="250867"/>
                    <a:pt x="236767" y="190859"/>
                  </a:cubicBezTo>
                  <a:cubicBezTo>
                    <a:pt x="236767" y="143234"/>
                    <a:pt x="232013" y="111802"/>
                    <a:pt x="223455" y="94657"/>
                  </a:cubicBezTo>
                  <a:cubicBezTo>
                    <a:pt x="212995" y="74654"/>
                    <a:pt x="194929" y="63224"/>
                    <a:pt x="170206" y="63224"/>
                  </a:cubicBezTo>
                  <a:cubicBezTo>
                    <a:pt x="160697" y="63224"/>
                    <a:pt x="150238" y="67034"/>
                    <a:pt x="137876" y="73702"/>
                  </a:cubicBezTo>
                  <a:cubicBezTo>
                    <a:pt x="125515" y="80369"/>
                    <a:pt x="115055" y="91799"/>
                    <a:pt x="107448" y="105134"/>
                  </a:cubicBezTo>
                  <a:cubicBezTo>
                    <a:pt x="102694" y="114659"/>
                    <a:pt x="96989" y="134662"/>
                    <a:pt x="96989" y="206099"/>
                  </a:cubicBezTo>
                  <a:lnTo>
                    <a:pt x="100792" y="297539"/>
                  </a:lnTo>
                  <a:cubicBezTo>
                    <a:pt x="100792" y="311827"/>
                    <a:pt x="97940" y="321352"/>
                    <a:pt x="93185" y="325162"/>
                  </a:cubicBezTo>
                  <a:lnTo>
                    <a:pt x="93185" y="325162"/>
                  </a:lnTo>
                  <a:cubicBezTo>
                    <a:pt x="87480" y="329924"/>
                    <a:pt x="77971" y="331829"/>
                    <a:pt x="64659" y="331829"/>
                  </a:cubicBezTo>
                  <a:cubicBezTo>
                    <a:pt x="51347" y="331829"/>
                    <a:pt x="40887" y="329924"/>
                    <a:pt x="35182" y="325162"/>
                  </a:cubicBezTo>
                  <a:cubicBezTo>
                    <a:pt x="30428" y="321352"/>
                    <a:pt x="28526" y="317542"/>
                    <a:pt x="28526" y="310874"/>
                  </a:cubicBezTo>
                  <a:lnTo>
                    <a:pt x="28526" y="298492"/>
                  </a:lnTo>
                  <a:cubicBezTo>
                    <a:pt x="28526" y="296587"/>
                    <a:pt x="28526" y="290872"/>
                    <a:pt x="33281" y="275632"/>
                  </a:cubicBezTo>
                  <a:cubicBezTo>
                    <a:pt x="37084" y="261344"/>
                    <a:pt x="38986" y="250867"/>
                    <a:pt x="39937" y="242294"/>
                  </a:cubicBezTo>
                  <a:cubicBezTo>
                    <a:pt x="39937" y="234674"/>
                    <a:pt x="40887" y="209909"/>
                    <a:pt x="40887" y="167047"/>
                  </a:cubicBezTo>
                  <a:cubicBezTo>
                    <a:pt x="40887" y="124184"/>
                    <a:pt x="39937" y="95609"/>
                    <a:pt x="38035" y="78464"/>
                  </a:cubicBezTo>
                  <a:lnTo>
                    <a:pt x="36133" y="67034"/>
                  </a:lnTo>
                  <a:cubicBezTo>
                    <a:pt x="34231" y="52747"/>
                    <a:pt x="33281" y="46079"/>
                    <a:pt x="33281" y="43222"/>
                  </a:cubicBezTo>
                  <a:cubicBezTo>
                    <a:pt x="33281" y="41317"/>
                    <a:pt x="34231" y="39412"/>
                    <a:pt x="36133" y="37507"/>
                  </a:cubicBezTo>
                  <a:cubicBezTo>
                    <a:pt x="37084" y="36554"/>
                    <a:pt x="40887" y="34649"/>
                    <a:pt x="46593" y="34649"/>
                  </a:cubicBezTo>
                  <a:cubicBezTo>
                    <a:pt x="55151" y="34649"/>
                    <a:pt x="66561" y="36554"/>
                    <a:pt x="80824" y="39412"/>
                  </a:cubicBezTo>
                  <a:cubicBezTo>
                    <a:pt x="96989" y="43222"/>
                    <a:pt x="110301" y="44174"/>
                    <a:pt x="120761" y="44174"/>
                  </a:cubicBezTo>
                  <a:cubicBezTo>
                    <a:pt x="132171" y="44174"/>
                    <a:pt x="146434" y="42269"/>
                    <a:pt x="163550" y="36554"/>
                  </a:cubicBezTo>
                  <a:cubicBezTo>
                    <a:pt x="192076" y="28934"/>
                    <a:pt x="217750" y="28934"/>
                    <a:pt x="236767" y="35602"/>
                  </a:cubicBezTo>
                  <a:cubicBezTo>
                    <a:pt x="247227" y="39412"/>
                    <a:pt x="257686" y="44174"/>
                    <a:pt x="268146" y="48937"/>
                  </a:cubicBezTo>
                  <a:cubicBezTo>
                    <a:pt x="285261" y="57509"/>
                    <a:pt x="291918" y="58462"/>
                    <a:pt x="296672" y="58462"/>
                  </a:cubicBezTo>
                  <a:cubicBezTo>
                    <a:pt x="301426" y="58462"/>
                    <a:pt x="309033" y="57509"/>
                    <a:pt x="342314" y="40364"/>
                  </a:cubicBezTo>
                  <a:cubicBezTo>
                    <a:pt x="362282" y="29887"/>
                    <a:pt x="382251" y="25124"/>
                    <a:pt x="400317" y="25124"/>
                  </a:cubicBezTo>
                  <a:cubicBezTo>
                    <a:pt x="418384" y="25124"/>
                    <a:pt x="432647" y="28934"/>
                    <a:pt x="445959" y="37507"/>
                  </a:cubicBezTo>
                  <a:cubicBezTo>
                    <a:pt x="459271" y="45127"/>
                    <a:pt x="468780" y="57509"/>
                    <a:pt x="476387" y="73702"/>
                  </a:cubicBezTo>
                  <a:cubicBezTo>
                    <a:pt x="482092" y="85132"/>
                    <a:pt x="487797" y="117517"/>
                    <a:pt x="487797" y="206099"/>
                  </a:cubicBezTo>
                  <a:cubicBezTo>
                    <a:pt x="487797" y="233722"/>
                    <a:pt x="488748" y="252772"/>
                    <a:pt x="491601" y="264202"/>
                  </a:cubicBezTo>
                  <a:lnTo>
                    <a:pt x="495404" y="277537"/>
                  </a:lnTo>
                  <a:lnTo>
                    <a:pt x="499208" y="287062"/>
                  </a:lnTo>
                  <a:cubicBezTo>
                    <a:pt x="501109" y="293729"/>
                    <a:pt x="502060" y="301349"/>
                    <a:pt x="502060" y="308969"/>
                  </a:cubicBezTo>
                  <a:cubicBezTo>
                    <a:pt x="503962" y="318494"/>
                    <a:pt x="501109" y="323257"/>
                    <a:pt x="497306" y="327067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59" name="Graphic 36">
            <a:extLst>
              <a:ext uri="{FF2B5EF4-FFF2-40B4-BE49-F238E27FC236}">
                <a16:creationId xmlns:a16="http://schemas.microsoft.com/office/drawing/2014/main" id="{3CC9DDEC-989B-7D4A-D5AE-7292FB14AFD3}"/>
              </a:ext>
            </a:extLst>
          </p:cNvPr>
          <p:cNvSpPr/>
          <p:nvPr/>
        </p:nvSpPr>
        <p:spPr>
          <a:xfrm>
            <a:off x="19346168" y="1221778"/>
            <a:ext cx="3768449" cy="1803307"/>
          </a:xfrm>
          <a:custGeom>
            <a:avLst/>
            <a:gdLst>
              <a:gd name="connsiteX0" fmla="*/ 1723501 w 2070100"/>
              <a:gd name="connsiteY0" fmla="*/ 990600 h 990600"/>
              <a:gd name="connsiteX1" fmla="*/ 332356 w 2070100"/>
              <a:gd name="connsiteY1" fmla="*/ 990600 h 990600"/>
              <a:gd name="connsiteX2" fmla="*/ 0 w 2070100"/>
              <a:gd name="connsiteY2" fmla="*/ 660400 h 990600"/>
              <a:gd name="connsiteX3" fmla="*/ 332356 w 2070100"/>
              <a:gd name="connsiteY3" fmla="*/ 330200 h 990600"/>
              <a:gd name="connsiteX4" fmla="*/ 408322 w 2070100"/>
              <a:gd name="connsiteY4" fmla="*/ 338691 h 990600"/>
              <a:gd name="connsiteX5" fmla="*/ 408322 w 2070100"/>
              <a:gd name="connsiteY5" fmla="*/ 330200 h 990600"/>
              <a:gd name="connsiteX6" fmla="*/ 740678 w 2070100"/>
              <a:gd name="connsiteY6" fmla="*/ 0 h 990600"/>
              <a:gd name="connsiteX7" fmla="*/ 1054991 w 2070100"/>
              <a:gd name="connsiteY7" fmla="*/ 222649 h 990600"/>
              <a:gd name="connsiteX8" fmla="*/ 1258203 w 2070100"/>
              <a:gd name="connsiteY8" fmla="*/ 169817 h 990600"/>
              <a:gd name="connsiteX9" fmla="*/ 1585811 w 2070100"/>
              <a:gd name="connsiteY9" fmla="*/ 330200 h 990600"/>
              <a:gd name="connsiteX10" fmla="*/ 1723501 w 2070100"/>
              <a:gd name="connsiteY10" fmla="*/ 301897 h 990600"/>
              <a:gd name="connsiteX11" fmla="*/ 2070100 w 2070100"/>
              <a:gd name="connsiteY11" fmla="*/ 646249 h 990600"/>
              <a:gd name="connsiteX12" fmla="*/ 1763383 w 2070100"/>
              <a:gd name="connsiteY12" fmla="*/ 988713 h 990600"/>
              <a:gd name="connsiteX13" fmla="*/ 1723501 w 2070100"/>
              <a:gd name="connsiteY13" fmla="*/ 990600 h 990600"/>
              <a:gd name="connsiteX14" fmla="*/ 332356 w 2070100"/>
              <a:gd name="connsiteY14" fmla="*/ 358503 h 990600"/>
              <a:gd name="connsiteX15" fmla="*/ 28488 w 2070100"/>
              <a:gd name="connsiteY15" fmla="*/ 660400 h 990600"/>
              <a:gd name="connsiteX16" fmla="*/ 332356 w 2070100"/>
              <a:gd name="connsiteY16" fmla="*/ 962297 h 990600"/>
              <a:gd name="connsiteX17" fmla="*/ 1723501 w 2070100"/>
              <a:gd name="connsiteY17" fmla="*/ 962297 h 990600"/>
              <a:gd name="connsiteX18" fmla="*/ 1759585 w 2070100"/>
              <a:gd name="connsiteY18" fmla="*/ 960410 h 990600"/>
              <a:gd name="connsiteX19" fmla="*/ 2041612 w 2070100"/>
              <a:gd name="connsiteY19" fmla="*/ 646249 h 990600"/>
              <a:gd name="connsiteX20" fmla="*/ 1723501 w 2070100"/>
              <a:gd name="connsiteY20" fmla="*/ 330200 h 990600"/>
              <a:gd name="connsiteX21" fmla="*/ 1586760 w 2070100"/>
              <a:gd name="connsiteY21" fmla="*/ 360390 h 990600"/>
              <a:gd name="connsiteX22" fmla="*/ 1576315 w 2070100"/>
              <a:gd name="connsiteY22" fmla="*/ 365107 h 990600"/>
              <a:gd name="connsiteX23" fmla="*/ 1569668 w 2070100"/>
              <a:gd name="connsiteY23" fmla="*/ 355673 h 990600"/>
              <a:gd name="connsiteX24" fmla="*/ 1258203 w 2070100"/>
              <a:gd name="connsiteY24" fmla="*/ 198120 h 990600"/>
              <a:gd name="connsiteX25" fmla="*/ 1054042 w 2070100"/>
              <a:gd name="connsiteY25" fmla="*/ 256613 h 990600"/>
              <a:gd name="connsiteX26" fmla="*/ 1037899 w 2070100"/>
              <a:gd name="connsiteY26" fmla="*/ 266990 h 990600"/>
              <a:gd name="connsiteX27" fmla="*/ 1033151 w 2070100"/>
              <a:gd name="connsiteY27" fmla="*/ 249065 h 990600"/>
              <a:gd name="connsiteX28" fmla="*/ 740678 w 2070100"/>
              <a:gd name="connsiteY28" fmla="*/ 28303 h 990600"/>
              <a:gd name="connsiteX29" fmla="*/ 436810 w 2070100"/>
              <a:gd name="connsiteY29" fmla="*/ 330200 h 990600"/>
              <a:gd name="connsiteX30" fmla="*/ 437760 w 2070100"/>
              <a:gd name="connsiteY30" fmla="*/ 356616 h 990600"/>
              <a:gd name="connsiteX31" fmla="*/ 439659 w 2070100"/>
              <a:gd name="connsiteY31" fmla="*/ 377371 h 990600"/>
              <a:gd name="connsiteX32" fmla="*/ 419718 w 2070100"/>
              <a:gd name="connsiteY32" fmla="*/ 371711 h 990600"/>
              <a:gd name="connsiteX33" fmla="*/ 332356 w 2070100"/>
              <a:gd name="connsiteY33" fmla="*/ 358503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070100" h="990600">
                <a:moveTo>
                  <a:pt x="1723501" y="990600"/>
                </a:moveTo>
                <a:lnTo>
                  <a:pt x="332356" y="990600"/>
                </a:lnTo>
                <a:cubicBezTo>
                  <a:pt x="149085" y="990600"/>
                  <a:pt x="0" y="842482"/>
                  <a:pt x="0" y="660400"/>
                </a:cubicBezTo>
                <a:cubicBezTo>
                  <a:pt x="0" y="478318"/>
                  <a:pt x="149085" y="330200"/>
                  <a:pt x="332356" y="330200"/>
                </a:cubicBezTo>
                <a:cubicBezTo>
                  <a:pt x="357994" y="330200"/>
                  <a:pt x="383633" y="333030"/>
                  <a:pt x="408322" y="338691"/>
                </a:cubicBezTo>
                <a:cubicBezTo>
                  <a:pt x="408322" y="335861"/>
                  <a:pt x="408322" y="333030"/>
                  <a:pt x="408322" y="330200"/>
                </a:cubicBezTo>
                <a:cubicBezTo>
                  <a:pt x="408322" y="148118"/>
                  <a:pt x="557408" y="0"/>
                  <a:pt x="740678" y="0"/>
                </a:cubicBezTo>
                <a:cubicBezTo>
                  <a:pt x="882167" y="0"/>
                  <a:pt x="1009411" y="90569"/>
                  <a:pt x="1054991" y="222649"/>
                </a:cubicBezTo>
                <a:cubicBezTo>
                  <a:pt x="1116715" y="187742"/>
                  <a:pt x="1186984" y="169817"/>
                  <a:pt x="1258203" y="169817"/>
                </a:cubicBezTo>
                <a:cubicBezTo>
                  <a:pt x="1386397" y="169817"/>
                  <a:pt x="1507944" y="229253"/>
                  <a:pt x="1585811" y="330200"/>
                </a:cubicBezTo>
                <a:cubicBezTo>
                  <a:pt x="1629492" y="311331"/>
                  <a:pt x="1676021" y="301897"/>
                  <a:pt x="1723501" y="301897"/>
                </a:cubicBezTo>
                <a:cubicBezTo>
                  <a:pt x="1914368" y="301897"/>
                  <a:pt x="2070100" y="456619"/>
                  <a:pt x="2070100" y="646249"/>
                </a:cubicBezTo>
                <a:cubicBezTo>
                  <a:pt x="2070100" y="821726"/>
                  <a:pt x="1938108" y="968901"/>
                  <a:pt x="1763383" y="988713"/>
                </a:cubicBezTo>
                <a:cubicBezTo>
                  <a:pt x="1749140" y="989657"/>
                  <a:pt x="1735845" y="990600"/>
                  <a:pt x="1723501" y="990600"/>
                </a:cubicBezTo>
                <a:close/>
                <a:moveTo>
                  <a:pt x="332356" y="358503"/>
                </a:moveTo>
                <a:cubicBezTo>
                  <a:pt x="165228" y="358503"/>
                  <a:pt x="28488" y="494357"/>
                  <a:pt x="28488" y="660400"/>
                </a:cubicBezTo>
                <a:cubicBezTo>
                  <a:pt x="28488" y="826443"/>
                  <a:pt x="165228" y="962297"/>
                  <a:pt x="332356" y="962297"/>
                </a:cubicBezTo>
                <a:lnTo>
                  <a:pt x="1723501" y="962297"/>
                </a:lnTo>
                <a:cubicBezTo>
                  <a:pt x="1734896" y="962297"/>
                  <a:pt x="1747240" y="961354"/>
                  <a:pt x="1759585" y="960410"/>
                </a:cubicBezTo>
                <a:cubicBezTo>
                  <a:pt x="1920065" y="942485"/>
                  <a:pt x="2041612" y="807575"/>
                  <a:pt x="2041612" y="646249"/>
                </a:cubicBezTo>
                <a:cubicBezTo>
                  <a:pt x="2041612" y="471714"/>
                  <a:pt x="1899174" y="330200"/>
                  <a:pt x="1723501" y="330200"/>
                </a:cubicBezTo>
                <a:cubicBezTo>
                  <a:pt x="1676021" y="330200"/>
                  <a:pt x="1629492" y="340578"/>
                  <a:pt x="1586760" y="360390"/>
                </a:cubicBezTo>
                <a:lnTo>
                  <a:pt x="1576315" y="365107"/>
                </a:lnTo>
                <a:lnTo>
                  <a:pt x="1569668" y="355673"/>
                </a:lnTo>
                <a:cubicBezTo>
                  <a:pt x="1497499" y="257556"/>
                  <a:pt x="1380700" y="198120"/>
                  <a:pt x="1258203" y="198120"/>
                </a:cubicBezTo>
                <a:cubicBezTo>
                  <a:pt x="1186034" y="198120"/>
                  <a:pt x="1115765" y="217932"/>
                  <a:pt x="1054042" y="256613"/>
                </a:cubicBezTo>
                <a:lnTo>
                  <a:pt x="1037899" y="266990"/>
                </a:lnTo>
                <a:lnTo>
                  <a:pt x="1033151" y="249065"/>
                </a:lnTo>
                <a:cubicBezTo>
                  <a:pt x="996117" y="118872"/>
                  <a:pt x="876469" y="28303"/>
                  <a:pt x="740678" y="28303"/>
                </a:cubicBezTo>
                <a:cubicBezTo>
                  <a:pt x="573551" y="28303"/>
                  <a:pt x="436810" y="164157"/>
                  <a:pt x="436810" y="330200"/>
                </a:cubicBezTo>
                <a:cubicBezTo>
                  <a:pt x="436810" y="338691"/>
                  <a:pt x="436810" y="347182"/>
                  <a:pt x="437760" y="356616"/>
                </a:cubicBezTo>
                <a:lnTo>
                  <a:pt x="439659" y="377371"/>
                </a:lnTo>
                <a:lnTo>
                  <a:pt x="419718" y="371711"/>
                </a:lnTo>
                <a:cubicBezTo>
                  <a:pt x="391230" y="363220"/>
                  <a:pt x="361793" y="358503"/>
                  <a:pt x="332356" y="358503"/>
                </a:cubicBezTo>
                <a:close/>
              </a:path>
            </a:pathLst>
          </a:custGeom>
          <a:solidFill>
            <a:schemeClr val="accent6"/>
          </a:solidFill>
          <a:ln w="948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0" name="Graphic 38">
            <a:extLst>
              <a:ext uri="{FF2B5EF4-FFF2-40B4-BE49-F238E27FC236}">
                <a16:creationId xmlns:a16="http://schemas.microsoft.com/office/drawing/2014/main" id="{BBDFD193-D6EC-B814-4EBB-AF6A9AAE8E0B}"/>
              </a:ext>
            </a:extLst>
          </p:cNvPr>
          <p:cNvSpPr/>
          <p:nvPr/>
        </p:nvSpPr>
        <p:spPr>
          <a:xfrm>
            <a:off x="17661002" y="2371085"/>
            <a:ext cx="1287551" cy="1248443"/>
          </a:xfrm>
          <a:custGeom>
            <a:avLst/>
            <a:gdLst>
              <a:gd name="connsiteX0" fmla="*/ 567212 w 707283"/>
              <a:gd name="connsiteY0" fmla="*/ 685800 h 685800"/>
              <a:gd name="connsiteX1" fmla="*/ 140492 w 707283"/>
              <a:gd name="connsiteY1" fmla="*/ 685800 h 685800"/>
              <a:gd name="connsiteX2" fmla="*/ 140492 w 707283"/>
              <a:gd name="connsiteY2" fmla="*/ 438150 h 685800"/>
              <a:gd name="connsiteX3" fmla="*/ 68424 w 707283"/>
              <a:gd name="connsiteY3" fmla="*/ 438150 h 685800"/>
              <a:gd name="connsiteX4" fmla="*/ 5839 w 707283"/>
              <a:gd name="connsiteY4" fmla="*/ 397193 h 685800"/>
              <a:gd name="connsiteX5" fmla="*/ 19114 w 707283"/>
              <a:gd name="connsiteY5" fmla="*/ 322898 h 685800"/>
              <a:gd name="connsiteX6" fmla="*/ 304543 w 707283"/>
              <a:gd name="connsiteY6" fmla="*/ 20955 h 685800"/>
              <a:gd name="connsiteX7" fmla="*/ 353852 w 707283"/>
              <a:gd name="connsiteY7" fmla="*/ 0 h 685800"/>
              <a:gd name="connsiteX8" fmla="*/ 403162 w 707283"/>
              <a:gd name="connsiteY8" fmla="*/ 20955 h 685800"/>
              <a:gd name="connsiteX9" fmla="*/ 688591 w 707283"/>
              <a:gd name="connsiteY9" fmla="*/ 322898 h 685800"/>
              <a:gd name="connsiteX10" fmla="*/ 701866 w 707283"/>
              <a:gd name="connsiteY10" fmla="*/ 396240 h 685800"/>
              <a:gd name="connsiteX11" fmla="*/ 639281 w 707283"/>
              <a:gd name="connsiteY11" fmla="*/ 438150 h 685800"/>
              <a:gd name="connsiteX12" fmla="*/ 567212 w 707283"/>
              <a:gd name="connsiteY12" fmla="*/ 438150 h 685800"/>
              <a:gd name="connsiteX13" fmla="*/ 567212 w 707283"/>
              <a:gd name="connsiteY13" fmla="*/ 685800 h 685800"/>
              <a:gd name="connsiteX14" fmla="*/ 168940 w 707283"/>
              <a:gd name="connsiteY14" fmla="*/ 657225 h 685800"/>
              <a:gd name="connsiteX15" fmla="*/ 538764 w 707283"/>
              <a:gd name="connsiteY15" fmla="*/ 657225 h 685800"/>
              <a:gd name="connsiteX16" fmla="*/ 538764 w 707283"/>
              <a:gd name="connsiteY16" fmla="*/ 409575 h 685800"/>
              <a:gd name="connsiteX17" fmla="*/ 639281 w 707283"/>
              <a:gd name="connsiteY17" fmla="*/ 409575 h 685800"/>
              <a:gd name="connsiteX18" fmla="*/ 675315 w 707283"/>
              <a:gd name="connsiteY18" fmla="*/ 385763 h 685800"/>
              <a:gd name="connsiteX19" fmla="*/ 667729 w 707283"/>
              <a:gd name="connsiteY19" fmla="*/ 342900 h 685800"/>
              <a:gd name="connsiteX20" fmla="*/ 382300 w 707283"/>
              <a:gd name="connsiteY20" fmla="*/ 40958 h 685800"/>
              <a:gd name="connsiteX21" fmla="*/ 353852 w 707283"/>
              <a:gd name="connsiteY21" fmla="*/ 28575 h 685800"/>
              <a:gd name="connsiteX22" fmla="*/ 325404 w 707283"/>
              <a:gd name="connsiteY22" fmla="*/ 40958 h 685800"/>
              <a:gd name="connsiteX23" fmla="*/ 39976 w 707283"/>
              <a:gd name="connsiteY23" fmla="*/ 341948 h 685800"/>
              <a:gd name="connsiteX24" fmla="*/ 32390 w 707283"/>
              <a:gd name="connsiteY24" fmla="*/ 384810 h 685800"/>
              <a:gd name="connsiteX25" fmla="*/ 68424 w 707283"/>
              <a:gd name="connsiteY25" fmla="*/ 409575 h 685800"/>
              <a:gd name="connsiteX26" fmla="*/ 168940 w 707283"/>
              <a:gd name="connsiteY26" fmla="*/ 409575 h 685800"/>
              <a:gd name="connsiteX27" fmla="*/ 168940 w 707283"/>
              <a:gd name="connsiteY27" fmla="*/ 657225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07283" h="685800">
                <a:moveTo>
                  <a:pt x="567212" y="685800"/>
                </a:moveTo>
                <a:lnTo>
                  <a:pt x="140492" y="685800"/>
                </a:lnTo>
                <a:lnTo>
                  <a:pt x="140492" y="438150"/>
                </a:lnTo>
                <a:lnTo>
                  <a:pt x="68424" y="438150"/>
                </a:lnTo>
                <a:cubicBezTo>
                  <a:pt x="40924" y="438150"/>
                  <a:pt x="17218" y="421958"/>
                  <a:pt x="5839" y="397193"/>
                </a:cubicBezTo>
                <a:cubicBezTo>
                  <a:pt x="-5541" y="372428"/>
                  <a:pt x="149" y="342900"/>
                  <a:pt x="19114" y="322898"/>
                </a:cubicBezTo>
                <a:lnTo>
                  <a:pt x="304543" y="20955"/>
                </a:lnTo>
                <a:cubicBezTo>
                  <a:pt x="317818" y="7620"/>
                  <a:pt x="334887" y="0"/>
                  <a:pt x="353852" y="0"/>
                </a:cubicBezTo>
                <a:cubicBezTo>
                  <a:pt x="372818" y="0"/>
                  <a:pt x="389887" y="7620"/>
                  <a:pt x="403162" y="20955"/>
                </a:cubicBezTo>
                <a:lnTo>
                  <a:pt x="688591" y="322898"/>
                </a:lnTo>
                <a:cubicBezTo>
                  <a:pt x="707556" y="342900"/>
                  <a:pt x="712297" y="371475"/>
                  <a:pt x="701866" y="396240"/>
                </a:cubicBezTo>
                <a:cubicBezTo>
                  <a:pt x="691435" y="421005"/>
                  <a:pt x="666780" y="438150"/>
                  <a:pt x="639281" y="438150"/>
                </a:cubicBezTo>
                <a:lnTo>
                  <a:pt x="567212" y="438150"/>
                </a:lnTo>
                <a:lnTo>
                  <a:pt x="567212" y="685800"/>
                </a:lnTo>
                <a:close/>
                <a:moveTo>
                  <a:pt x="168940" y="657225"/>
                </a:moveTo>
                <a:lnTo>
                  <a:pt x="538764" y="657225"/>
                </a:lnTo>
                <a:lnTo>
                  <a:pt x="538764" y="409575"/>
                </a:lnTo>
                <a:lnTo>
                  <a:pt x="639281" y="409575"/>
                </a:lnTo>
                <a:cubicBezTo>
                  <a:pt x="658246" y="409575"/>
                  <a:pt x="670573" y="397193"/>
                  <a:pt x="675315" y="385763"/>
                </a:cubicBezTo>
                <a:cubicBezTo>
                  <a:pt x="680056" y="374333"/>
                  <a:pt x="681004" y="357188"/>
                  <a:pt x="667729" y="342900"/>
                </a:cubicBezTo>
                <a:lnTo>
                  <a:pt x="382300" y="40958"/>
                </a:lnTo>
                <a:cubicBezTo>
                  <a:pt x="374714" y="33338"/>
                  <a:pt x="364283" y="28575"/>
                  <a:pt x="353852" y="28575"/>
                </a:cubicBezTo>
                <a:cubicBezTo>
                  <a:pt x="343421" y="28575"/>
                  <a:pt x="332991" y="33338"/>
                  <a:pt x="325404" y="40958"/>
                </a:cubicBezTo>
                <a:lnTo>
                  <a:pt x="39976" y="341948"/>
                </a:lnTo>
                <a:cubicBezTo>
                  <a:pt x="26700" y="356235"/>
                  <a:pt x="27649" y="373380"/>
                  <a:pt x="32390" y="384810"/>
                </a:cubicBezTo>
                <a:cubicBezTo>
                  <a:pt x="37131" y="397193"/>
                  <a:pt x="48511" y="409575"/>
                  <a:pt x="68424" y="409575"/>
                </a:cubicBezTo>
                <a:lnTo>
                  <a:pt x="168940" y="409575"/>
                </a:lnTo>
                <a:lnTo>
                  <a:pt x="168940" y="657225"/>
                </a:lnTo>
                <a:close/>
              </a:path>
            </a:pathLst>
          </a:custGeom>
          <a:solidFill>
            <a:schemeClr val="accent2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762C7373-0B74-24C5-6DA2-4281B6A8B2D1}"/>
              </a:ext>
            </a:extLst>
          </p:cNvPr>
          <p:cNvSpPr/>
          <p:nvPr/>
        </p:nvSpPr>
        <p:spPr>
          <a:xfrm>
            <a:off x="17127698" y="3289132"/>
            <a:ext cx="2277754" cy="772265"/>
          </a:xfrm>
          <a:custGeom>
            <a:avLst/>
            <a:gdLst>
              <a:gd name="connsiteX0" fmla="*/ 1189613 w 1251226"/>
              <a:gd name="connsiteY0" fmla="*/ 424225 h 424224"/>
              <a:gd name="connsiteX1" fmla="*/ 61613 w 1251226"/>
              <a:gd name="connsiteY1" fmla="*/ 424225 h 424224"/>
              <a:gd name="connsiteX2" fmla="*/ 0 w 1251226"/>
              <a:gd name="connsiteY2" fmla="*/ 362674 h 424224"/>
              <a:gd name="connsiteX3" fmla="*/ 0 w 1251226"/>
              <a:gd name="connsiteY3" fmla="*/ 59657 h 424224"/>
              <a:gd name="connsiteX4" fmla="*/ 61613 w 1251226"/>
              <a:gd name="connsiteY4" fmla="*/ 0 h 424224"/>
              <a:gd name="connsiteX5" fmla="*/ 123227 w 1251226"/>
              <a:gd name="connsiteY5" fmla="*/ 59657 h 424224"/>
              <a:gd name="connsiteX6" fmla="*/ 123227 w 1251226"/>
              <a:gd name="connsiteY6" fmla="*/ 301124 h 424224"/>
              <a:gd name="connsiteX7" fmla="*/ 1127999 w 1251226"/>
              <a:gd name="connsiteY7" fmla="*/ 301124 h 424224"/>
              <a:gd name="connsiteX8" fmla="*/ 1127999 w 1251226"/>
              <a:gd name="connsiteY8" fmla="*/ 59657 h 424224"/>
              <a:gd name="connsiteX9" fmla="*/ 1189613 w 1251226"/>
              <a:gd name="connsiteY9" fmla="*/ 0 h 424224"/>
              <a:gd name="connsiteX10" fmla="*/ 1251226 w 1251226"/>
              <a:gd name="connsiteY10" fmla="*/ 59657 h 424224"/>
              <a:gd name="connsiteX11" fmla="*/ 1251226 w 1251226"/>
              <a:gd name="connsiteY11" fmla="*/ 362674 h 424224"/>
              <a:gd name="connsiteX12" fmla="*/ 1189613 w 1251226"/>
              <a:gd name="connsiteY12" fmla="*/ 424225 h 424224"/>
              <a:gd name="connsiteX13" fmla="*/ 61613 w 1251226"/>
              <a:gd name="connsiteY13" fmla="*/ 28408 h 424224"/>
              <a:gd name="connsiteX14" fmla="*/ 28437 w 1251226"/>
              <a:gd name="connsiteY14" fmla="*/ 59657 h 424224"/>
              <a:gd name="connsiteX15" fmla="*/ 28437 w 1251226"/>
              <a:gd name="connsiteY15" fmla="*/ 362674 h 424224"/>
              <a:gd name="connsiteX16" fmla="*/ 61613 w 1251226"/>
              <a:gd name="connsiteY16" fmla="*/ 395817 h 424224"/>
              <a:gd name="connsiteX17" fmla="*/ 1189613 w 1251226"/>
              <a:gd name="connsiteY17" fmla="*/ 395817 h 424224"/>
              <a:gd name="connsiteX18" fmla="*/ 1222789 w 1251226"/>
              <a:gd name="connsiteY18" fmla="*/ 362674 h 424224"/>
              <a:gd name="connsiteX19" fmla="*/ 1222789 w 1251226"/>
              <a:gd name="connsiteY19" fmla="*/ 59657 h 424224"/>
              <a:gd name="connsiteX20" fmla="*/ 1189613 w 1251226"/>
              <a:gd name="connsiteY20" fmla="*/ 28408 h 424224"/>
              <a:gd name="connsiteX21" fmla="*/ 1156436 w 1251226"/>
              <a:gd name="connsiteY21" fmla="*/ 59657 h 424224"/>
              <a:gd name="connsiteX22" fmla="*/ 1156436 w 1251226"/>
              <a:gd name="connsiteY22" fmla="*/ 329532 h 424224"/>
              <a:gd name="connsiteX23" fmla="*/ 94790 w 1251226"/>
              <a:gd name="connsiteY23" fmla="*/ 329532 h 424224"/>
              <a:gd name="connsiteX24" fmla="*/ 94790 w 1251226"/>
              <a:gd name="connsiteY24" fmla="*/ 59657 h 424224"/>
              <a:gd name="connsiteX25" fmla="*/ 61613 w 1251226"/>
              <a:gd name="connsiteY25" fmla="*/ 28408 h 424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51226" h="424224">
                <a:moveTo>
                  <a:pt x="1189613" y="424225"/>
                </a:moveTo>
                <a:lnTo>
                  <a:pt x="61613" y="424225"/>
                </a:lnTo>
                <a:cubicBezTo>
                  <a:pt x="28437" y="424225"/>
                  <a:pt x="0" y="395817"/>
                  <a:pt x="0" y="362674"/>
                </a:cubicBezTo>
                <a:lnTo>
                  <a:pt x="0" y="59657"/>
                </a:lnTo>
                <a:cubicBezTo>
                  <a:pt x="0" y="19886"/>
                  <a:pt x="31281" y="0"/>
                  <a:pt x="61613" y="0"/>
                </a:cubicBezTo>
                <a:cubicBezTo>
                  <a:pt x="91946" y="0"/>
                  <a:pt x="123227" y="20833"/>
                  <a:pt x="123227" y="59657"/>
                </a:cubicBezTo>
                <a:lnTo>
                  <a:pt x="123227" y="301124"/>
                </a:lnTo>
                <a:lnTo>
                  <a:pt x="1127999" y="301124"/>
                </a:lnTo>
                <a:lnTo>
                  <a:pt x="1127999" y="59657"/>
                </a:lnTo>
                <a:cubicBezTo>
                  <a:pt x="1127999" y="19886"/>
                  <a:pt x="1159280" y="0"/>
                  <a:pt x="1189613" y="0"/>
                </a:cubicBezTo>
                <a:cubicBezTo>
                  <a:pt x="1219945" y="0"/>
                  <a:pt x="1251226" y="20833"/>
                  <a:pt x="1251226" y="59657"/>
                </a:cubicBezTo>
                <a:lnTo>
                  <a:pt x="1251226" y="362674"/>
                </a:lnTo>
                <a:cubicBezTo>
                  <a:pt x="1251226" y="395817"/>
                  <a:pt x="1222789" y="424225"/>
                  <a:pt x="1189613" y="424225"/>
                </a:cubicBezTo>
                <a:close/>
                <a:moveTo>
                  <a:pt x="61613" y="28408"/>
                </a:moveTo>
                <a:cubicBezTo>
                  <a:pt x="49291" y="28408"/>
                  <a:pt x="28437" y="35036"/>
                  <a:pt x="28437" y="59657"/>
                </a:cubicBezTo>
                <a:lnTo>
                  <a:pt x="28437" y="362674"/>
                </a:lnTo>
                <a:cubicBezTo>
                  <a:pt x="28437" y="380666"/>
                  <a:pt x="43603" y="395817"/>
                  <a:pt x="61613" y="395817"/>
                </a:cubicBezTo>
                <a:lnTo>
                  <a:pt x="1189613" y="395817"/>
                </a:lnTo>
                <a:cubicBezTo>
                  <a:pt x="1207623" y="395817"/>
                  <a:pt x="1222789" y="380666"/>
                  <a:pt x="1222789" y="362674"/>
                </a:cubicBezTo>
                <a:lnTo>
                  <a:pt x="1222789" y="59657"/>
                </a:lnTo>
                <a:cubicBezTo>
                  <a:pt x="1222789" y="35036"/>
                  <a:pt x="1201935" y="28408"/>
                  <a:pt x="1189613" y="28408"/>
                </a:cubicBezTo>
                <a:cubicBezTo>
                  <a:pt x="1177290" y="28408"/>
                  <a:pt x="1156436" y="35036"/>
                  <a:pt x="1156436" y="59657"/>
                </a:cubicBezTo>
                <a:lnTo>
                  <a:pt x="1156436" y="329532"/>
                </a:lnTo>
                <a:lnTo>
                  <a:pt x="94790" y="329532"/>
                </a:lnTo>
                <a:lnTo>
                  <a:pt x="94790" y="59657"/>
                </a:lnTo>
                <a:cubicBezTo>
                  <a:pt x="94790" y="35036"/>
                  <a:pt x="73936" y="28408"/>
                  <a:pt x="61613" y="28408"/>
                </a:cubicBezTo>
                <a:close/>
              </a:path>
            </a:pathLst>
          </a:custGeom>
          <a:solidFill>
            <a:schemeClr val="accent3"/>
          </a:solidFill>
          <a:ln w="9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9C2F1B9D-F644-B48E-4BD6-9CDDAAF6022E}"/>
              </a:ext>
            </a:extLst>
          </p:cNvPr>
          <p:cNvSpPr/>
          <p:nvPr/>
        </p:nvSpPr>
        <p:spPr>
          <a:xfrm>
            <a:off x="23389113" y="7527949"/>
            <a:ext cx="1287053" cy="1239418"/>
          </a:xfrm>
          <a:custGeom>
            <a:avLst/>
            <a:gdLst>
              <a:gd name="connsiteX0" fmla="*/ 353294 w 707009"/>
              <a:gd name="connsiteY0" fmla="*/ 680843 h 680842"/>
              <a:gd name="connsiteX1" fmla="*/ 304004 w 707009"/>
              <a:gd name="connsiteY1" fmla="*/ 660010 h 680842"/>
              <a:gd name="connsiteX2" fmla="*/ 18686 w 707009"/>
              <a:gd name="connsiteY2" fmla="*/ 359833 h 680842"/>
              <a:gd name="connsiteX3" fmla="*/ 5415 w 707009"/>
              <a:gd name="connsiteY3" fmla="*/ 286920 h 680842"/>
              <a:gd name="connsiteX4" fmla="*/ 67977 w 707009"/>
              <a:gd name="connsiteY4" fmla="*/ 246202 h 680842"/>
              <a:gd name="connsiteX5" fmla="*/ 140017 w 707009"/>
              <a:gd name="connsiteY5" fmla="*/ 246202 h 680842"/>
              <a:gd name="connsiteX6" fmla="*/ 140017 w 707009"/>
              <a:gd name="connsiteY6" fmla="*/ 0 h 680842"/>
              <a:gd name="connsiteX7" fmla="*/ 566572 w 707009"/>
              <a:gd name="connsiteY7" fmla="*/ 0 h 680842"/>
              <a:gd name="connsiteX8" fmla="*/ 566572 w 707009"/>
              <a:gd name="connsiteY8" fmla="*/ 246202 h 680842"/>
              <a:gd name="connsiteX9" fmla="*/ 638612 w 707009"/>
              <a:gd name="connsiteY9" fmla="*/ 246202 h 680842"/>
              <a:gd name="connsiteX10" fmla="*/ 701173 w 707009"/>
              <a:gd name="connsiteY10" fmla="*/ 286920 h 680842"/>
              <a:gd name="connsiteX11" fmla="*/ 687902 w 707009"/>
              <a:gd name="connsiteY11" fmla="*/ 359833 h 680842"/>
              <a:gd name="connsiteX12" fmla="*/ 402585 w 707009"/>
              <a:gd name="connsiteY12" fmla="*/ 659063 h 680842"/>
              <a:gd name="connsiteX13" fmla="*/ 353294 w 707009"/>
              <a:gd name="connsiteY13" fmla="*/ 680843 h 680842"/>
              <a:gd name="connsiteX14" fmla="*/ 39540 w 707009"/>
              <a:gd name="connsiteY14" fmla="*/ 339948 h 680842"/>
              <a:gd name="connsiteX15" fmla="*/ 324857 w 707009"/>
              <a:gd name="connsiteY15" fmla="*/ 640125 h 680842"/>
              <a:gd name="connsiteX16" fmla="*/ 353294 w 707009"/>
              <a:gd name="connsiteY16" fmla="*/ 652435 h 680842"/>
              <a:gd name="connsiteX17" fmla="*/ 381731 w 707009"/>
              <a:gd name="connsiteY17" fmla="*/ 640125 h 680842"/>
              <a:gd name="connsiteX18" fmla="*/ 667049 w 707009"/>
              <a:gd name="connsiteY18" fmla="*/ 339948 h 680842"/>
              <a:gd name="connsiteX19" fmla="*/ 674632 w 707009"/>
              <a:gd name="connsiteY19" fmla="*/ 297336 h 680842"/>
              <a:gd name="connsiteX20" fmla="*/ 638612 w 707009"/>
              <a:gd name="connsiteY20" fmla="*/ 273663 h 680842"/>
              <a:gd name="connsiteX21" fmla="*/ 538135 w 707009"/>
              <a:gd name="connsiteY21" fmla="*/ 273663 h 680842"/>
              <a:gd name="connsiteX22" fmla="*/ 538135 w 707009"/>
              <a:gd name="connsiteY22" fmla="*/ 27461 h 680842"/>
              <a:gd name="connsiteX23" fmla="*/ 168454 w 707009"/>
              <a:gd name="connsiteY23" fmla="*/ 27461 h 680842"/>
              <a:gd name="connsiteX24" fmla="*/ 168454 w 707009"/>
              <a:gd name="connsiteY24" fmla="*/ 273663 h 680842"/>
              <a:gd name="connsiteX25" fmla="*/ 67977 w 707009"/>
              <a:gd name="connsiteY25" fmla="*/ 273663 h 680842"/>
              <a:gd name="connsiteX26" fmla="*/ 31957 w 707009"/>
              <a:gd name="connsiteY26" fmla="*/ 297336 h 680842"/>
              <a:gd name="connsiteX27" fmla="*/ 39540 w 707009"/>
              <a:gd name="connsiteY27" fmla="*/ 339948 h 680842"/>
              <a:gd name="connsiteX28" fmla="*/ 39540 w 707009"/>
              <a:gd name="connsiteY28" fmla="*/ 339948 h 68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07009" h="680842">
                <a:moveTo>
                  <a:pt x="353294" y="680843"/>
                </a:moveTo>
                <a:cubicBezTo>
                  <a:pt x="334336" y="680843"/>
                  <a:pt x="317274" y="673267"/>
                  <a:pt x="304004" y="660010"/>
                </a:cubicBezTo>
                <a:lnTo>
                  <a:pt x="18686" y="359833"/>
                </a:lnTo>
                <a:cubicBezTo>
                  <a:pt x="-272" y="339948"/>
                  <a:pt x="-5011" y="311540"/>
                  <a:pt x="5415" y="286920"/>
                </a:cubicBezTo>
                <a:cubicBezTo>
                  <a:pt x="15842" y="261353"/>
                  <a:pt x="40488" y="246202"/>
                  <a:pt x="67977" y="246202"/>
                </a:cubicBezTo>
                <a:lnTo>
                  <a:pt x="140017" y="246202"/>
                </a:lnTo>
                <a:lnTo>
                  <a:pt x="140017" y="0"/>
                </a:lnTo>
                <a:lnTo>
                  <a:pt x="566572" y="0"/>
                </a:lnTo>
                <a:lnTo>
                  <a:pt x="566572" y="246202"/>
                </a:lnTo>
                <a:lnTo>
                  <a:pt x="638612" y="246202"/>
                </a:lnTo>
                <a:cubicBezTo>
                  <a:pt x="666101" y="246202"/>
                  <a:pt x="689798" y="262300"/>
                  <a:pt x="701173" y="286920"/>
                </a:cubicBezTo>
                <a:cubicBezTo>
                  <a:pt x="712548" y="311540"/>
                  <a:pt x="706860" y="339948"/>
                  <a:pt x="687902" y="359833"/>
                </a:cubicBezTo>
                <a:lnTo>
                  <a:pt x="402585" y="659063"/>
                </a:lnTo>
                <a:cubicBezTo>
                  <a:pt x="389314" y="673267"/>
                  <a:pt x="372252" y="680843"/>
                  <a:pt x="353294" y="680843"/>
                </a:cubicBezTo>
                <a:close/>
                <a:moveTo>
                  <a:pt x="39540" y="339948"/>
                </a:moveTo>
                <a:lnTo>
                  <a:pt x="324857" y="640125"/>
                </a:lnTo>
                <a:cubicBezTo>
                  <a:pt x="332441" y="647700"/>
                  <a:pt x="342867" y="652435"/>
                  <a:pt x="353294" y="652435"/>
                </a:cubicBezTo>
                <a:cubicBezTo>
                  <a:pt x="363721" y="652435"/>
                  <a:pt x="374148" y="647700"/>
                  <a:pt x="381731" y="640125"/>
                </a:cubicBezTo>
                <a:lnTo>
                  <a:pt x="667049" y="339948"/>
                </a:lnTo>
                <a:cubicBezTo>
                  <a:pt x="680319" y="325744"/>
                  <a:pt x="679371" y="308699"/>
                  <a:pt x="674632" y="297336"/>
                </a:cubicBezTo>
                <a:cubicBezTo>
                  <a:pt x="669892" y="285973"/>
                  <a:pt x="657570" y="273663"/>
                  <a:pt x="638612" y="273663"/>
                </a:cubicBezTo>
                <a:lnTo>
                  <a:pt x="538135" y="273663"/>
                </a:lnTo>
                <a:lnTo>
                  <a:pt x="538135" y="27461"/>
                </a:lnTo>
                <a:lnTo>
                  <a:pt x="168454" y="27461"/>
                </a:lnTo>
                <a:lnTo>
                  <a:pt x="168454" y="273663"/>
                </a:lnTo>
                <a:lnTo>
                  <a:pt x="67977" y="273663"/>
                </a:lnTo>
                <a:cubicBezTo>
                  <a:pt x="49019" y="273663"/>
                  <a:pt x="36696" y="285973"/>
                  <a:pt x="31957" y="297336"/>
                </a:cubicBezTo>
                <a:cubicBezTo>
                  <a:pt x="26269" y="308699"/>
                  <a:pt x="26269" y="325744"/>
                  <a:pt x="39540" y="339948"/>
                </a:cubicBezTo>
                <a:lnTo>
                  <a:pt x="39540" y="339948"/>
                </a:lnTo>
                <a:close/>
              </a:path>
            </a:pathLst>
          </a:custGeom>
          <a:solidFill>
            <a:schemeClr val="accent2"/>
          </a:solidFill>
          <a:ln w="9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4" name="Graphic 42">
            <a:extLst>
              <a:ext uri="{FF2B5EF4-FFF2-40B4-BE49-F238E27FC236}">
                <a16:creationId xmlns:a16="http://schemas.microsoft.com/office/drawing/2014/main" id="{4FF152B5-51AB-8499-12C1-9FAE9E8EB153}"/>
              </a:ext>
            </a:extLst>
          </p:cNvPr>
          <p:cNvSpPr/>
          <p:nvPr/>
        </p:nvSpPr>
        <p:spPr>
          <a:xfrm>
            <a:off x="21603708" y="917817"/>
            <a:ext cx="1942027" cy="254313"/>
          </a:xfrm>
          <a:custGeom>
            <a:avLst/>
            <a:gdLst>
              <a:gd name="connsiteX0" fmla="*/ 995363 w 1066800"/>
              <a:gd name="connsiteY0" fmla="*/ 139700 h 139700"/>
              <a:gd name="connsiteX1" fmla="*/ 71438 w 1066800"/>
              <a:gd name="connsiteY1" fmla="*/ 139700 h 139700"/>
              <a:gd name="connsiteX2" fmla="*/ 0 w 1066800"/>
              <a:gd name="connsiteY2" fmla="*/ 69850 h 139700"/>
              <a:gd name="connsiteX3" fmla="*/ 71438 w 1066800"/>
              <a:gd name="connsiteY3" fmla="*/ 0 h 139700"/>
              <a:gd name="connsiteX4" fmla="*/ 995363 w 1066800"/>
              <a:gd name="connsiteY4" fmla="*/ 0 h 139700"/>
              <a:gd name="connsiteX5" fmla="*/ 1066800 w 1066800"/>
              <a:gd name="connsiteY5" fmla="*/ 69850 h 139700"/>
              <a:gd name="connsiteX6" fmla="*/ 995363 w 1066800"/>
              <a:gd name="connsiteY6" fmla="*/ 139700 h 139700"/>
              <a:gd name="connsiteX7" fmla="*/ 71438 w 1066800"/>
              <a:gd name="connsiteY7" fmla="*/ 27940 h 139700"/>
              <a:gd name="connsiteX8" fmla="*/ 28575 w 1066800"/>
              <a:gd name="connsiteY8" fmla="*/ 69850 h 139700"/>
              <a:gd name="connsiteX9" fmla="*/ 71438 w 1066800"/>
              <a:gd name="connsiteY9" fmla="*/ 111760 h 139700"/>
              <a:gd name="connsiteX10" fmla="*/ 995363 w 1066800"/>
              <a:gd name="connsiteY10" fmla="*/ 111760 h 139700"/>
              <a:gd name="connsiteX11" fmla="*/ 1038225 w 1066800"/>
              <a:gd name="connsiteY11" fmla="*/ 69850 h 139700"/>
              <a:gd name="connsiteX12" fmla="*/ 995363 w 1066800"/>
              <a:gd name="connsiteY12" fmla="*/ 27940 h 139700"/>
              <a:gd name="connsiteX13" fmla="*/ 71438 w 1066800"/>
              <a:gd name="connsiteY13" fmla="*/ 27940 h 13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6800" h="139700">
                <a:moveTo>
                  <a:pt x="995363" y="139700"/>
                </a:moveTo>
                <a:lnTo>
                  <a:pt x="71438" y="139700"/>
                </a:lnTo>
                <a:cubicBezTo>
                  <a:pt x="32385" y="139700"/>
                  <a:pt x="0" y="108035"/>
                  <a:pt x="0" y="69850"/>
                </a:cubicBezTo>
                <a:cubicBezTo>
                  <a:pt x="0" y="31665"/>
                  <a:pt x="32385" y="0"/>
                  <a:pt x="71438" y="0"/>
                </a:cubicBezTo>
                <a:lnTo>
                  <a:pt x="995363" y="0"/>
                </a:lnTo>
                <a:cubicBezTo>
                  <a:pt x="1034415" y="0"/>
                  <a:pt x="1066800" y="31665"/>
                  <a:pt x="1066800" y="69850"/>
                </a:cubicBezTo>
                <a:cubicBezTo>
                  <a:pt x="1066800" y="108035"/>
                  <a:pt x="1034415" y="139700"/>
                  <a:pt x="995363" y="139700"/>
                </a:cubicBezTo>
                <a:close/>
                <a:moveTo>
                  <a:pt x="71438" y="27940"/>
                </a:moveTo>
                <a:cubicBezTo>
                  <a:pt x="47625" y="27940"/>
                  <a:pt x="28575" y="46567"/>
                  <a:pt x="28575" y="69850"/>
                </a:cubicBezTo>
                <a:cubicBezTo>
                  <a:pt x="28575" y="93133"/>
                  <a:pt x="47625" y="111760"/>
                  <a:pt x="71438" y="111760"/>
                </a:cubicBezTo>
                <a:lnTo>
                  <a:pt x="995363" y="111760"/>
                </a:lnTo>
                <a:cubicBezTo>
                  <a:pt x="1019175" y="111760"/>
                  <a:pt x="1038225" y="93133"/>
                  <a:pt x="1038225" y="69850"/>
                </a:cubicBezTo>
                <a:cubicBezTo>
                  <a:pt x="1038225" y="46567"/>
                  <a:pt x="1019175" y="27940"/>
                  <a:pt x="995363" y="27940"/>
                </a:cubicBezTo>
                <a:lnTo>
                  <a:pt x="71438" y="2794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C5018BE-ABD7-AC1A-264B-A5B816D10603}"/>
              </a:ext>
            </a:extLst>
          </p:cNvPr>
          <p:cNvSpPr/>
          <p:nvPr/>
        </p:nvSpPr>
        <p:spPr>
          <a:xfrm>
            <a:off x="22257584" y="3536449"/>
            <a:ext cx="1872664" cy="2219455"/>
          </a:xfrm>
          <a:custGeom>
            <a:avLst/>
            <a:gdLst>
              <a:gd name="connsiteX0" fmla="*/ 936330 w 1872664"/>
              <a:gd name="connsiteY0" fmla="*/ 1038637 h 2219455"/>
              <a:gd name="connsiteX1" fmla="*/ 788944 w 1872664"/>
              <a:gd name="connsiteY1" fmla="*/ 1186021 h 2219455"/>
              <a:gd name="connsiteX2" fmla="*/ 884312 w 1872664"/>
              <a:gd name="connsiteY2" fmla="*/ 1324737 h 2219455"/>
              <a:gd name="connsiteX3" fmla="*/ 901652 w 1872664"/>
              <a:gd name="connsiteY3" fmla="*/ 1331673 h 2219455"/>
              <a:gd name="connsiteX4" fmla="*/ 901652 w 1872664"/>
              <a:gd name="connsiteY4" fmla="*/ 1716610 h 2219455"/>
              <a:gd name="connsiteX5" fmla="*/ 936330 w 1872664"/>
              <a:gd name="connsiteY5" fmla="*/ 1751289 h 2219455"/>
              <a:gd name="connsiteX6" fmla="*/ 971010 w 1872664"/>
              <a:gd name="connsiteY6" fmla="*/ 1716610 h 2219455"/>
              <a:gd name="connsiteX7" fmla="*/ 971010 w 1872664"/>
              <a:gd name="connsiteY7" fmla="*/ 1333408 h 2219455"/>
              <a:gd name="connsiteX8" fmla="*/ 988350 w 1872664"/>
              <a:gd name="connsiteY8" fmla="*/ 1326472 h 2219455"/>
              <a:gd name="connsiteX9" fmla="*/ 1083716 w 1872664"/>
              <a:gd name="connsiteY9" fmla="*/ 1186021 h 2219455"/>
              <a:gd name="connsiteX10" fmla="*/ 936330 w 1872664"/>
              <a:gd name="connsiteY10" fmla="*/ 1038637 h 2219455"/>
              <a:gd name="connsiteX11" fmla="*/ 936330 w 1872664"/>
              <a:gd name="connsiteY11" fmla="*/ 988351 h 2219455"/>
              <a:gd name="connsiteX12" fmla="*/ 1135734 w 1872664"/>
              <a:gd name="connsiteY12" fmla="*/ 1187756 h 2219455"/>
              <a:gd name="connsiteX13" fmla="*/ 1023028 w 1872664"/>
              <a:gd name="connsiteY13" fmla="*/ 1366352 h 2219455"/>
              <a:gd name="connsiteX14" fmla="*/ 1023028 w 1872664"/>
              <a:gd name="connsiteY14" fmla="*/ 1716610 h 2219455"/>
              <a:gd name="connsiteX15" fmla="*/ 936330 w 1872664"/>
              <a:gd name="connsiteY15" fmla="*/ 1803307 h 2219455"/>
              <a:gd name="connsiteX16" fmla="*/ 849634 w 1872664"/>
              <a:gd name="connsiteY16" fmla="*/ 1716610 h 2219455"/>
              <a:gd name="connsiteX17" fmla="*/ 849634 w 1872664"/>
              <a:gd name="connsiteY17" fmla="*/ 1366352 h 2219455"/>
              <a:gd name="connsiteX18" fmla="*/ 736926 w 1872664"/>
              <a:gd name="connsiteY18" fmla="*/ 1187756 h 2219455"/>
              <a:gd name="connsiteX19" fmla="*/ 936330 w 1872664"/>
              <a:gd name="connsiteY19" fmla="*/ 988351 h 2219455"/>
              <a:gd name="connsiteX20" fmla="*/ 234084 w 1872664"/>
              <a:gd name="connsiteY20" fmla="*/ 589543 h 2219455"/>
              <a:gd name="connsiteX21" fmla="*/ 52018 w 1872664"/>
              <a:gd name="connsiteY21" fmla="*/ 771609 h 2219455"/>
              <a:gd name="connsiteX22" fmla="*/ 52018 w 1872664"/>
              <a:gd name="connsiteY22" fmla="*/ 1985373 h 2219455"/>
              <a:gd name="connsiteX23" fmla="*/ 234084 w 1872664"/>
              <a:gd name="connsiteY23" fmla="*/ 2167437 h 2219455"/>
              <a:gd name="connsiteX24" fmla="*/ 1638582 w 1872664"/>
              <a:gd name="connsiteY24" fmla="*/ 2167437 h 2219455"/>
              <a:gd name="connsiteX25" fmla="*/ 1820646 w 1872664"/>
              <a:gd name="connsiteY25" fmla="*/ 1985373 h 2219455"/>
              <a:gd name="connsiteX26" fmla="*/ 1820646 w 1872664"/>
              <a:gd name="connsiteY26" fmla="*/ 771609 h 2219455"/>
              <a:gd name="connsiteX27" fmla="*/ 1638582 w 1872664"/>
              <a:gd name="connsiteY27" fmla="*/ 589543 h 2219455"/>
              <a:gd name="connsiteX28" fmla="*/ 528854 w 1872664"/>
              <a:gd name="connsiteY28" fmla="*/ 52019 h 2219455"/>
              <a:gd name="connsiteX29" fmla="*/ 346788 w 1872664"/>
              <a:gd name="connsiteY29" fmla="*/ 234084 h 2219455"/>
              <a:gd name="connsiteX30" fmla="*/ 346788 w 1872664"/>
              <a:gd name="connsiteY30" fmla="*/ 537524 h 2219455"/>
              <a:gd name="connsiteX31" fmla="*/ 1525874 w 1872664"/>
              <a:gd name="connsiteY31" fmla="*/ 537524 h 2219455"/>
              <a:gd name="connsiteX32" fmla="*/ 1525874 w 1872664"/>
              <a:gd name="connsiteY32" fmla="*/ 234084 h 2219455"/>
              <a:gd name="connsiteX33" fmla="*/ 1343810 w 1872664"/>
              <a:gd name="connsiteY33" fmla="*/ 52019 h 2219455"/>
              <a:gd name="connsiteX34" fmla="*/ 528854 w 1872664"/>
              <a:gd name="connsiteY34" fmla="*/ 0 h 2219455"/>
              <a:gd name="connsiteX35" fmla="*/ 1343810 w 1872664"/>
              <a:gd name="connsiteY35" fmla="*/ 0 h 2219455"/>
              <a:gd name="connsiteX36" fmla="*/ 1577892 w 1872664"/>
              <a:gd name="connsiteY36" fmla="*/ 234084 h 2219455"/>
              <a:gd name="connsiteX37" fmla="*/ 1577892 w 1872664"/>
              <a:gd name="connsiteY37" fmla="*/ 537524 h 2219455"/>
              <a:gd name="connsiteX38" fmla="*/ 1638582 w 1872664"/>
              <a:gd name="connsiteY38" fmla="*/ 537524 h 2219455"/>
              <a:gd name="connsiteX39" fmla="*/ 1872664 w 1872664"/>
              <a:gd name="connsiteY39" fmla="*/ 771609 h 2219455"/>
              <a:gd name="connsiteX40" fmla="*/ 1872664 w 1872664"/>
              <a:gd name="connsiteY40" fmla="*/ 1985373 h 2219455"/>
              <a:gd name="connsiteX41" fmla="*/ 1638582 w 1872664"/>
              <a:gd name="connsiteY41" fmla="*/ 2219455 h 2219455"/>
              <a:gd name="connsiteX42" fmla="*/ 234084 w 1872664"/>
              <a:gd name="connsiteY42" fmla="*/ 2219455 h 2219455"/>
              <a:gd name="connsiteX43" fmla="*/ 0 w 1872664"/>
              <a:gd name="connsiteY43" fmla="*/ 1985373 h 2219455"/>
              <a:gd name="connsiteX44" fmla="*/ 0 w 1872664"/>
              <a:gd name="connsiteY44" fmla="*/ 771609 h 2219455"/>
              <a:gd name="connsiteX45" fmla="*/ 234084 w 1872664"/>
              <a:gd name="connsiteY45" fmla="*/ 537524 h 2219455"/>
              <a:gd name="connsiteX46" fmla="*/ 294770 w 1872664"/>
              <a:gd name="connsiteY46" fmla="*/ 537524 h 2219455"/>
              <a:gd name="connsiteX47" fmla="*/ 294770 w 1872664"/>
              <a:gd name="connsiteY47" fmla="*/ 234084 h 2219455"/>
              <a:gd name="connsiteX48" fmla="*/ 528854 w 1872664"/>
              <a:gd name="connsiteY48" fmla="*/ 0 h 2219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872664" h="2219455">
                <a:moveTo>
                  <a:pt x="936330" y="1038637"/>
                </a:moveTo>
                <a:cubicBezTo>
                  <a:pt x="854834" y="1038637"/>
                  <a:pt x="788944" y="1104527"/>
                  <a:pt x="788944" y="1186021"/>
                </a:cubicBezTo>
                <a:cubicBezTo>
                  <a:pt x="788944" y="1248444"/>
                  <a:pt x="827092" y="1303930"/>
                  <a:pt x="884312" y="1324737"/>
                </a:cubicBezTo>
                <a:lnTo>
                  <a:pt x="901652" y="1331673"/>
                </a:lnTo>
                <a:lnTo>
                  <a:pt x="901652" y="1716610"/>
                </a:lnTo>
                <a:cubicBezTo>
                  <a:pt x="901652" y="1735684"/>
                  <a:pt x="917256" y="1751289"/>
                  <a:pt x="936330" y="1751289"/>
                </a:cubicBezTo>
                <a:cubicBezTo>
                  <a:pt x="955404" y="1751289"/>
                  <a:pt x="971010" y="1735684"/>
                  <a:pt x="971010" y="1716610"/>
                </a:cubicBezTo>
                <a:lnTo>
                  <a:pt x="971010" y="1333408"/>
                </a:lnTo>
                <a:lnTo>
                  <a:pt x="988350" y="1326472"/>
                </a:lnTo>
                <a:cubicBezTo>
                  <a:pt x="1045568" y="1303930"/>
                  <a:pt x="1083716" y="1248444"/>
                  <a:pt x="1083716" y="1186021"/>
                </a:cubicBezTo>
                <a:cubicBezTo>
                  <a:pt x="1083716" y="1104527"/>
                  <a:pt x="1017826" y="1038637"/>
                  <a:pt x="936330" y="1038637"/>
                </a:cubicBezTo>
                <a:close/>
                <a:moveTo>
                  <a:pt x="936330" y="988351"/>
                </a:moveTo>
                <a:cubicBezTo>
                  <a:pt x="1045568" y="988351"/>
                  <a:pt x="1135734" y="1078517"/>
                  <a:pt x="1135734" y="1187756"/>
                </a:cubicBezTo>
                <a:cubicBezTo>
                  <a:pt x="1135734" y="1264050"/>
                  <a:pt x="1090652" y="1333408"/>
                  <a:pt x="1023028" y="1366352"/>
                </a:cubicBezTo>
                <a:lnTo>
                  <a:pt x="1023028" y="1716610"/>
                </a:lnTo>
                <a:cubicBezTo>
                  <a:pt x="1023028" y="1765160"/>
                  <a:pt x="984882" y="1803307"/>
                  <a:pt x="936330" y="1803307"/>
                </a:cubicBezTo>
                <a:cubicBezTo>
                  <a:pt x="887780" y="1803307"/>
                  <a:pt x="849634" y="1765160"/>
                  <a:pt x="849634" y="1716610"/>
                </a:cubicBezTo>
                <a:lnTo>
                  <a:pt x="849634" y="1366352"/>
                </a:lnTo>
                <a:cubicBezTo>
                  <a:pt x="782008" y="1333408"/>
                  <a:pt x="736926" y="1264050"/>
                  <a:pt x="736926" y="1187756"/>
                </a:cubicBezTo>
                <a:cubicBezTo>
                  <a:pt x="736926" y="1078517"/>
                  <a:pt x="827092" y="988351"/>
                  <a:pt x="936330" y="988351"/>
                </a:cubicBezTo>
                <a:close/>
                <a:moveTo>
                  <a:pt x="234084" y="589543"/>
                </a:moveTo>
                <a:cubicBezTo>
                  <a:pt x="133514" y="589543"/>
                  <a:pt x="52018" y="671039"/>
                  <a:pt x="52018" y="771609"/>
                </a:cubicBezTo>
                <a:lnTo>
                  <a:pt x="52018" y="1985373"/>
                </a:lnTo>
                <a:cubicBezTo>
                  <a:pt x="52018" y="2085942"/>
                  <a:pt x="133514" y="2167437"/>
                  <a:pt x="234084" y="2167437"/>
                </a:cubicBezTo>
                <a:lnTo>
                  <a:pt x="1638582" y="2167437"/>
                </a:lnTo>
                <a:cubicBezTo>
                  <a:pt x="1739150" y="2167437"/>
                  <a:pt x="1820646" y="2085942"/>
                  <a:pt x="1820646" y="1985373"/>
                </a:cubicBezTo>
                <a:lnTo>
                  <a:pt x="1820646" y="771609"/>
                </a:lnTo>
                <a:cubicBezTo>
                  <a:pt x="1820646" y="671039"/>
                  <a:pt x="1739150" y="589543"/>
                  <a:pt x="1638582" y="589543"/>
                </a:cubicBezTo>
                <a:close/>
                <a:moveTo>
                  <a:pt x="528854" y="52019"/>
                </a:moveTo>
                <a:cubicBezTo>
                  <a:pt x="428286" y="52019"/>
                  <a:pt x="346788" y="133515"/>
                  <a:pt x="346788" y="234084"/>
                </a:cubicBezTo>
                <a:lnTo>
                  <a:pt x="346788" y="537524"/>
                </a:lnTo>
                <a:lnTo>
                  <a:pt x="1525874" y="537524"/>
                </a:lnTo>
                <a:lnTo>
                  <a:pt x="1525874" y="234084"/>
                </a:lnTo>
                <a:cubicBezTo>
                  <a:pt x="1525874" y="133515"/>
                  <a:pt x="1444380" y="52019"/>
                  <a:pt x="1343810" y="52019"/>
                </a:cubicBezTo>
                <a:close/>
                <a:moveTo>
                  <a:pt x="528854" y="0"/>
                </a:moveTo>
                <a:lnTo>
                  <a:pt x="1343810" y="0"/>
                </a:lnTo>
                <a:cubicBezTo>
                  <a:pt x="1472122" y="0"/>
                  <a:pt x="1577892" y="105772"/>
                  <a:pt x="1577892" y="234084"/>
                </a:cubicBezTo>
                <a:lnTo>
                  <a:pt x="1577892" y="537524"/>
                </a:lnTo>
                <a:lnTo>
                  <a:pt x="1638582" y="537524"/>
                </a:lnTo>
                <a:cubicBezTo>
                  <a:pt x="1766894" y="537524"/>
                  <a:pt x="1872664" y="643296"/>
                  <a:pt x="1872664" y="771609"/>
                </a:cubicBezTo>
                <a:lnTo>
                  <a:pt x="1872664" y="1985373"/>
                </a:lnTo>
                <a:cubicBezTo>
                  <a:pt x="1872664" y="2113685"/>
                  <a:pt x="1766894" y="2219455"/>
                  <a:pt x="1638582" y="2219455"/>
                </a:cubicBezTo>
                <a:lnTo>
                  <a:pt x="234084" y="2219455"/>
                </a:lnTo>
                <a:cubicBezTo>
                  <a:pt x="105770" y="2219455"/>
                  <a:pt x="0" y="2113685"/>
                  <a:pt x="0" y="1985373"/>
                </a:cubicBezTo>
                <a:lnTo>
                  <a:pt x="0" y="771609"/>
                </a:lnTo>
                <a:cubicBezTo>
                  <a:pt x="0" y="643296"/>
                  <a:pt x="105770" y="537524"/>
                  <a:pt x="234084" y="537524"/>
                </a:cubicBezTo>
                <a:lnTo>
                  <a:pt x="294770" y="537524"/>
                </a:lnTo>
                <a:lnTo>
                  <a:pt x="294770" y="234084"/>
                </a:lnTo>
                <a:cubicBezTo>
                  <a:pt x="294770" y="105772"/>
                  <a:pt x="400542" y="0"/>
                  <a:pt x="528854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grpSp>
        <p:nvGrpSpPr>
          <p:cNvPr id="68" name="Graphic 46">
            <a:extLst>
              <a:ext uri="{FF2B5EF4-FFF2-40B4-BE49-F238E27FC236}">
                <a16:creationId xmlns:a16="http://schemas.microsoft.com/office/drawing/2014/main" id="{86C711A3-A473-2272-4057-D825191288D6}"/>
              </a:ext>
            </a:extLst>
          </p:cNvPr>
          <p:cNvGrpSpPr/>
          <p:nvPr/>
        </p:nvGrpSpPr>
        <p:grpSpPr>
          <a:xfrm>
            <a:off x="21194868" y="11013830"/>
            <a:ext cx="2837772" cy="2502526"/>
            <a:chOff x="22048503" y="1781038"/>
            <a:chExt cx="1558857" cy="1374698"/>
          </a:xfrm>
          <a:solidFill>
            <a:schemeClr val="accent3"/>
          </a:solidFill>
        </p:grpSpPr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3EC75D7-8BE5-2993-5763-C52934AB4CC0}"/>
                </a:ext>
              </a:extLst>
            </p:cNvPr>
            <p:cNvSpPr/>
            <p:nvPr/>
          </p:nvSpPr>
          <p:spPr>
            <a:xfrm>
              <a:off x="22048503" y="1781038"/>
              <a:ext cx="1558857" cy="413625"/>
            </a:xfrm>
            <a:custGeom>
              <a:avLst/>
              <a:gdLst>
                <a:gd name="connsiteX0" fmla="*/ 1494486 w 1558857"/>
                <a:gd name="connsiteY0" fmla="*/ 413626 h 413625"/>
                <a:gd name="connsiteX1" fmla="*/ 1452576 w 1558857"/>
                <a:gd name="connsiteY1" fmla="*/ 396481 h 413625"/>
                <a:gd name="connsiteX2" fmla="*/ 785826 w 1558857"/>
                <a:gd name="connsiteY2" fmla="*/ 127876 h 413625"/>
                <a:gd name="connsiteX3" fmla="*/ 106694 w 1558857"/>
                <a:gd name="connsiteY3" fmla="*/ 363143 h 413625"/>
                <a:gd name="connsiteX4" fmla="*/ 43829 w 1558857"/>
                <a:gd name="connsiteY4" fmla="*/ 374573 h 413625"/>
                <a:gd name="connsiteX5" fmla="*/ 966 w 1558857"/>
                <a:gd name="connsiteY5" fmla="*/ 325043 h 413625"/>
                <a:gd name="connsiteX6" fmla="*/ 20969 w 1558857"/>
                <a:gd name="connsiteY6" fmla="*/ 273608 h 413625"/>
                <a:gd name="connsiteX7" fmla="*/ 786779 w 1558857"/>
                <a:gd name="connsiteY7" fmla="*/ 241 h 413625"/>
                <a:gd name="connsiteX8" fmla="*/ 1539254 w 1558857"/>
                <a:gd name="connsiteY8" fmla="*/ 307898 h 413625"/>
                <a:gd name="connsiteX9" fmla="*/ 1557351 w 1558857"/>
                <a:gd name="connsiteY9" fmla="*/ 362191 h 413625"/>
                <a:gd name="connsiteX10" fmla="*/ 1511631 w 1558857"/>
                <a:gd name="connsiteY10" fmla="*/ 410768 h 413625"/>
                <a:gd name="connsiteX11" fmla="*/ 1494486 w 1558857"/>
                <a:gd name="connsiteY11" fmla="*/ 413626 h 413625"/>
                <a:gd name="connsiteX12" fmla="*/ 759156 w 1558857"/>
                <a:gd name="connsiteY12" fmla="*/ 99301 h 413625"/>
                <a:gd name="connsiteX13" fmla="*/ 786779 w 1558857"/>
                <a:gd name="connsiteY13" fmla="*/ 99301 h 413625"/>
                <a:gd name="connsiteX14" fmla="*/ 1472579 w 1558857"/>
                <a:gd name="connsiteY14" fmla="*/ 375526 h 413625"/>
                <a:gd name="connsiteX15" fmla="*/ 1504011 w 1558857"/>
                <a:gd name="connsiteY15" fmla="*/ 383146 h 413625"/>
                <a:gd name="connsiteX16" fmla="*/ 1529729 w 1558857"/>
                <a:gd name="connsiteY16" fmla="*/ 356476 h 413625"/>
                <a:gd name="connsiteX17" fmla="*/ 1520204 w 1558857"/>
                <a:gd name="connsiteY17" fmla="*/ 329806 h 413625"/>
                <a:gd name="connsiteX18" fmla="*/ 786779 w 1558857"/>
                <a:gd name="connsiteY18" fmla="*/ 28816 h 413625"/>
                <a:gd name="connsiteX19" fmla="*/ 39066 w 1558857"/>
                <a:gd name="connsiteY19" fmla="*/ 295516 h 413625"/>
                <a:gd name="connsiteX20" fmla="*/ 28589 w 1558857"/>
                <a:gd name="connsiteY20" fmla="*/ 319328 h 413625"/>
                <a:gd name="connsiteX21" fmla="*/ 53354 w 1558857"/>
                <a:gd name="connsiteY21" fmla="*/ 346951 h 413625"/>
                <a:gd name="connsiteX22" fmla="*/ 87644 w 1558857"/>
                <a:gd name="connsiteY22" fmla="*/ 340283 h 413625"/>
                <a:gd name="connsiteX23" fmla="*/ 87644 w 1558857"/>
                <a:gd name="connsiteY23" fmla="*/ 340283 h 413625"/>
                <a:gd name="connsiteX24" fmla="*/ 759156 w 1558857"/>
                <a:gd name="connsiteY24" fmla="*/ 99301 h 41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8857" h="413625">
                  <a:moveTo>
                    <a:pt x="1494486" y="413626"/>
                  </a:moveTo>
                  <a:cubicBezTo>
                    <a:pt x="1479246" y="413626"/>
                    <a:pt x="1464959" y="407911"/>
                    <a:pt x="1452576" y="396481"/>
                  </a:cubicBezTo>
                  <a:cubicBezTo>
                    <a:pt x="1271601" y="229793"/>
                    <a:pt x="1034429" y="134543"/>
                    <a:pt x="785826" y="127876"/>
                  </a:cubicBezTo>
                  <a:cubicBezTo>
                    <a:pt x="536271" y="122161"/>
                    <a:pt x="295289" y="205028"/>
                    <a:pt x="106694" y="363143"/>
                  </a:cubicBezTo>
                  <a:cubicBezTo>
                    <a:pt x="88596" y="378383"/>
                    <a:pt x="65736" y="382193"/>
                    <a:pt x="43829" y="374573"/>
                  </a:cubicBezTo>
                  <a:cubicBezTo>
                    <a:pt x="20969" y="366001"/>
                    <a:pt x="4776" y="346951"/>
                    <a:pt x="966" y="325043"/>
                  </a:cubicBezTo>
                  <a:cubicBezTo>
                    <a:pt x="-2844" y="305993"/>
                    <a:pt x="4776" y="287896"/>
                    <a:pt x="20969" y="273608"/>
                  </a:cubicBezTo>
                  <a:cubicBezTo>
                    <a:pt x="239091" y="90728"/>
                    <a:pt x="511506" y="-5474"/>
                    <a:pt x="786779" y="241"/>
                  </a:cubicBezTo>
                  <a:cubicBezTo>
                    <a:pt x="1063956" y="6908"/>
                    <a:pt x="1330656" y="115493"/>
                    <a:pt x="1539254" y="307898"/>
                  </a:cubicBezTo>
                  <a:cubicBezTo>
                    <a:pt x="1555446" y="323138"/>
                    <a:pt x="1562114" y="342188"/>
                    <a:pt x="1557351" y="362191"/>
                  </a:cubicBezTo>
                  <a:cubicBezTo>
                    <a:pt x="1552589" y="384098"/>
                    <a:pt x="1534491" y="403148"/>
                    <a:pt x="1511631" y="410768"/>
                  </a:cubicBezTo>
                  <a:cubicBezTo>
                    <a:pt x="1506869" y="412673"/>
                    <a:pt x="1500201" y="413626"/>
                    <a:pt x="1494486" y="413626"/>
                  </a:cubicBezTo>
                  <a:close/>
                  <a:moveTo>
                    <a:pt x="759156" y="99301"/>
                  </a:moveTo>
                  <a:cubicBezTo>
                    <a:pt x="768681" y="99301"/>
                    <a:pt x="777254" y="99301"/>
                    <a:pt x="786779" y="99301"/>
                  </a:cubicBezTo>
                  <a:cubicBezTo>
                    <a:pt x="1043001" y="105968"/>
                    <a:pt x="1286841" y="204076"/>
                    <a:pt x="1472579" y="375526"/>
                  </a:cubicBezTo>
                  <a:cubicBezTo>
                    <a:pt x="1484009" y="386003"/>
                    <a:pt x="1496391" y="386003"/>
                    <a:pt x="1504011" y="383146"/>
                  </a:cubicBezTo>
                  <a:cubicBezTo>
                    <a:pt x="1516394" y="379336"/>
                    <a:pt x="1526871" y="367906"/>
                    <a:pt x="1529729" y="356476"/>
                  </a:cubicBezTo>
                  <a:cubicBezTo>
                    <a:pt x="1531634" y="346951"/>
                    <a:pt x="1528776" y="337426"/>
                    <a:pt x="1520204" y="329806"/>
                  </a:cubicBezTo>
                  <a:cubicBezTo>
                    <a:pt x="1317321" y="142163"/>
                    <a:pt x="1056336" y="35483"/>
                    <a:pt x="786779" y="28816"/>
                  </a:cubicBezTo>
                  <a:cubicBezTo>
                    <a:pt x="517221" y="23101"/>
                    <a:pt x="252426" y="117398"/>
                    <a:pt x="39066" y="295516"/>
                  </a:cubicBezTo>
                  <a:cubicBezTo>
                    <a:pt x="30494" y="302183"/>
                    <a:pt x="26684" y="310756"/>
                    <a:pt x="28589" y="319328"/>
                  </a:cubicBezTo>
                  <a:cubicBezTo>
                    <a:pt x="30494" y="330758"/>
                    <a:pt x="40971" y="342188"/>
                    <a:pt x="53354" y="346951"/>
                  </a:cubicBezTo>
                  <a:cubicBezTo>
                    <a:pt x="60021" y="349808"/>
                    <a:pt x="74309" y="351713"/>
                    <a:pt x="87644" y="340283"/>
                  </a:cubicBezTo>
                  <a:lnTo>
                    <a:pt x="87644" y="340283"/>
                  </a:lnTo>
                  <a:cubicBezTo>
                    <a:pt x="275286" y="185026"/>
                    <a:pt x="512459" y="99301"/>
                    <a:pt x="759156" y="993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C7AD87F9-CB0B-A90F-A557-9223A2813E2C}"/>
                </a:ext>
              </a:extLst>
            </p:cNvPr>
            <p:cNvSpPr/>
            <p:nvPr/>
          </p:nvSpPr>
          <p:spPr>
            <a:xfrm>
              <a:off x="22265046" y="2157473"/>
              <a:ext cx="1103649" cy="283887"/>
            </a:xfrm>
            <a:custGeom>
              <a:avLst/>
              <a:gdLst>
                <a:gd name="connsiteX0" fmla="*/ 1037913 w 1103649"/>
                <a:gd name="connsiteY0" fmla="*/ 283888 h 283887"/>
                <a:gd name="connsiteX1" fmla="*/ 996956 w 1103649"/>
                <a:gd name="connsiteY1" fmla="*/ 268648 h 283887"/>
                <a:gd name="connsiteX2" fmla="*/ 92081 w 1103649"/>
                <a:gd name="connsiteY2" fmla="*/ 263885 h 283887"/>
                <a:gd name="connsiteX3" fmla="*/ 92081 w 1103649"/>
                <a:gd name="connsiteY3" fmla="*/ 263885 h 283887"/>
                <a:gd name="connsiteX4" fmla="*/ 10165 w 1103649"/>
                <a:gd name="connsiteY4" fmla="*/ 243883 h 283887"/>
                <a:gd name="connsiteX5" fmla="*/ 29215 w 1103649"/>
                <a:gd name="connsiteY5" fmla="*/ 158158 h 283887"/>
                <a:gd name="connsiteX6" fmla="*/ 562616 w 1103649"/>
                <a:gd name="connsiteY6" fmla="*/ 43 h 283887"/>
                <a:gd name="connsiteX7" fmla="*/ 1082680 w 1103649"/>
                <a:gd name="connsiteY7" fmla="*/ 180065 h 283887"/>
                <a:gd name="connsiteX8" fmla="*/ 1102683 w 1103649"/>
                <a:gd name="connsiteY8" fmla="*/ 232453 h 283887"/>
                <a:gd name="connsiteX9" fmla="*/ 1058868 w 1103649"/>
                <a:gd name="connsiteY9" fmla="*/ 281030 h 283887"/>
                <a:gd name="connsiteX10" fmla="*/ 1037913 w 1103649"/>
                <a:gd name="connsiteY10" fmla="*/ 283888 h 283887"/>
                <a:gd name="connsiteX11" fmla="*/ 578808 w 1103649"/>
                <a:gd name="connsiteY11" fmla="*/ 93388 h 283887"/>
                <a:gd name="connsiteX12" fmla="*/ 1016005 w 1103649"/>
                <a:gd name="connsiteY12" fmla="*/ 245788 h 283887"/>
                <a:gd name="connsiteX13" fmla="*/ 1049343 w 1103649"/>
                <a:gd name="connsiteY13" fmla="*/ 252455 h 283887"/>
                <a:gd name="connsiteX14" fmla="*/ 1075061 w 1103649"/>
                <a:gd name="connsiteY14" fmla="*/ 224833 h 283887"/>
                <a:gd name="connsiteX15" fmla="*/ 1064583 w 1103649"/>
                <a:gd name="connsiteY15" fmla="*/ 200068 h 283887"/>
                <a:gd name="connsiteX16" fmla="*/ 562616 w 1103649"/>
                <a:gd name="connsiteY16" fmla="*/ 26713 h 283887"/>
                <a:gd name="connsiteX17" fmla="*/ 43503 w 1103649"/>
                <a:gd name="connsiteY17" fmla="*/ 180065 h 283887"/>
                <a:gd name="connsiteX18" fmla="*/ 33978 w 1103649"/>
                <a:gd name="connsiteY18" fmla="*/ 226738 h 283887"/>
                <a:gd name="connsiteX19" fmla="*/ 76840 w 1103649"/>
                <a:gd name="connsiteY19" fmla="*/ 238168 h 283887"/>
                <a:gd name="connsiteX20" fmla="*/ 578808 w 1103649"/>
                <a:gd name="connsiteY20" fmla="*/ 93388 h 283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3649" h="283887">
                  <a:moveTo>
                    <a:pt x="1037913" y="283888"/>
                  </a:moveTo>
                  <a:cubicBezTo>
                    <a:pt x="1023625" y="283888"/>
                    <a:pt x="1009338" y="278173"/>
                    <a:pt x="996956" y="268648"/>
                  </a:cubicBezTo>
                  <a:cubicBezTo>
                    <a:pt x="735018" y="43858"/>
                    <a:pt x="344493" y="108628"/>
                    <a:pt x="92081" y="263885"/>
                  </a:cubicBezTo>
                  <a:lnTo>
                    <a:pt x="92081" y="263885"/>
                  </a:lnTo>
                  <a:cubicBezTo>
                    <a:pt x="58743" y="283888"/>
                    <a:pt x="25405" y="268648"/>
                    <a:pt x="10165" y="243883"/>
                  </a:cubicBezTo>
                  <a:cubicBezTo>
                    <a:pt x="-6027" y="218165"/>
                    <a:pt x="-5074" y="179113"/>
                    <a:pt x="29215" y="158158"/>
                  </a:cubicBezTo>
                  <a:cubicBezTo>
                    <a:pt x="191140" y="58145"/>
                    <a:pt x="380688" y="2900"/>
                    <a:pt x="562616" y="43"/>
                  </a:cubicBezTo>
                  <a:cubicBezTo>
                    <a:pt x="763593" y="-1862"/>
                    <a:pt x="943616" y="60050"/>
                    <a:pt x="1082680" y="180065"/>
                  </a:cubicBezTo>
                  <a:cubicBezTo>
                    <a:pt x="1098873" y="194353"/>
                    <a:pt x="1106493" y="212450"/>
                    <a:pt x="1102683" y="232453"/>
                  </a:cubicBezTo>
                  <a:cubicBezTo>
                    <a:pt x="1098873" y="254360"/>
                    <a:pt x="1081728" y="273410"/>
                    <a:pt x="1058868" y="281030"/>
                  </a:cubicBezTo>
                  <a:cubicBezTo>
                    <a:pt x="1052201" y="282935"/>
                    <a:pt x="1044580" y="283888"/>
                    <a:pt x="1037913" y="283888"/>
                  </a:cubicBezTo>
                  <a:close/>
                  <a:moveTo>
                    <a:pt x="578808" y="93388"/>
                  </a:moveTo>
                  <a:cubicBezTo>
                    <a:pt x="735018" y="93388"/>
                    <a:pt x="889323" y="137203"/>
                    <a:pt x="1016005" y="245788"/>
                  </a:cubicBezTo>
                  <a:cubicBezTo>
                    <a:pt x="1028388" y="256265"/>
                    <a:pt x="1041723" y="255313"/>
                    <a:pt x="1049343" y="252455"/>
                  </a:cubicBezTo>
                  <a:cubicBezTo>
                    <a:pt x="1061726" y="247693"/>
                    <a:pt x="1072203" y="237215"/>
                    <a:pt x="1075061" y="224833"/>
                  </a:cubicBezTo>
                  <a:cubicBezTo>
                    <a:pt x="1076966" y="215308"/>
                    <a:pt x="1073155" y="206735"/>
                    <a:pt x="1064583" y="200068"/>
                  </a:cubicBezTo>
                  <a:cubicBezTo>
                    <a:pt x="930281" y="84815"/>
                    <a:pt x="756925" y="24808"/>
                    <a:pt x="562616" y="26713"/>
                  </a:cubicBezTo>
                  <a:cubicBezTo>
                    <a:pt x="385451" y="28618"/>
                    <a:pt x="200665" y="82910"/>
                    <a:pt x="43503" y="180065"/>
                  </a:cubicBezTo>
                  <a:cubicBezTo>
                    <a:pt x="24453" y="191495"/>
                    <a:pt x="25405" y="212450"/>
                    <a:pt x="33978" y="226738"/>
                  </a:cubicBezTo>
                  <a:cubicBezTo>
                    <a:pt x="41598" y="239120"/>
                    <a:pt x="57790" y="249598"/>
                    <a:pt x="76840" y="238168"/>
                  </a:cubicBezTo>
                  <a:cubicBezTo>
                    <a:pt x="216858" y="152443"/>
                    <a:pt x="398785" y="93388"/>
                    <a:pt x="578808" y="933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06BB8600-EEE4-DD7A-0DBA-F35CA0FB99F0}"/>
                </a:ext>
              </a:extLst>
            </p:cNvPr>
            <p:cNvSpPr/>
            <p:nvPr/>
          </p:nvSpPr>
          <p:spPr>
            <a:xfrm>
              <a:off x="22469522" y="2514619"/>
              <a:ext cx="693430" cy="211539"/>
            </a:xfrm>
            <a:custGeom>
              <a:avLst/>
              <a:gdLst>
                <a:gd name="connsiteX0" fmla="*/ 632460 w 693430"/>
                <a:gd name="connsiteY0" fmla="*/ 211539 h 211539"/>
                <a:gd name="connsiteX1" fmla="*/ 590550 w 693430"/>
                <a:gd name="connsiteY1" fmla="*/ 189632 h 211539"/>
                <a:gd name="connsiteX2" fmla="*/ 483870 w 693430"/>
                <a:gd name="connsiteY2" fmla="*/ 141054 h 211539"/>
                <a:gd name="connsiteX3" fmla="*/ 476250 w 693430"/>
                <a:gd name="connsiteY3" fmla="*/ 139149 h 211539"/>
                <a:gd name="connsiteX4" fmla="*/ 348615 w 693430"/>
                <a:gd name="connsiteY4" fmla="*/ 123909 h 211539"/>
                <a:gd name="connsiteX5" fmla="*/ 92393 w 693430"/>
                <a:gd name="connsiteY5" fmla="*/ 194394 h 211539"/>
                <a:gd name="connsiteX6" fmla="*/ 92393 w 693430"/>
                <a:gd name="connsiteY6" fmla="*/ 194394 h 211539"/>
                <a:gd name="connsiteX7" fmla="*/ 33338 w 693430"/>
                <a:gd name="connsiteY7" fmla="*/ 195347 h 211539"/>
                <a:gd name="connsiteX8" fmla="*/ 0 w 693430"/>
                <a:gd name="connsiteY8" fmla="*/ 138197 h 211539"/>
                <a:gd name="connsiteX9" fmla="*/ 30480 w 693430"/>
                <a:gd name="connsiteY9" fmla="*/ 87714 h 211539"/>
                <a:gd name="connsiteX10" fmla="*/ 363855 w 693430"/>
                <a:gd name="connsiteY10" fmla="*/ 84 h 211539"/>
                <a:gd name="connsiteX11" fmla="*/ 539115 w 693430"/>
                <a:gd name="connsiteY11" fmla="*/ 27707 h 211539"/>
                <a:gd name="connsiteX12" fmla="*/ 679133 w 693430"/>
                <a:gd name="connsiteY12" fmla="*/ 103907 h 211539"/>
                <a:gd name="connsiteX13" fmla="*/ 688658 w 693430"/>
                <a:gd name="connsiteY13" fmla="*/ 167724 h 211539"/>
                <a:gd name="connsiteX14" fmla="*/ 639128 w 693430"/>
                <a:gd name="connsiteY14" fmla="*/ 210587 h 211539"/>
                <a:gd name="connsiteX15" fmla="*/ 632460 w 693430"/>
                <a:gd name="connsiteY15" fmla="*/ 211539 h 211539"/>
                <a:gd name="connsiteX16" fmla="*/ 352425 w 693430"/>
                <a:gd name="connsiteY16" fmla="*/ 95334 h 211539"/>
                <a:gd name="connsiteX17" fmla="*/ 483870 w 693430"/>
                <a:gd name="connsiteY17" fmla="*/ 111527 h 211539"/>
                <a:gd name="connsiteX18" fmla="*/ 491490 w 693430"/>
                <a:gd name="connsiteY18" fmla="*/ 113432 h 211539"/>
                <a:gd name="connsiteX19" fmla="*/ 613410 w 693430"/>
                <a:gd name="connsiteY19" fmla="*/ 171534 h 211539"/>
                <a:gd name="connsiteX20" fmla="*/ 636270 w 693430"/>
                <a:gd name="connsiteY20" fmla="*/ 182012 h 211539"/>
                <a:gd name="connsiteX21" fmla="*/ 663893 w 693430"/>
                <a:gd name="connsiteY21" fmla="*/ 157247 h 211539"/>
                <a:gd name="connsiteX22" fmla="*/ 658178 w 693430"/>
                <a:gd name="connsiteY22" fmla="*/ 122004 h 211539"/>
                <a:gd name="connsiteX23" fmla="*/ 531495 w 693430"/>
                <a:gd name="connsiteY23" fmla="*/ 55329 h 211539"/>
                <a:gd name="connsiteX24" fmla="*/ 363855 w 693430"/>
                <a:gd name="connsiteY24" fmla="*/ 28659 h 211539"/>
                <a:gd name="connsiteX25" fmla="*/ 44768 w 693430"/>
                <a:gd name="connsiteY25" fmla="*/ 112479 h 211539"/>
                <a:gd name="connsiteX26" fmla="*/ 28575 w 693430"/>
                <a:gd name="connsiteY26" fmla="*/ 138197 h 211539"/>
                <a:gd name="connsiteX27" fmla="*/ 47625 w 693430"/>
                <a:gd name="connsiteY27" fmla="*/ 170582 h 211539"/>
                <a:gd name="connsiteX28" fmla="*/ 78105 w 693430"/>
                <a:gd name="connsiteY28" fmla="*/ 169629 h 211539"/>
                <a:gd name="connsiteX29" fmla="*/ 78105 w 693430"/>
                <a:gd name="connsiteY29" fmla="*/ 169629 h 211539"/>
                <a:gd name="connsiteX30" fmla="*/ 347662 w 693430"/>
                <a:gd name="connsiteY30" fmla="*/ 95334 h 211539"/>
                <a:gd name="connsiteX31" fmla="*/ 352425 w 693430"/>
                <a:gd name="connsiteY31" fmla="*/ 95334 h 21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93430" h="211539">
                  <a:moveTo>
                    <a:pt x="632460" y="211539"/>
                  </a:moveTo>
                  <a:cubicBezTo>
                    <a:pt x="616268" y="211539"/>
                    <a:pt x="601980" y="203919"/>
                    <a:pt x="590550" y="189632"/>
                  </a:cubicBezTo>
                  <a:cubicBezTo>
                    <a:pt x="568643" y="162009"/>
                    <a:pt x="521970" y="150579"/>
                    <a:pt x="483870" y="141054"/>
                  </a:cubicBezTo>
                  <a:lnTo>
                    <a:pt x="476250" y="139149"/>
                  </a:lnTo>
                  <a:cubicBezTo>
                    <a:pt x="436245" y="128672"/>
                    <a:pt x="392430" y="123909"/>
                    <a:pt x="348615" y="123909"/>
                  </a:cubicBezTo>
                  <a:cubicBezTo>
                    <a:pt x="259080" y="124862"/>
                    <a:pt x="173355" y="148674"/>
                    <a:pt x="92393" y="194394"/>
                  </a:cubicBezTo>
                  <a:lnTo>
                    <a:pt x="92393" y="194394"/>
                  </a:lnTo>
                  <a:cubicBezTo>
                    <a:pt x="73343" y="205824"/>
                    <a:pt x="51435" y="205824"/>
                    <a:pt x="33338" y="195347"/>
                  </a:cubicBezTo>
                  <a:cubicBezTo>
                    <a:pt x="13335" y="183917"/>
                    <a:pt x="0" y="161057"/>
                    <a:pt x="0" y="138197"/>
                  </a:cubicBezTo>
                  <a:cubicBezTo>
                    <a:pt x="0" y="117242"/>
                    <a:pt x="11430" y="99144"/>
                    <a:pt x="30480" y="87714"/>
                  </a:cubicBezTo>
                  <a:cubicBezTo>
                    <a:pt x="133350" y="28659"/>
                    <a:pt x="248603" y="-1821"/>
                    <a:pt x="363855" y="84"/>
                  </a:cubicBezTo>
                  <a:cubicBezTo>
                    <a:pt x="424815" y="1037"/>
                    <a:pt x="483870" y="10562"/>
                    <a:pt x="539115" y="27707"/>
                  </a:cubicBezTo>
                  <a:cubicBezTo>
                    <a:pt x="583883" y="41994"/>
                    <a:pt x="644843" y="61044"/>
                    <a:pt x="679133" y="103907"/>
                  </a:cubicBezTo>
                  <a:cubicBezTo>
                    <a:pt x="694373" y="122004"/>
                    <a:pt x="697230" y="145817"/>
                    <a:pt x="688658" y="167724"/>
                  </a:cubicBezTo>
                  <a:cubicBezTo>
                    <a:pt x="680085" y="190584"/>
                    <a:pt x="660083" y="206777"/>
                    <a:pt x="639128" y="210587"/>
                  </a:cubicBezTo>
                  <a:cubicBezTo>
                    <a:pt x="638175" y="211539"/>
                    <a:pt x="635318" y="211539"/>
                    <a:pt x="632460" y="211539"/>
                  </a:cubicBezTo>
                  <a:close/>
                  <a:moveTo>
                    <a:pt x="352425" y="95334"/>
                  </a:moveTo>
                  <a:cubicBezTo>
                    <a:pt x="398145" y="95334"/>
                    <a:pt x="441960" y="101049"/>
                    <a:pt x="483870" y="111527"/>
                  </a:cubicBezTo>
                  <a:lnTo>
                    <a:pt x="491490" y="113432"/>
                  </a:lnTo>
                  <a:cubicBezTo>
                    <a:pt x="533400" y="123909"/>
                    <a:pt x="584835" y="137244"/>
                    <a:pt x="613410" y="171534"/>
                  </a:cubicBezTo>
                  <a:cubicBezTo>
                    <a:pt x="620078" y="180107"/>
                    <a:pt x="627698" y="183917"/>
                    <a:pt x="636270" y="182012"/>
                  </a:cubicBezTo>
                  <a:cubicBezTo>
                    <a:pt x="647700" y="180107"/>
                    <a:pt x="659130" y="170582"/>
                    <a:pt x="663893" y="157247"/>
                  </a:cubicBezTo>
                  <a:cubicBezTo>
                    <a:pt x="666750" y="149627"/>
                    <a:pt x="669608" y="135339"/>
                    <a:pt x="658178" y="122004"/>
                  </a:cubicBezTo>
                  <a:cubicBezTo>
                    <a:pt x="628650" y="85809"/>
                    <a:pt x="572453" y="67712"/>
                    <a:pt x="531495" y="55329"/>
                  </a:cubicBezTo>
                  <a:cubicBezTo>
                    <a:pt x="478155" y="39137"/>
                    <a:pt x="421958" y="29612"/>
                    <a:pt x="363855" y="28659"/>
                  </a:cubicBezTo>
                  <a:cubicBezTo>
                    <a:pt x="253365" y="26754"/>
                    <a:pt x="143827" y="55329"/>
                    <a:pt x="44768" y="112479"/>
                  </a:cubicBezTo>
                  <a:cubicBezTo>
                    <a:pt x="31432" y="120099"/>
                    <a:pt x="28575" y="130577"/>
                    <a:pt x="28575" y="138197"/>
                  </a:cubicBezTo>
                  <a:cubicBezTo>
                    <a:pt x="28575" y="150579"/>
                    <a:pt x="36195" y="163914"/>
                    <a:pt x="47625" y="170582"/>
                  </a:cubicBezTo>
                  <a:cubicBezTo>
                    <a:pt x="54293" y="174392"/>
                    <a:pt x="64770" y="177249"/>
                    <a:pt x="78105" y="169629"/>
                  </a:cubicBezTo>
                  <a:lnTo>
                    <a:pt x="78105" y="169629"/>
                  </a:lnTo>
                  <a:cubicBezTo>
                    <a:pt x="162877" y="121052"/>
                    <a:pt x="253365" y="96287"/>
                    <a:pt x="347662" y="95334"/>
                  </a:cubicBezTo>
                  <a:cubicBezTo>
                    <a:pt x="349568" y="95334"/>
                    <a:pt x="350520" y="95334"/>
                    <a:pt x="352425" y="95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5967914F-7767-40CE-C5AC-5D1781C67AE6}"/>
                </a:ext>
              </a:extLst>
            </p:cNvPr>
            <p:cNvSpPr/>
            <p:nvPr/>
          </p:nvSpPr>
          <p:spPr>
            <a:xfrm>
              <a:off x="22650337" y="2842364"/>
              <a:ext cx="314643" cy="313372"/>
            </a:xfrm>
            <a:custGeom>
              <a:avLst/>
              <a:gdLst>
                <a:gd name="connsiteX0" fmla="*/ 157322 w 314643"/>
                <a:gd name="connsiteY0" fmla="*/ 313373 h 313372"/>
                <a:gd name="connsiteX1" fmla="*/ 159 w 314643"/>
                <a:gd name="connsiteY1" fmla="*/ 157163 h 313372"/>
                <a:gd name="connsiteX2" fmla="*/ 42069 w 314643"/>
                <a:gd name="connsiteY2" fmla="*/ 50482 h 313372"/>
                <a:gd name="connsiteX3" fmla="*/ 157322 w 314643"/>
                <a:gd name="connsiteY3" fmla="*/ 0 h 313372"/>
                <a:gd name="connsiteX4" fmla="*/ 314484 w 314643"/>
                <a:gd name="connsiteY4" fmla="*/ 156210 h 313372"/>
                <a:gd name="connsiteX5" fmla="*/ 272574 w 314643"/>
                <a:gd name="connsiteY5" fmla="*/ 262890 h 313372"/>
                <a:gd name="connsiteX6" fmla="*/ 157322 w 314643"/>
                <a:gd name="connsiteY6" fmla="*/ 313373 h 313372"/>
                <a:gd name="connsiteX7" fmla="*/ 157322 w 314643"/>
                <a:gd name="connsiteY7" fmla="*/ 27623 h 313372"/>
                <a:gd name="connsiteX8" fmla="*/ 63024 w 314643"/>
                <a:gd name="connsiteY8" fmla="*/ 69532 h 313372"/>
                <a:gd name="connsiteX9" fmla="*/ 28734 w 314643"/>
                <a:gd name="connsiteY9" fmla="*/ 155257 h 313372"/>
                <a:gd name="connsiteX10" fmla="*/ 157322 w 314643"/>
                <a:gd name="connsiteY10" fmla="*/ 284798 h 313372"/>
                <a:gd name="connsiteX11" fmla="*/ 251619 w 314643"/>
                <a:gd name="connsiteY11" fmla="*/ 242887 h 313372"/>
                <a:gd name="connsiteX12" fmla="*/ 285909 w 314643"/>
                <a:gd name="connsiteY12" fmla="*/ 157163 h 313372"/>
                <a:gd name="connsiteX13" fmla="*/ 157322 w 314643"/>
                <a:gd name="connsiteY13" fmla="*/ 27623 h 313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643" h="313372">
                  <a:moveTo>
                    <a:pt x="157322" y="313373"/>
                  </a:moveTo>
                  <a:cubicBezTo>
                    <a:pt x="73502" y="313373"/>
                    <a:pt x="3969" y="244793"/>
                    <a:pt x="159" y="157163"/>
                  </a:cubicBezTo>
                  <a:cubicBezTo>
                    <a:pt x="-1746" y="118110"/>
                    <a:pt x="13494" y="80010"/>
                    <a:pt x="42069" y="50482"/>
                  </a:cubicBezTo>
                  <a:cubicBezTo>
                    <a:pt x="72549" y="18098"/>
                    <a:pt x="114459" y="0"/>
                    <a:pt x="157322" y="0"/>
                  </a:cubicBezTo>
                  <a:cubicBezTo>
                    <a:pt x="241142" y="0"/>
                    <a:pt x="310674" y="68580"/>
                    <a:pt x="314484" y="156210"/>
                  </a:cubicBezTo>
                  <a:cubicBezTo>
                    <a:pt x="316389" y="195262"/>
                    <a:pt x="301149" y="233362"/>
                    <a:pt x="272574" y="262890"/>
                  </a:cubicBezTo>
                  <a:cubicBezTo>
                    <a:pt x="241142" y="295275"/>
                    <a:pt x="199232" y="313373"/>
                    <a:pt x="157322" y="313373"/>
                  </a:cubicBezTo>
                  <a:close/>
                  <a:moveTo>
                    <a:pt x="157322" y="27623"/>
                  </a:moveTo>
                  <a:cubicBezTo>
                    <a:pt x="123032" y="27623"/>
                    <a:pt x="87789" y="42863"/>
                    <a:pt x="63024" y="69532"/>
                  </a:cubicBezTo>
                  <a:cubicBezTo>
                    <a:pt x="39212" y="94298"/>
                    <a:pt x="27782" y="124777"/>
                    <a:pt x="28734" y="155257"/>
                  </a:cubicBezTo>
                  <a:cubicBezTo>
                    <a:pt x="31592" y="227648"/>
                    <a:pt x="88742" y="284798"/>
                    <a:pt x="157322" y="284798"/>
                  </a:cubicBezTo>
                  <a:cubicBezTo>
                    <a:pt x="191612" y="284798"/>
                    <a:pt x="226854" y="269557"/>
                    <a:pt x="251619" y="242887"/>
                  </a:cubicBezTo>
                  <a:cubicBezTo>
                    <a:pt x="275432" y="218123"/>
                    <a:pt x="286862" y="187643"/>
                    <a:pt x="285909" y="157163"/>
                  </a:cubicBezTo>
                  <a:cubicBezTo>
                    <a:pt x="283052" y="84773"/>
                    <a:pt x="225902" y="27623"/>
                    <a:pt x="157322" y="276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73" name="Graphic 48">
            <a:extLst>
              <a:ext uri="{FF2B5EF4-FFF2-40B4-BE49-F238E27FC236}">
                <a16:creationId xmlns:a16="http://schemas.microsoft.com/office/drawing/2014/main" id="{6FEA23E3-5E02-7297-B3CF-DC9E8F2CE1F4}"/>
              </a:ext>
            </a:extLst>
          </p:cNvPr>
          <p:cNvSpPr/>
          <p:nvPr/>
        </p:nvSpPr>
        <p:spPr>
          <a:xfrm>
            <a:off x="21847838" y="6148483"/>
            <a:ext cx="1346078" cy="2559309"/>
          </a:xfrm>
          <a:custGeom>
            <a:avLst/>
            <a:gdLst>
              <a:gd name="connsiteX0" fmla="*/ 198315 w 739433"/>
              <a:gd name="connsiteY0" fmla="*/ 1405890 h 1405890"/>
              <a:gd name="connsiteX1" fmla="*/ 344691 w 739433"/>
              <a:gd name="connsiteY1" fmla="*/ 772478 h 1405890"/>
              <a:gd name="connsiteX2" fmla="*/ 0 w 739433"/>
              <a:gd name="connsiteY2" fmla="*/ 857250 h 1405890"/>
              <a:gd name="connsiteX3" fmla="*/ 0 w 739433"/>
              <a:gd name="connsiteY3" fmla="*/ 113348 h 1405890"/>
              <a:gd name="connsiteX4" fmla="*/ 429683 w 739433"/>
              <a:gd name="connsiteY4" fmla="*/ 0 h 1405890"/>
              <a:gd name="connsiteX5" fmla="*/ 305972 w 739433"/>
              <a:gd name="connsiteY5" fmla="*/ 556260 h 1405890"/>
              <a:gd name="connsiteX6" fmla="*/ 739433 w 739433"/>
              <a:gd name="connsiteY6" fmla="*/ 526733 h 1405890"/>
              <a:gd name="connsiteX7" fmla="*/ 198315 w 739433"/>
              <a:gd name="connsiteY7" fmla="*/ 1405890 h 1405890"/>
              <a:gd name="connsiteX8" fmla="*/ 382465 w 739433"/>
              <a:gd name="connsiteY8" fmla="*/ 733425 h 1405890"/>
              <a:gd name="connsiteX9" fmla="*/ 264421 w 739433"/>
              <a:gd name="connsiteY9" fmla="*/ 1243965 h 1405890"/>
              <a:gd name="connsiteX10" fmla="*/ 686549 w 739433"/>
              <a:gd name="connsiteY10" fmla="*/ 560070 h 1405890"/>
              <a:gd name="connsiteX11" fmla="*/ 270087 w 739433"/>
              <a:gd name="connsiteY11" fmla="*/ 587693 h 1405890"/>
              <a:gd name="connsiteX12" fmla="*/ 391909 w 739433"/>
              <a:gd name="connsiteY12" fmla="*/ 40005 h 1405890"/>
              <a:gd name="connsiteX13" fmla="*/ 28331 w 739433"/>
              <a:gd name="connsiteY13" fmla="*/ 135255 h 1405890"/>
              <a:gd name="connsiteX14" fmla="*/ 28331 w 739433"/>
              <a:gd name="connsiteY14" fmla="*/ 820103 h 1405890"/>
              <a:gd name="connsiteX15" fmla="*/ 382465 w 739433"/>
              <a:gd name="connsiteY15" fmla="*/ 733425 h 140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39433" h="1405890">
                <a:moveTo>
                  <a:pt x="198315" y="1405890"/>
                </a:moveTo>
                <a:lnTo>
                  <a:pt x="344691" y="772478"/>
                </a:lnTo>
                <a:lnTo>
                  <a:pt x="0" y="857250"/>
                </a:lnTo>
                <a:lnTo>
                  <a:pt x="0" y="113348"/>
                </a:lnTo>
                <a:lnTo>
                  <a:pt x="429683" y="0"/>
                </a:lnTo>
                <a:lnTo>
                  <a:pt x="305972" y="556260"/>
                </a:lnTo>
                <a:lnTo>
                  <a:pt x="739433" y="526733"/>
                </a:lnTo>
                <a:lnTo>
                  <a:pt x="198315" y="1405890"/>
                </a:lnTo>
                <a:close/>
                <a:moveTo>
                  <a:pt x="382465" y="733425"/>
                </a:moveTo>
                <a:lnTo>
                  <a:pt x="264421" y="1243965"/>
                </a:lnTo>
                <a:lnTo>
                  <a:pt x="686549" y="560070"/>
                </a:lnTo>
                <a:lnTo>
                  <a:pt x="270087" y="587693"/>
                </a:lnTo>
                <a:lnTo>
                  <a:pt x="391909" y="40005"/>
                </a:lnTo>
                <a:lnTo>
                  <a:pt x="28331" y="135255"/>
                </a:lnTo>
                <a:lnTo>
                  <a:pt x="28331" y="820103"/>
                </a:lnTo>
                <a:lnTo>
                  <a:pt x="382465" y="733425"/>
                </a:lnTo>
                <a:close/>
              </a:path>
            </a:pathLst>
          </a:custGeom>
          <a:solidFill>
            <a:schemeClr val="accent4"/>
          </a:solidFill>
          <a:ln w="94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74" name="Graphic 50">
            <a:extLst>
              <a:ext uri="{FF2B5EF4-FFF2-40B4-BE49-F238E27FC236}">
                <a16:creationId xmlns:a16="http://schemas.microsoft.com/office/drawing/2014/main" id="{74CEBCC8-0E5C-2F1C-7AD3-5AAB4CC2A378}"/>
              </a:ext>
            </a:extLst>
          </p:cNvPr>
          <p:cNvSpPr/>
          <p:nvPr/>
        </p:nvSpPr>
        <p:spPr>
          <a:xfrm>
            <a:off x="22257583" y="9126947"/>
            <a:ext cx="1294682" cy="1294682"/>
          </a:xfrm>
          <a:custGeom>
            <a:avLst/>
            <a:gdLst>
              <a:gd name="connsiteX0" fmla="*/ 355600 w 711200"/>
              <a:gd name="connsiteY0" fmla="*/ 711200 h 711200"/>
              <a:gd name="connsiteX1" fmla="*/ 241808 w 711200"/>
              <a:gd name="connsiteY1" fmla="*/ 597408 h 711200"/>
              <a:gd name="connsiteX2" fmla="*/ 241808 w 711200"/>
              <a:gd name="connsiteY2" fmla="*/ 469392 h 711200"/>
              <a:gd name="connsiteX3" fmla="*/ 113792 w 711200"/>
              <a:gd name="connsiteY3" fmla="*/ 469392 h 711200"/>
              <a:gd name="connsiteX4" fmla="*/ 0 w 711200"/>
              <a:gd name="connsiteY4" fmla="*/ 355600 h 711200"/>
              <a:gd name="connsiteX5" fmla="*/ 113792 w 711200"/>
              <a:gd name="connsiteY5" fmla="*/ 241808 h 711200"/>
              <a:gd name="connsiteX6" fmla="*/ 241808 w 711200"/>
              <a:gd name="connsiteY6" fmla="*/ 241808 h 711200"/>
              <a:gd name="connsiteX7" fmla="*/ 241808 w 711200"/>
              <a:gd name="connsiteY7" fmla="*/ 113792 h 711200"/>
              <a:gd name="connsiteX8" fmla="*/ 355600 w 711200"/>
              <a:gd name="connsiteY8" fmla="*/ 0 h 711200"/>
              <a:gd name="connsiteX9" fmla="*/ 469392 w 711200"/>
              <a:gd name="connsiteY9" fmla="*/ 113792 h 711200"/>
              <a:gd name="connsiteX10" fmla="*/ 469392 w 711200"/>
              <a:gd name="connsiteY10" fmla="*/ 241808 h 711200"/>
              <a:gd name="connsiteX11" fmla="*/ 597408 w 711200"/>
              <a:gd name="connsiteY11" fmla="*/ 241808 h 711200"/>
              <a:gd name="connsiteX12" fmla="*/ 711200 w 711200"/>
              <a:gd name="connsiteY12" fmla="*/ 355600 h 711200"/>
              <a:gd name="connsiteX13" fmla="*/ 597408 w 711200"/>
              <a:gd name="connsiteY13" fmla="*/ 469392 h 711200"/>
              <a:gd name="connsiteX14" fmla="*/ 469392 w 711200"/>
              <a:gd name="connsiteY14" fmla="*/ 469392 h 711200"/>
              <a:gd name="connsiteX15" fmla="*/ 469392 w 711200"/>
              <a:gd name="connsiteY15" fmla="*/ 597408 h 711200"/>
              <a:gd name="connsiteX16" fmla="*/ 355600 w 711200"/>
              <a:gd name="connsiteY16" fmla="*/ 711200 h 711200"/>
              <a:gd name="connsiteX17" fmla="*/ 113792 w 711200"/>
              <a:gd name="connsiteY17" fmla="*/ 270256 h 711200"/>
              <a:gd name="connsiteX18" fmla="*/ 28448 w 711200"/>
              <a:gd name="connsiteY18" fmla="*/ 355600 h 711200"/>
              <a:gd name="connsiteX19" fmla="*/ 113792 w 711200"/>
              <a:gd name="connsiteY19" fmla="*/ 440944 h 711200"/>
              <a:gd name="connsiteX20" fmla="*/ 270256 w 711200"/>
              <a:gd name="connsiteY20" fmla="*/ 440944 h 711200"/>
              <a:gd name="connsiteX21" fmla="*/ 270256 w 711200"/>
              <a:gd name="connsiteY21" fmla="*/ 597408 h 711200"/>
              <a:gd name="connsiteX22" fmla="*/ 355600 w 711200"/>
              <a:gd name="connsiteY22" fmla="*/ 682752 h 711200"/>
              <a:gd name="connsiteX23" fmla="*/ 440944 w 711200"/>
              <a:gd name="connsiteY23" fmla="*/ 597408 h 711200"/>
              <a:gd name="connsiteX24" fmla="*/ 440944 w 711200"/>
              <a:gd name="connsiteY24" fmla="*/ 440944 h 711200"/>
              <a:gd name="connsiteX25" fmla="*/ 597408 w 711200"/>
              <a:gd name="connsiteY25" fmla="*/ 440944 h 711200"/>
              <a:gd name="connsiteX26" fmla="*/ 682752 w 711200"/>
              <a:gd name="connsiteY26" fmla="*/ 355600 h 711200"/>
              <a:gd name="connsiteX27" fmla="*/ 597408 w 711200"/>
              <a:gd name="connsiteY27" fmla="*/ 270256 h 711200"/>
              <a:gd name="connsiteX28" fmla="*/ 440944 w 711200"/>
              <a:gd name="connsiteY28" fmla="*/ 270256 h 711200"/>
              <a:gd name="connsiteX29" fmla="*/ 440944 w 711200"/>
              <a:gd name="connsiteY29" fmla="*/ 113792 h 711200"/>
              <a:gd name="connsiteX30" fmla="*/ 355600 w 711200"/>
              <a:gd name="connsiteY30" fmla="*/ 28448 h 711200"/>
              <a:gd name="connsiteX31" fmla="*/ 270256 w 711200"/>
              <a:gd name="connsiteY31" fmla="*/ 113792 h 711200"/>
              <a:gd name="connsiteX32" fmla="*/ 270256 w 711200"/>
              <a:gd name="connsiteY32" fmla="*/ 270256 h 711200"/>
              <a:gd name="connsiteX33" fmla="*/ 113792 w 711200"/>
              <a:gd name="connsiteY33" fmla="*/ 270256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11200" h="711200">
                <a:moveTo>
                  <a:pt x="355600" y="711200"/>
                </a:moveTo>
                <a:cubicBezTo>
                  <a:pt x="293014" y="711200"/>
                  <a:pt x="241808" y="659994"/>
                  <a:pt x="241808" y="597408"/>
                </a:cubicBezTo>
                <a:lnTo>
                  <a:pt x="241808" y="469392"/>
                </a:lnTo>
                <a:lnTo>
                  <a:pt x="113792" y="469392"/>
                </a:lnTo>
                <a:cubicBezTo>
                  <a:pt x="51206" y="469392"/>
                  <a:pt x="0" y="418186"/>
                  <a:pt x="0" y="355600"/>
                </a:cubicBezTo>
                <a:cubicBezTo>
                  <a:pt x="0" y="293014"/>
                  <a:pt x="51206" y="241808"/>
                  <a:pt x="113792" y="241808"/>
                </a:cubicBezTo>
                <a:lnTo>
                  <a:pt x="241808" y="241808"/>
                </a:lnTo>
                <a:lnTo>
                  <a:pt x="241808" y="113792"/>
                </a:lnTo>
                <a:cubicBezTo>
                  <a:pt x="241808" y="51206"/>
                  <a:pt x="293014" y="0"/>
                  <a:pt x="355600" y="0"/>
                </a:cubicBezTo>
                <a:cubicBezTo>
                  <a:pt x="418186" y="0"/>
                  <a:pt x="469392" y="51206"/>
                  <a:pt x="469392" y="113792"/>
                </a:cubicBezTo>
                <a:lnTo>
                  <a:pt x="469392" y="241808"/>
                </a:lnTo>
                <a:lnTo>
                  <a:pt x="597408" y="241808"/>
                </a:lnTo>
                <a:cubicBezTo>
                  <a:pt x="659994" y="241808"/>
                  <a:pt x="711200" y="293014"/>
                  <a:pt x="711200" y="355600"/>
                </a:cubicBezTo>
                <a:cubicBezTo>
                  <a:pt x="711200" y="418186"/>
                  <a:pt x="659994" y="469392"/>
                  <a:pt x="597408" y="469392"/>
                </a:cubicBezTo>
                <a:lnTo>
                  <a:pt x="469392" y="469392"/>
                </a:lnTo>
                <a:lnTo>
                  <a:pt x="469392" y="597408"/>
                </a:lnTo>
                <a:cubicBezTo>
                  <a:pt x="469392" y="659994"/>
                  <a:pt x="418186" y="711200"/>
                  <a:pt x="355600" y="711200"/>
                </a:cubicBezTo>
                <a:close/>
                <a:moveTo>
                  <a:pt x="113792" y="270256"/>
                </a:moveTo>
                <a:cubicBezTo>
                  <a:pt x="66379" y="270256"/>
                  <a:pt x="28448" y="308187"/>
                  <a:pt x="28448" y="355600"/>
                </a:cubicBezTo>
                <a:cubicBezTo>
                  <a:pt x="28448" y="403013"/>
                  <a:pt x="66379" y="440944"/>
                  <a:pt x="113792" y="440944"/>
                </a:cubicBezTo>
                <a:lnTo>
                  <a:pt x="270256" y="440944"/>
                </a:lnTo>
                <a:lnTo>
                  <a:pt x="270256" y="597408"/>
                </a:lnTo>
                <a:cubicBezTo>
                  <a:pt x="270256" y="644821"/>
                  <a:pt x="308187" y="682752"/>
                  <a:pt x="355600" y="682752"/>
                </a:cubicBezTo>
                <a:cubicBezTo>
                  <a:pt x="403013" y="682752"/>
                  <a:pt x="440944" y="644821"/>
                  <a:pt x="440944" y="597408"/>
                </a:cubicBezTo>
                <a:lnTo>
                  <a:pt x="440944" y="440944"/>
                </a:lnTo>
                <a:lnTo>
                  <a:pt x="597408" y="440944"/>
                </a:lnTo>
                <a:cubicBezTo>
                  <a:pt x="644821" y="440944"/>
                  <a:pt x="682752" y="403013"/>
                  <a:pt x="682752" y="355600"/>
                </a:cubicBezTo>
                <a:cubicBezTo>
                  <a:pt x="682752" y="308187"/>
                  <a:pt x="644821" y="270256"/>
                  <a:pt x="597408" y="270256"/>
                </a:cubicBezTo>
                <a:lnTo>
                  <a:pt x="440944" y="270256"/>
                </a:lnTo>
                <a:lnTo>
                  <a:pt x="440944" y="113792"/>
                </a:lnTo>
                <a:cubicBezTo>
                  <a:pt x="440944" y="66379"/>
                  <a:pt x="403013" y="28448"/>
                  <a:pt x="355600" y="28448"/>
                </a:cubicBezTo>
                <a:cubicBezTo>
                  <a:pt x="308187" y="28448"/>
                  <a:pt x="270256" y="66379"/>
                  <a:pt x="270256" y="113792"/>
                </a:cubicBezTo>
                <a:lnTo>
                  <a:pt x="270256" y="270256"/>
                </a:lnTo>
                <a:lnTo>
                  <a:pt x="113792" y="270256"/>
                </a:lnTo>
                <a:close/>
              </a:path>
            </a:pathLst>
          </a:custGeom>
          <a:solidFill>
            <a:schemeClr val="accent1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49C6B9-4970-2CAF-C096-745D6C607129}"/>
              </a:ext>
            </a:extLst>
          </p:cNvPr>
          <p:cNvSpPr txBox="1"/>
          <p:nvPr/>
        </p:nvSpPr>
        <p:spPr>
          <a:xfrm>
            <a:off x="20073280" y="6275368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824515-A6FD-1AEF-8D01-EA841CC6F6FD}"/>
              </a:ext>
            </a:extLst>
          </p:cNvPr>
          <p:cNvSpPr txBox="1"/>
          <p:nvPr/>
        </p:nvSpPr>
        <p:spPr>
          <a:xfrm>
            <a:off x="20073280" y="8033544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D0249-842C-5F20-F42A-CEED7E9B4496}"/>
              </a:ext>
            </a:extLst>
          </p:cNvPr>
          <p:cNvSpPr txBox="1"/>
          <p:nvPr/>
        </p:nvSpPr>
        <p:spPr>
          <a:xfrm>
            <a:off x="20073280" y="9791720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08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E053985F-3E49-B4CD-2118-E74C31CC8C2E}"/>
              </a:ext>
            </a:extLst>
          </p:cNvPr>
          <p:cNvSpPr txBox="1"/>
          <p:nvPr/>
        </p:nvSpPr>
        <p:spPr>
          <a:xfrm>
            <a:off x="831915" y="855058"/>
            <a:ext cx="12537010" cy="144655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8800" b="1" dirty="0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Program Alat &amp; Cara </a:t>
            </a:r>
            <a:r>
              <a:rPr lang="en-US" sz="8800" b="1" dirty="0" err="1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Kerja</a:t>
            </a:r>
            <a:endParaRPr lang="en-US" sz="8800" b="1" dirty="0">
              <a:solidFill>
                <a:schemeClr val="bg1"/>
              </a:solidFill>
              <a:latin typeface="Averia Libre" panose="02000603000000000004" pitchFamily="2" charset="0"/>
              <a:cs typeface="Space Grotesk" pitchFamily="2" charset="77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BCFCAB-BFF1-F873-0277-B6B41A626C3A}"/>
              </a:ext>
            </a:extLst>
          </p:cNvPr>
          <p:cNvSpPr/>
          <p:nvPr/>
        </p:nvSpPr>
        <p:spPr>
          <a:xfrm>
            <a:off x="12645035" y="16052922"/>
            <a:ext cx="3238242" cy="3188668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Perkenalan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Anggota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B4C813-7D76-9D44-823D-B6CA4CD3DA0D}"/>
              </a:ext>
            </a:extLst>
          </p:cNvPr>
          <p:cNvSpPr/>
          <p:nvPr/>
        </p:nvSpPr>
        <p:spPr>
          <a:xfrm>
            <a:off x="8494374" y="16078427"/>
            <a:ext cx="3238242" cy="324291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Manfaat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D14D3E-6A68-17D0-2ECF-A49941A6CCB6}"/>
              </a:ext>
            </a:extLst>
          </p:cNvPr>
          <p:cNvSpPr/>
          <p:nvPr/>
        </p:nvSpPr>
        <p:spPr>
          <a:xfrm>
            <a:off x="15883277" y="12585227"/>
            <a:ext cx="3238242" cy="3294187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13502F-A81E-DC19-A111-79D3C334610A}"/>
              </a:ext>
            </a:extLst>
          </p:cNvPr>
          <p:cNvSpPr/>
          <p:nvPr/>
        </p:nvSpPr>
        <p:spPr>
          <a:xfrm>
            <a:off x="9436660" y="9791721"/>
            <a:ext cx="5625502" cy="5293132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Alat &amp; Cara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55B86B-FA9B-0579-A5C6-A23B887FE173}"/>
              </a:ext>
            </a:extLst>
          </p:cNvPr>
          <p:cNvSpPr/>
          <p:nvPr/>
        </p:nvSpPr>
        <p:spPr>
          <a:xfrm>
            <a:off x="5256133" y="12557080"/>
            <a:ext cx="3238242" cy="324291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Latar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Belakang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Gambar 11">
            <a:extLst>
              <a:ext uri="{FF2B5EF4-FFF2-40B4-BE49-F238E27FC236}">
                <a16:creationId xmlns:a16="http://schemas.microsoft.com/office/drawing/2014/main" id="{E84B4371-8F13-A139-743B-B397A9197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85" y="3527424"/>
            <a:ext cx="4055014" cy="3240107"/>
          </a:xfrm>
          <a:prstGeom prst="rect">
            <a:avLst/>
          </a:prstGeom>
        </p:spPr>
      </p:pic>
      <p:pic>
        <p:nvPicPr>
          <p:cNvPr id="14" name="Gambar 13">
            <a:extLst>
              <a:ext uri="{FF2B5EF4-FFF2-40B4-BE49-F238E27FC236}">
                <a16:creationId xmlns:a16="http://schemas.microsoft.com/office/drawing/2014/main" id="{BCFF9618-C848-875C-2C18-03AE6C0DE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185" y="7017606"/>
            <a:ext cx="2070230" cy="3643413"/>
          </a:xfrm>
          <a:prstGeom prst="rect">
            <a:avLst/>
          </a:prstGeom>
        </p:spPr>
      </p:pic>
      <p:pic>
        <p:nvPicPr>
          <p:cNvPr id="16" name="Gambar 15">
            <a:extLst>
              <a:ext uri="{FF2B5EF4-FFF2-40B4-BE49-F238E27FC236}">
                <a16:creationId xmlns:a16="http://schemas.microsoft.com/office/drawing/2014/main" id="{83275159-6360-8518-80E1-B6D614CB55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9711" y="7017606"/>
            <a:ext cx="2935999" cy="3643413"/>
          </a:xfrm>
          <a:prstGeom prst="rect">
            <a:avLst/>
          </a:prstGeom>
        </p:spPr>
      </p:pic>
      <p:pic>
        <p:nvPicPr>
          <p:cNvPr id="18" name="Gambar 17">
            <a:extLst>
              <a:ext uri="{FF2B5EF4-FFF2-40B4-BE49-F238E27FC236}">
                <a16:creationId xmlns:a16="http://schemas.microsoft.com/office/drawing/2014/main" id="{3F073DEA-28EB-0688-613B-7F54C60D81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873" y="3512918"/>
            <a:ext cx="2216678" cy="3254614"/>
          </a:xfrm>
          <a:prstGeom prst="rect">
            <a:avLst/>
          </a:prstGeom>
        </p:spPr>
      </p:pic>
      <p:pic>
        <p:nvPicPr>
          <p:cNvPr id="20" name="Gambar 19">
            <a:extLst>
              <a:ext uri="{FF2B5EF4-FFF2-40B4-BE49-F238E27FC236}">
                <a16:creationId xmlns:a16="http://schemas.microsoft.com/office/drawing/2014/main" id="{EEC72357-94BB-0DF8-6468-16CEB77E31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4855" y="7017605"/>
            <a:ext cx="2763968" cy="3643413"/>
          </a:xfrm>
          <a:prstGeom prst="rect">
            <a:avLst/>
          </a:prstGeom>
        </p:spPr>
      </p:pic>
      <p:pic>
        <p:nvPicPr>
          <p:cNvPr id="26" name="Gambar 25">
            <a:extLst>
              <a:ext uri="{FF2B5EF4-FFF2-40B4-BE49-F238E27FC236}">
                <a16:creationId xmlns:a16="http://schemas.microsoft.com/office/drawing/2014/main" id="{2F889140-D4A2-5299-C434-CF9606F020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4896" y="3530509"/>
            <a:ext cx="2364744" cy="3254613"/>
          </a:xfrm>
          <a:prstGeom prst="rect">
            <a:avLst/>
          </a:prstGeom>
        </p:spPr>
      </p:pic>
      <p:pic>
        <p:nvPicPr>
          <p:cNvPr id="29" name="Gambar 28">
            <a:extLst>
              <a:ext uri="{FF2B5EF4-FFF2-40B4-BE49-F238E27FC236}">
                <a16:creationId xmlns:a16="http://schemas.microsoft.com/office/drawing/2014/main" id="{6D529C8E-38BF-5789-0A26-C46E10ABC7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1993" y="3536449"/>
            <a:ext cx="2360344" cy="3236471"/>
          </a:xfrm>
          <a:prstGeom prst="rect">
            <a:avLst/>
          </a:prstGeom>
        </p:spPr>
      </p:pic>
      <p:pic>
        <p:nvPicPr>
          <p:cNvPr id="31" name="Gambar 30">
            <a:extLst>
              <a:ext uri="{FF2B5EF4-FFF2-40B4-BE49-F238E27FC236}">
                <a16:creationId xmlns:a16="http://schemas.microsoft.com/office/drawing/2014/main" id="{55076D77-55E6-2E0B-BBE6-99D708F93C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77234" y="3512918"/>
            <a:ext cx="2460055" cy="3236471"/>
          </a:xfrm>
          <a:prstGeom prst="rect">
            <a:avLst/>
          </a:prstGeom>
        </p:spPr>
      </p:pic>
      <p:pic>
        <p:nvPicPr>
          <p:cNvPr id="33" name="Gambar 32">
            <a:extLst>
              <a:ext uri="{FF2B5EF4-FFF2-40B4-BE49-F238E27FC236}">
                <a16:creationId xmlns:a16="http://schemas.microsoft.com/office/drawing/2014/main" id="{11697167-3620-4B69-CA0F-9EB1A471F7D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94323" y="7036126"/>
            <a:ext cx="5822185" cy="1295512"/>
          </a:xfrm>
          <a:prstGeom prst="rect">
            <a:avLst/>
          </a:prstGeom>
        </p:spPr>
      </p:pic>
      <p:pic>
        <p:nvPicPr>
          <p:cNvPr id="35" name="Gambar 34">
            <a:extLst>
              <a:ext uri="{FF2B5EF4-FFF2-40B4-BE49-F238E27FC236}">
                <a16:creationId xmlns:a16="http://schemas.microsoft.com/office/drawing/2014/main" id="{0176CECF-5EF0-6478-53FA-1B49293C96C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553945" y="2983617"/>
            <a:ext cx="6294665" cy="55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9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Neon Green Teal Geometric Photo Tech and Gaming Facebook Cover">
            <a:hlinkClick r:id="" action="ppaction://media"/>
            <a:extLst>
              <a:ext uri="{FF2B5EF4-FFF2-40B4-BE49-F238E27FC236}">
                <a16:creationId xmlns:a16="http://schemas.microsoft.com/office/drawing/2014/main" id="{ED8DE015-A82C-39A8-4680-324E8412D8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28696" y="-25400"/>
            <a:ext cx="24406346" cy="13750273"/>
          </a:xfrm>
          <a:prstGeom prst="rect">
            <a:avLst/>
          </a:prstGeom>
        </p:spPr>
      </p:pic>
      <p:grpSp>
        <p:nvGrpSpPr>
          <p:cNvPr id="52" name="Graphic 34">
            <a:extLst>
              <a:ext uri="{FF2B5EF4-FFF2-40B4-BE49-F238E27FC236}">
                <a16:creationId xmlns:a16="http://schemas.microsoft.com/office/drawing/2014/main" id="{CB4198FD-E16E-3077-74C4-9AC016F8C9AD}"/>
              </a:ext>
            </a:extLst>
          </p:cNvPr>
          <p:cNvGrpSpPr/>
          <p:nvPr/>
        </p:nvGrpSpPr>
        <p:grpSpPr>
          <a:xfrm>
            <a:off x="16380069" y="-275475"/>
            <a:ext cx="3375421" cy="1595233"/>
            <a:chOff x="21002467" y="1128929"/>
            <a:chExt cx="1854200" cy="876300"/>
          </a:xfrm>
          <a:solidFill>
            <a:schemeClr val="accent1"/>
          </a:solidFill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8A8319A-4014-ED49-8BA9-6EDB912B593E}"/>
                </a:ext>
              </a:extLst>
            </p:cNvPr>
            <p:cNvSpPr/>
            <p:nvPr/>
          </p:nvSpPr>
          <p:spPr>
            <a:xfrm>
              <a:off x="21002467" y="1128929"/>
              <a:ext cx="1854200" cy="876300"/>
            </a:xfrm>
            <a:custGeom>
              <a:avLst/>
              <a:gdLst>
                <a:gd name="connsiteX0" fmla="*/ 1728685 w 1854200"/>
                <a:gd name="connsiteY0" fmla="*/ 0 h 876300"/>
                <a:gd name="connsiteX1" fmla="*/ 125515 w 1854200"/>
                <a:gd name="connsiteY1" fmla="*/ 0 h 876300"/>
                <a:gd name="connsiteX2" fmla="*/ 0 w 1854200"/>
                <a:gd name="connsiteY2" fmla="*/ 125730 h 876300"/>
                <a:gd name="connsiteX3" fmla="*/ 0 w 1854200"/>
                <a:gd name="connsiteY3" fmla="*/ 750570 h 876300"/>
                <a:gd name="connsiteX4" fmla="*/ 125515 w 1854200"/>
                <a:gd name="connsiteY4" fmla="*/ 876300 h 876300"/>
                <a:gd name="connsiteX5" fmla="*/ 1728685 w 1854200"/>
                <a:gd name="connsiteY5" fmla="*/ 876300 h 876300"/>
                <a:gd name="connsiteX6" fmla="*/ 1854200 w 1854200"/>
                <a:gd name="connsiteY6" fmla="*/ 750570 h 876300"/>
                <a:gd name="connsiteX7" fmla="*/ 1854200 w 1854200"/>
                <a:gd name="connsiteY7" fmla="*/ 125730 h 876300"/>
                <a:gd name="connsiteX8" fmla="*/ 1728685 w 1854200"/>
                <a:gd name="connsiteY8" fmla="*/ 0 h 876300"/>
                <a:gd name="connsiteX9" fmla="*/ 1825674 w 1854200"/>
                <a:gd name="connsiteY9" fmla="*/ 750570 h 876300"/>
                <a:gd name="connsiteX10" fmla="*/ 1728685 w 1854200"/>
                <a:gd name="connsiteY10" fmla="*/ 847725 h 876300"/>
                <a:gd name="connsiteX11" fmla="*/ 125515 w 1854200"/>
                <a:gd name="connsiteY11" fmla="*/ 847725 h 876300"/>
                <a:gd name="connsiteX12" fmla="*/ 28526 w 1854200"/>
                <a:gd name="connsiteY12" fmla="*/ 750570 h 876300"/>
                <a:gd name="connsiteX13" fmla="*/ 28526 w 1854200"/>
                <a:gd name="connsiteY13" fmla="*/ 125730 h 876300"/>
                <a:gd name="connsiteX14" fmla="*/ 125515 w 1854200"/>
                <a:gd name="connsiteY14" fmla="*/ 28575 h 876300"/>
                <a:gd name="connsiteX15" fmla="*/ 1728685 w 1854200"/>
                <a:gd name="connsiteY15" fmla="*/ 28575 h 876300"/>
                <a:gd name="connsiteX16" fmla="*/ 1825674 w 1854200"/>
                <a:gd name="connsiteY16" fmla="*/ 125730 h 876300"/>
                <a:gd name="connsiteX17" fmla="*/ 1825674 w 1854200"/>
                <a:gd name="connsiteY17" fmla="*/ 75057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54200" h="876300">
                  <a:moveTo>
                    <a:pt x="1728685" y="0"/>
                  </a:moveTo>
                  <a:lnTo>
                    <a:pt x="125515" y="0"/>
                  </a:lnTo>
                  <a:cubicBezTo>
                    <a:pt x="56101" y="0"/>
                    <a:pt x="0" y="56198"/>
                    <a:pt x="0" y="125730"/>
                  </a:cubicBezTo>
                  <a:lnTo>
                    <a:pt x="0" y="750570"/>
                  </a:lnTo>
                  <a:cubicBezTo>
                    <a:pt x="0" y="820103"/>
                    <a:pt x="56101" y="876300"/>
                    <a:pt x="125515" y="876300"/>
                  </a:cubicBezTo>
                  <a:lnTo>
                    <a:pt x="1728685" y="876300"/>
                  </a:lnTo>
                  <a:cubicBezTo>
                    <a:pt x="1798099" y="876300"/>
                    <a:pt x="1854200" y="820103"/>
                    <a:pt x="1854200" y="750570"/>
                  </a:cubicBezTo>
                  <a:lnTo>
                    <a:pt x="1854200" y="125730"/>
                  </a:lnTo>
                  <a:cubicBezTo>
                    <a:pt x="1854200" y="56198"/>
                    <a:pt x="1798099" y="0"/>
                    <a:pt x="1728685" y="0"/>
                  </a:cubicBezTo>
                  <a:close/>
                  <a:moveTo>
                    <a:pt x="1825674" y="750570"/>
                  </a:moveTo>
                  <a:cubicBezTo>
                    <a:pt x="1825674" y="803910"/>
                    <a:pt x="1781934" y="847725"/>
                    <a:pt x="1728685" y="847725"/>
                  </a:cubicBezTo>
                  <a:lnTo>
                    <a:pt x="125515" y="847725"/>
                  </a:lnTo>
                  <a:cubicBezTo>
                    <a:pt x="72266" y="847725"/>
                    <a:pt x="28526" y="803910"/>
                    <a:pt x="28526" y="750570"/>
                  </a:cubicBezTo>
                  <a:lnTo>
                    <a:pt x="28526" y="125730"/>
                  </a:lnTo>
                  <a:cubicBezTo>
                    <a:pt x="28526" y="72390"/>
                    <a:pt x="72266" y="28575"/>
                    <a:pt x="125515" y="28575"/>
                  </a:cubicBezTo>
                  <a:lnTo>
                    <a:pt x="1728685" y="28575"/>
                  </a:lnTo>
                  <a:cubicBezTo>
                    <a:pt x="1781934" y="28575"/>
                    <a:pt x="1825674" y="72390"/>
                    <a:pt x="1825674" y="125730"/>
                  </a:cubicBezTo>
                  <a:lnTo>
                    <a:pt x="1825674" y="750570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D1AD09B-2996-92BB-A338-ADC831C3E909}"/>
                </a:ext>
              </a:extLst>
            </p:cNvPr>
            <p:cNvSpPr/>
            <p:nvPr/>
          </p:nvSpPr>
          <p:spPr>
            <a:xfrm>
              <a:off x="21188837" y="1633754"/>
              <a:ext cx="126465" cy="125729"/>
            </a:xfrm>
            <a:custGeom>
              <a:avLst/>
              <a:gdLst>
                <a:gd name="connsiteX0" fmla="*/ 125515 w 126465"/>
                <a:gd name="connsiteY0" fmla="*/ 50482 h 125729"/>
                <a:gd name="connsiteX1" fmla="*/ 113154 w 126465"/>
                <a:gd name="connsiteY1" fmla="*/ 16193 h 125729"/>
                <a:gd name="connsiteX2" fmla="*/ 77971 w 126465"/>
                <a:gd name="connsiteY2" fmla="*/ 952 h 125729"/>
                <a:gd name="connsiteX3" fmla="*/ 73217 w 126465"/>
                <a:gd name="connsiteY3" fmla="*/ 0 h 125729"/>
                <a:gd name="connsiteX4" fmla="*/ 58954 w 126465"/>
                <a:gd name="connsiteY4" fmla="*/ 0 h 125729"/>
                <a:gd name="connsiteX5" fmla="*/ 16165 w 126465"/>
                <a:gd name="connsiteY5" fmla="*/ 13335 h 125729"/>
                <a:gd name="connsiteX6" fmla="*/ 0 w 126465"/>
                <a:gd name="connsiteY6" fmla="*/ 58102 h 125729"/>
                <a:gd name="connsiteX7" fmla="*/ 0 w 126465"/>
                <a:gd name="connsiteY7" fmla="*/ 69532 h 125729"/>
                <a:gd name="connsiteX8" fmla="*/ 10460 w 126465"/>
                <a:gd name="connsiteY8" fmla="*/ 107633 h 125729"/>
                <a:gd name="connsiteX9" fmla="*/ 38986 w 126465"/>
                <a:gd name="connsiteY9" fmla="*/ 124777 h 125729"/>
                <a:gd name="connsiteX10" fmla="*/ 54200 w 126465"/>
                <a:gd name="connsiteY10" fmla="*/ 125730 h 125729"/>
                <a:gd name="connsiteX11" fmla="*/ 66561 w 126465"/>
                <a:gd name="connsiteY11" fmla="*/ 125730 h 125729"/>
                <a:gd name="connsiteX12" fmla="*/ 75119 w 126465"/>
                <a:gd name="connsiteY12" fmla="*/ 124777 h 125729"/>
                <a:gd name="connsiteX13" fmla="*/ 126466 w 126465"/>
                <a:gd name="connsiteY13" fmla="*/ 66675 h 125729"/>
                <a:gd name="connsiteX14" fmla="*/ 126466 w 126465"/>
                <a:gd name="connsiteY14" fmla="*/ 54293 h 125729"/>
                <a:gd name="connsiteX15" fmla="*/ 125515 w 126465"/>
                <a:gd name="connsiteY15" fmla="*/ 50482 h 125729"/>
                <a:gd name="connsiteX16" fmla="*/ 74168 w 126465"/>
                <a:gd name="connsiteY16" fmla="*/ 97155 h 125729"/>
                <a:gd name="connsiteX17" fmla="*/ 64659 w 126465"/>
                <a:gd name="connsiteY17" fmla="*/ 98107 h 125729"/>
                <a:gd name="connsiteX18" fmla="*/ 58003 w 126465"/>
                <a:gd name="connsiteY18" fmla="*/ 98107 h 125729"/>
                <a:gd name="connsiteX19" fmla="*/ 38986 w 126465"/>
                <a:gd name="connsiteY19" fmla="*/ 96202 h 125729"/>
                <a:gd name="connsiteX20" fmla="*/ 33281 w 126465"/>
                <a:gd name="connsiteY20" fmla="*/ 90488 h 125729"/>
                <a:gd name="connsiteX21" fmla="*/ 27575 w 126465"/>
                <a:gd name="connsiteY21" fmla="*/ 69532 h 125729"/>
                <a:gd name="connsiteX22" fmla="*/ 27575 w 126465"/>
                <a:gd name="connsiteY22" fmla="*/ 58102 h 125729"/>
                <a:gd name="connsiteX23" fmla="*/ 34231 w 126465"/>
                <a:gd name="connsiteY23" fmla="*/ 35243 h 125729"/>
                <a:gd name="connsiteX24" fmla="*/ 58003 w 126465"/>
                <a:gd name="connsiteY24" fmla="*/ 28575 h 125729"/>
                <a:gd name="connsiteX25" fmla="*/ 68463 w 126465"/>
                <a:gd name="connsiteY25" fmla="*/ 28575 h 125729"/>
                <a:gd name="connsiteX26" fmla="*/ 77971 w 126465"/>
                <a:gd name="connsiteY26" fmla="*/ 29527 h 125729"/>
                <a:gd name="connsiteX27" fmla="*/ 91284 w 126465"/>
                <a:gd name="connsiteY27" fmla="*/ 34290 h 125729"/>
                <a:gd name="connsiteX28" fmla="*/ 96038 w 126465"/>
                <a:gd name="connsiteY28" fmla="*/ 51435 h 125729"/>
                <a:gd name="connsiteX29" fmla="*/ 96989 w 126465"/>
                <a:gd name="connsiteY29" fmla="*/ 66675 h 125729"/>
                <a:gd name="connsiteX30" fmla="*/ 74168 w 126465"/>
                <a:gd name="connsiteY30" fmla="*/ 97155 h 12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6465" h="125729">
                  <a:moveTo>
                    <a:pt x="125515" y="50482"/>
                  </a:moveTo>
                  <a:cubicBezTo>
                    <a:pt x="125515" y="37148"/>
                    <a:pt x="120761" y="25718"/>
                    <a:pt x="113154" y="16193"/>
                  </a:cubicBezTo>
                  <a:cubicBezTo>
                    <a:pt x="107449" y="9525"/>
                    <a:pt x="96038" y="952"/>
                    <a:pt x="77971" y="952"/>
                  </a:cubicBezTo>
                  <a:cubicBezTo>
                    <a:pt x="77971" y="952"/>
                    <a:pt x="76070" y="952"/>
                    <a:pt x="73217" y="0"/>
                  </a:cubicBezTo>
                  <a:lnTo>
                    <a:pt x="58954" y="0"/>
                  </a:lnTo>
                  <a:cubicBezTo>
                    <a:pt x="40887" y="0"/>
                    <a:pt x="26624" y="4763"/>
                    <a:pt x="16165" y="13335"/>
                  </a:cubicBezTo>
                  <a:cubicBezTo>
                    <a:pt x="4754" y="22860"/>
                    <a:pt x="0" y="38100"/>
                    <a:pt x="0" y="58102"/>
                  </a:cubicBezTo>
                  <a:lnTo>
                    <a:pt x="0" y="69532"/>
                  </a:lnTo>
                  <a:cubicBezTo>
                    <a:pt x="0" y="84773"/>
                    <a:pt x="3803" y="97155"/>
                    <a:pt x="10460" y="107633"/>
                  </a:cubicBezTo>
                  <a:cubicBezTo>
                    <a:pt x="20919" y="121920"/>
                    <a:pt x="31379" y="124777"/>
                    <a:pt x="38986" y="124777"/>
                  </a:cubicBezTo>
                  <a:cubicBezTo>
                    <a:pt x="44691" y="124777"/>
                    <a:pt x="49445" y="124777"/>
                    <a:pt x="54200" y="125730"/>
                  </a:cubicBezTo>
                  <a:lnTo>
                    <a:pt x="66561" y="125730"/>
                  </a:lnTo>
                  <a:lnTo>
                    <a:pt x="75119" y="124777"/>
                  </a:lnTo>
                  <a:cubicBezTo>
                    <a:pt x="107449" y="124777"/>
                    <a:pt x="126466" y="102870"/>
                    <a:pt x="126466" y="66675"/>
                  </a:cubicBezTo>
                  <a:lnTo>
                    <a:pt x="126466" y="54293"/>
                  </a:lnTo>
                  <a:lnTo>
                    <a:pt x="125515" y="50482"/>
                  </a:lnTo>
                  <a:close/>
                  <a:moveTo>
                    <a:pt x="74168" y="97155"/>
                  </a:moveTo>
                  <a:lnTo>
                    <a:pt x="64659" y="98107"/>
                  </a:lnTo>
                  <a:lnTo>
                    <a:pt x="58003" y="98107"/>
                  </a:lnTo>
                  <a:cubicBezTo>
                    <a:pt x="52298" y="97155"/>
                    <a:pt x="45642" y="96202"/>
                    <a:pt x="38986" y="96202"/>
                  </a:cubicBezTo>
                  <a:cubicBezTo>
                    <a:pt x="38035" y="96202"/>
                    <a:pt x="36133" y="95250"/>
                    <a:pt x="33281" y="90488"/>
                  </a:cubicBezTo>
                  <a:cubicBezTo>
                    <a:pt x="29477" y="85725"/>
                    <a:pt x="27575" y="78105"/>
                    <a:pt x="27575" y="69532"/>
                  </a:cubicBezTo>
                  <a:lnTo>
                    <a:pt x="27575" y="58102"/>
                  </a:lnTo>
                  <a:cubicBezTo>
                    <a:pt x="27575" y="50482"/>
                    <a:pt x="28526" y="40005"/>
                    <a:pt x="34231" y="35243"/>
                  </a:cubicBezTo>
                  <a:cubicBezTo>
                    <a:pt x="38986" y="31432"/>
                    <a:pt x="47544" y="28575"/>
                    <a:pt x="58003" y="28575"/>
                  </a:cubicBezTo>
                  <a:lnTo>
                    <a:pt x="68463" y="28575"/>
                  </a:lnTo>
                  <a:cubicBezTo>
                    <a:pt x="72266" y="29527"/>
                    <a:pt x="75119" y="29527"/>
                    <a:pt x="77971" y="29527"/>
                  </a:cubicBezTo>
                  <a:cubicBezTo>
                    <a:pt x="86529" y="29527"/>
                    <a:pt x="89382" y="32385"/>
                    <a:pt x="91284" y="34290"/>
                  </a:cubicBezTo>
                  <a:cubicBezTo>
                    <a:pt x="95087" y="38100"/>
                    <a:pt x="96038" y="43815"/>
                    <a:pt x="96038" y="51435"/>
                  </a:cubicBezTo>
                  <a:lnTo>
                    <a:pt x="96989" y="66675"/>
                  </a:lnTo>
                  <a:cubicBezTo>
                    <a:pt x="97940" y="95250"/>
                    <a:pt x="85578" y="97155"/>
                    <a:pt x="74168" y="97155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73A46DF-A5EE-E910-5405-40E8197C3325}"/>
                </a:ext>
              </a:extLst>
            </p:cNvPr>
            <p:cNvSpPr/>
            <p:nvPr/>
          </p:nvSpPr>
          <p:spPr>
            <a:xfrm>
              <a:off x="21359994" y="1383246"/>
              <a:ext cx="307131" cy="377190"/>
            </a:xfrm>
            <a:custGeom>
              <a:avLst/>
              <a:gdLst>
                <a:gd name="connsiteX0" fmla="*/ 268146 w 307131"/>
                <a:gd name="connsiteY0" fmla="*/ 267653 h 377190"/>
                <a:gd name="connsiteX1" fmla="*/ 228209 w 307131"/>
                <a:gd name="connsiteY1" fmla="*/ 275272 h 377190"/>
                <a:gd name="connsiteX2" fmla="*/ 190174 w 307131"/>
                <a:gd name="connsiteY2" fmla="*/ 281940 h 377190"/>
                <a:gd name="connsiteX3" fmla="*/ 135024 w 307131"/>
                <a:gd name="connsiteY3" fmla="*/ 259080 h 377190"/>
                <a:gd name="connsiteX4" fmla="*/ 115056 w 307131"/>
                <a:gd name="connsiteY4" fmla="*/ 186690 h 377190"/>
                <a:gd name="connsiteX5" fmla="*/ 130269 w 307131"/>
                <a:gd name="connsiteY5" fmla="*/ 113347 h 377190"/>
                <a:gd name="connsiteX6" fmla="*/ 172108 w 307131"/>
                <a:gd name="connsiteY6" fmla="*/ 92393 h 377190"/>
                <a:gd name="connsiteX7" fmla="*/ 209192 w 307131"/>
                <a:gd name="connsiteY7" fmla="*/ 105727 h 377190"/>
                <a:gd name="connsiteX8" fmla="*/ 259588 w 307131"/>
                <a:gd name="connsiteY8" fmla="*/ 121920 h 377190"/>
                <a:gd name="connsiteX9" fmla="*/ 291918 w 307131"/>
                <a:gd name="connsiteY9" fmla="*/ 108585 h 377190"/>
                <a:gd name="connsiteX10" fmla="*/ 304279 w 307131"/>
                <a:gd name="connsiteY10" fmla="*/ 71438 h 377190"/>
                <a:gd name="connsiteX11" fmla="*/ 267195 w 307131"/>
                <a:gd name="connsiteY11" fmla="*/ 17145 h 377190"/>
                <a:gd name="connsiteX12" fmla="*/ 188273 w 307131"/>
                <a:gd name="connsiteY12" fmla="*/ 0 h 377190"/>
                <a:gd name="connsiteX13" fmla="*/ 112203 w 307131"/>
                <a:gd name="connsiteY13" fmla="*/ 10477 h 377190"/>
                <a:gd name="connsiteX14" fmla="*/ 13312 w 307131"/>
                <a:gd name="connsiteY14" fmla="*/ 104775 h 377190"/>
                <a:gd name="connsiteX15" fmla="*/ 0 w 307131"/>
                <a:gd name="connsiteY15" fmla="*/ 177165 h 377190"/>
                <a:gd name="connsiteX16" fmla="*/ 0 w 307131"/>
                <a:gd name="connsiteY16" fmla="*/ 195263 h 377190"/>
                <a:gd name="connsiteX17" fmla="*/ 96038 w 307131"/>
                <a:gd name="connsiteY17" fmla="*/ 362903 h 377190"/>
                <a:gd name="connsiteX18" fmla="*/ 160697 w 307131"/>
                <a:gd name="connsiteY18" fmla="*/ 377190 h 377190"/>
                <a:gd name="connsiteX19" fmla="*/ 175911 w 307131"/>
                <a:gd name="connsiteY19" fmla="*/ 377190 h 377190"/>
                <a:gd name="connsiteX20" fmla="*/ 259588 w 307131"/>
                <a:gd name="connsiteY20" fmla="*/ 358140 h 377190"/>
                <a:gd name="connsiteX21" fmla="*/ 307132 w 307131"/>
                <a:gd name="connsiteY21" fmla="*/ 310515 h 377190"/>
                <a:gd name="connsiteX22" fmla="*/ 307132 w 307131"/>
                <a:gd name="connsiteY22" fmla="*/ 304800 h 377190"/>
                <a:gd name="connsiteX23" fmla="*/ 268146 w 307131"/>
                <a:gd name="connsiteY23" fmla="*/ 267653 h 377190"/>
                <a:gd name="connsiteX24" fmla="*/ 278605 w 307131"/>
                <a:gd name="connsiteY24" fmla="*/ 309563 h 377190"/>
                <a:gd name="connsiteX25" fmla="*/ 248178 w 307131"/>
                <a:gd name="connsiteY25" fmla="*/ 331470 h 377190"/>
                <a:gd name="connsiteX26" fmla="*/ 176862 w 307131"/>
                <a:gd name="connsiteY26" fmla="*/ 347663 h 377190"/>
                <a:gd name="connsiteX27" fmla="*/ 161648 w 307131"/>
                <a:gd name="connsiteY27" fmla="*/ 347663 h 377190"/>
                <a:gd name="connsiteX28" fmla="*/ 108399 w 307131"/>
                <a:gd name="connsiteY28" fmla="*/ 335280 h 377190"/>
                <a:gd name="connsiteX29" fmla="*/ 29477 w 307131"/>
                <a:gd name="connsiteY29" fmla="*/ 194310 h 377190"/>
                <a:gd name="connsiteX30" fmla="*/ 29477 w 307131"/>
                <a:gd name="connsiteY30" fmla="*/ 176213 h 377190"/>
                <a:gd name="connsiteX31" fmla="*/ 40888 w 307131"/>
                <a:gd name="connsiteY31" fmla="*/ 114300 h 377190"/>
                <a:gd name="connsiteX32" fmla="*/ 122662 w 307131"/>
                <a:gd name="connsiteY32" fmla="*/ 36195 h 377190"/>
                <a:gd name="connsiteX33" fmla="*/ 190174 w 307131"/>
                <a:gd name="connsiteY33" fmla="*/ 27622 h 377190"/>
                <a:gd name="connsiteX34" fmla="*/ 255785 w 307131"/>
                <a:gd name="connsiteY34" fmla="*/ 41910 h 377190"/>
                <a:gd name="connsiteX35" fmla="*/ 277655 w 307131"/>
                <a:gd name="connsiteY35" fmla="*/ 70485 h 377190"/>
                <a:gd name="connsiteX36" fmla="*/ 272900 w 307131"/>
                <a:gd name="connsiteY36" fmla="*/ 87630 h 377190"/>
                <a:gd name="connsiteX37" fmla="*/ 260539 w 307131"/>
                <a:gd name="connsiteY37" fmla="*/ 92393 h 377190"/>
                <a:gd name="connsiteX38" fmla="*/ 222504 w 307131"/>
                <a:gd name="connsiteY38" fmla="*/ 79057 h 377190"/>
                <a:gd name="connsiteX39" fmla="*/ 173059 w 307131"/>
                <a:gd name="connsiteY39" fmla="*/ 62865 h 377190"/>
                <a:gd name="connsiteX40" fmla="*/ 106498 w 307131"/>
                <a:gd name="connsiteY40" fmla="*/ 97155 h 377190"/>
                <a:gd name="connsiteX41" fmla="*/ 87480 w 307131"/>
                <a:gd name="connsiteY41" fmla="*/ 185738 h 377190"/>
                <a:gd name="connsiteX42" fmla="*/ 114105 w 307131"/>
                <a:gd name="connsiteY42" fmla="*/ 277178 h 377190"/>
                <a:gd name="connsiteX43" fmla="*/ 191125 w 307131"/>
                <a:gd name="connsiteY43" fmla="*/ 310515 h 377190"/>
                <a:gd name="connsiteX44" fmla="*/ 237718 w 307131"/>
                <a:gd name="connsiteY44" fmla="*/ 302895 h 377190"/>
                <a:gd name="connsiteX45" fmla="*/ 269097 w 307131"/>
                <a:gd name="connsiteY45" fmla="*/ 296228 h 377190"/>
                <a:gd name="connsiteX46" fmla="*/ 278605 w 307131"/>
                <a:gd name="connsiteY46" fmla="*/ 304800 h 377190"/>
                <a:gd name="connsiteX47" fmla="*/ 278605 w 307131"/>
                <a:gd name="connsiteY47" fmla="*/ 309563 h 37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07131" h="377190">
                  <a:moveTo>
                    <a:pt x="268146" y="267653"/>
                  </a:moveTo>
                  <a:cubicBezTo>
                    <a:pt x="258637" y="267653"/>
                    <a:pt x="246276" y="270510"/>
                    <a:pt x="228209" y="275272"/>
                  </a:cubicBezTo>
                  <a:cubicBezTo>
                    <a:pt x="213946" y="280035"/>
                    <a:pt x="200634" y="281940"/>
                    <a:pt x="190174" y="281940"/>
                  </a:cubicBezTo>
                  <a:cubicBezTo>
                    <a:pt x="165452" y="281940"/>
                    <a:pt x="147385" y="274320"/>
                    <a:pt x="135024" y="259080"/>
                  </a:cubicBezTo>
                  <a:cubicBezTo>
                    <a:pt x="121712" y="242888"/>
                    <a:pt x="115056" y="219075"/>
                    <a:pt x="115056" y="186690"/>
                  </a:cubicBezTo>
                  <a:cubicBezTo>
                    <a:pt x="115056" y="153352"/>
                    <a:pt x="119810" y="128588"/>
                    <a:pt x="130269" y="113347"/>
                  </a:cubicBezTo>
                  <a:cubicBezTo>
                    <a:pt x="138827" y="99060"/>
                    <a:pt x="152139" y="92393"/>
                    <a:pt x="172108" y="92393"/>
                  </a:cubicBezTo>
                  <a:cubicBezTo>
                    <a:pt x="174960" y="92393"/>
                    <a:pt x="184469" y="93345"/>
                    <a:pt x="209192" y="105727"/>
                  </a:cubicBezTo>
                  <a:cubicBezTo>
                    <a:pt x="232013" y="116205"/>
                    <a:pt x="248178" y="121920"/>
                    <a:pt x="259588" y="121920"/>
                  </a:cubicBezTo>
                  <a:cubicBezTo>
                    <a:pt x="272900" y="121920"/>
                    <a:pt x="283360" y="117157"/>
                    <a:pt x="291918" y="108585"/>
                  </a:cubicBezTo>
                  <a:cubicBezTo>
                    <a:pt x="300475" y="100013"/>
                    <a:pt x="304279" y="87630"/>
                    <a:pt x="304279" y="71438"/>
                  </a:cubicBezTo>
                  <a:cubicBezTo>
                    <a:pt x="304279" y="56197"/>
                    <a:pt x="297623" y="34290"/>
                    <a:pt x="267195" y="17145"/>
                  </a:cubicBezTo>
                  <a:cubicBezTo>
                    <a:pt x="245325" y="5715"/>
                    <a:pt x="218701" y="0"/>
                    <a:pt x="188273" y="0"/>
                  </a:cubicBezTo>
                  <a:cubicBezTo>
                    <a:pt x="158796" y="0"/>
                    <a:pt x="133122" y="3810"/>
                    <a:pt x="112203" y="10477"/>
                  </a:cubicBezTo>
                  <a:cubicBezTo>
                    <a:pt x="64659" y="25717"/>
                    <a:pt x="31379" y="58102"/>
                    <a:pt x="13312" y="104775"/>
                  </a:cubicBezTo>
                  <a:cubicBezTo>
                    <a:pt x="4754" y="126682"/>
                    <a:pt x="0" y="151447"/>
                    <a:pt x="0" y="177165"/>
                  </a:cubicBezTo>
                  <a:lnTo>
                    <a:pt x="0" y="195263"/>
                  </a:lnTo>
                  <a:cubicBezTo>
                    <a:pt x="0" y="279083"/>
                    <a:pt x="32330" y="335280"/>
                    <a:pt x="96038" y="362903"/>
                  </a:cubicBezTo>
                  <a:cubicBezTo>
                    <a:pt x="117908" y="372428"/>
                    <a:pt x="139778" y="377190"/>
                    <a:pt x="160697" y="377190"/>
                  </a:cubicBezTo>
                  <a:lnTo>
                    <a:pt x="175911" y="377190"/>
                  </a:lnTo>
                  <a:cubicBezTo>
                    <a:pt x="203487" y="377190"/>
                    <a:pt x="232013" y="370522"/>
                    <a:pt x="259588" y="358140"/>
                  </a:cubicBezTo>
                  <a:cubicBezTo>
                    <a:pt x="279556" y="348615"/>
                    <a:pt x="307132" y="334328"/>
                    <a:pt x="307132" y="310515"/>
                  </a:cubicBezTo>
                  <a:lnTo>
                    <a:pt x="307132" y="304800"/>
                  </a:lnTo>
                  <a:cubicBezTo>
                    <a:pt x="307132" y="280988"/>
                    <a:pt x="291918" y="267653"/>
                    <a:pt x="268146" y="267653"/>
                  </a:cubicBezTo>
                  <a:close/>
                  <a:moveTo>
                    <a:pt x="278605" y="309563"/>
                  </a:moveTo>
                  <a:cubicBezTo>
                    <a:pt x="278605" y="309563"/>
                    <a:pt x="277655" y="318135"/>
                    <a:pt x="248178" y="331470"/>
                  </a:cubicBezTo>
                  <a:cubicBezTo>
                    <a:pt x="224406" y="341947"/>
                    <a:pt x="199683" y="347663"/>
                    <a:pt x="176862" y="347663"/>
                  </a:cubicBezTo>
                  <a:lnTo>
                    <a:pt x="161648" y="347663"/>
                  </a:lnTo>
                  <a:cubicBezTo>
                    <a:pt x="144533" y="347663"/>
                    <a:pt x="126466" y="343853"/>
                    <a:pt x="108399" y="335280"/>
                  </a:cubicBezTo>
                  <a:cubicBezTo>
                    <a:pt x="55151" y="312420"/>
                    <a:pt x="29477" y="266700"/>
                    <a:pt x="29477" y="194310"/>
                  </a:cubicBezTo>
                  <a:lnTo>
                    <a:pt x="29477" y="176213"/>
                  </a:lnTo>
                  <a:cubicBezTo>
                    <a:pt x="29477" y="154305"/>
                    <a:pt x="33281" y="133350"/>
                    <a:pt x="40888" y="114300"/>
                  </a:cubicBezTo>
                  <a:cubicBezTo>
                    <a:pt x="56101" y="75247"/>
                    <a:pt x="82726" y="49530"/>
                    <a:pt x="122662" y="36195"/>
                  </a:cubicBezTo>
                  <a:cubicBezTo>
                    <a:pt x="140729" y="30480"/>
                    <a:pt x="163550" y="27622"/>
                    <a:pt x="190174" y="27622"/>
                  </a:cubicBezTo>
                  <a:cubicBezTo>
                    <a:pt x="215848" y="27622"/>
                    <a:pt x="237718" y="32385"/>
                    <a:pt x="255785" y="41910"/>
                  </a:cubicBezTo>
                  <a:cubicBezTo>
                    <a:pt x="275753" y="52388"/>
                    <a:pt x="277655" y="62865"/>
                    <a:pt x="277655" y="70485"/>
                  </a:cubicBezTo>
                  <a:cubicBezTo>
                    <a:pt x="277655" y="76200"/>
                    <a:pt x="276704" y="83820"/>
                    <a:pt x="272900" y="87630"/>
                  </a:cubicBezTo>
                  <a:cubicBezTo>
                    <a:pt x="270048" y="90488"/>
                    <a:pt x="266244" y="92393"/>
                    <a:pt x="260539" y="92393"/>
                  </a:cubicBezTo>
                  <a:cubicBezTo>
                    <a:pt x="256735" y="92393"/>
                    <a:pt x="246276" y="90488"/>
                    <a:pt x="222504" y="79057"/>
                  </a:cubicBezTo>
                  <a:cubicBezTo>
                    <a:pt x="199683" y="68580"/>
                    <a:pt x="184469" y="62865"/>
                    <a:pt x="173059" y="62865"/>
                  </a:cubicBezTo>
                  <a:cubicBezTo>
                    <a:pt x="143582" y="62865"/>
                    <a:pt x="120761" y="74295"/>
                    <a:pt x="106498" y="97155"/>
                  </a:cubicBezTo>
                  <a:cubicBezTo>
                    <a:pt x="94136" y="118110"/>
                    <a:pt x="87480" y="146685"/>
                    <a:pt x="87480" y="185738"/>
                  </a:cubicBezTo>
                  <a:cubicBezTo>
                    <a:pt x="87480" y="224790"/>
                    <a:pt x="96989" y="255270"/>
                    <a:pt x="114105" y="277178"/>
                  </a:cubicBezTo>
                  <a:cubicBezTo>
                    <a:pt x="132171" y="299085"/>
                    <a:pt x="158796" y="310515"/>
                    <a:pt x="191125" y="310515"/>
                  </a:cubicBezTo>
                  <a:cubicBezTo>
                    <a:pt x="204437" y="310515"/>
                    <a:pt x="219651" y="307658"/>
                    <a:pt x="237718" y="302895"/>
                  </a:cubicBezTo>
                  <a:cubicBezTo>
                    <a:pt x="255785" y="297180"/>
                    <a:pt x="265293" y="296228"/>
                    <a:pt x="269097" y="296228"/>
                  </a:cubicBezTo>
                  <a:cubicBezTo>
                    <a:pt x="278605" y="296228"/>
                    <a:pt x="278605" y="299085"/>
                    <a:pt x="278605" y="304800"/>
                  </a:cubicBezTo>
                  <a:lnTo>
                    <a:pt x="278605" y="309563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656DA79-F32B-E09A-360F-9997BCC62524}"/>
                </a:ext>
              </a:extLst>
            </p:cNvPr>
            <p:cNvSpPr/>
            <p:nvPr/>
          </p:nvSpPr>
          <p:spPr>
            <a:xfrm>
              <a:off x="21775525" y="1438491"/>
              <a:ext cx="180665" cy="264794"/>
            </a:xfrm>
            <a:custGeom>
              <a:avLst/>
              <a:gdLst>
                <a:gd name="connsiteX0" fmla="*/ 93185 w 180665"/>
                <a:gd name="connsiteY0" fmla="*/ 0 h 264794"/>
                <a:gd name="connsiteX1" fmla="*/ 82726 w 180665"/>
                <a:gd name="connsiteY1" fmla="*/ 0 h 264794"/>
                <a:gd name="connsiteX2" fmla="*/ 19968 w 180665"/>
                <a:gd name="connsiteY2" fmla="*/ 37148 h 264794"/>
                <a:gd name="connsiteX3" fmla="*/ 0 w 180665"/>
                <a:gd name="connsiteY3" fmla="*/ 130493 h 264794"/>
                <a:gd name="connsiteX4" fmla="*/ 21870 w 180665"/>
                <a:gd name="connsiteY4" fmla="*/ 225743 h 264794"/>
                <a:gd name="connsiteX5" fmla="*/ 89382 w 180665"/>
                <a:gd name="connsiteY5" fmla="*/ 264795 h 264794"/>
                <a:gd name="connsiteX6" fmla="*/ 96038 w 180665"/>
                <a:gd name="connsiteY6" fmla="*/ 264795 h 264794"/>
                <a:gd name="connsiteX7" fmla="*/ 157845 w 180665"/>
                <a:gd name="connsiteY7" fmla="*/ 232410 h 264794"/>
                <a:gd name="connsiteX8" fmla="*/ 179715 w 180665"/>
                <a:gd name="connsiteY8" fmla="*/ 160020 h 264794"/>
                <a:gd name="connsiteX9" fmla="*/ 180666 w 180665"/>
                <a:gd name="connsiteY9" fmla="*/ 152400 h 264794"/>
                <a:gd name="connsiteX10" fmla="*/ 180666 w 180665"/>
                <a:gd name="connsiteY10" fmla="*/ 120015 h 264794"/>
                <a:gd name="connsiteX11" fmla="*/ 157845 w 180665"/>
                <a:gd name="connsiteY11" fmla="*/ 35243 h 264794"/>
                <a:gd name="connsiteX12" fmla="*/ 93185 w 180665"/>
                <a:gd name="connsiteY12" fmla="*/ 0 h 264794"/>
                <a:gd name="connsiteX13" fmla="*/ 152139 w 180665"/>
                <a:gd name="connsiteY13" fmla="*/ 152400 h 264794"/>
                <a:gd name="connsiteX14" fmla="*/ 151189 w 180665"/>
                <a:gd name="connsiteY14" fmla="*/ 159068 h 264794"/>
                <a:gd name="connsiteX15" fmla="*/ 151189 w 180665"/>
                <a:gd name="connsiteY15" fmla="*/ 160020 h 264794"/>
                <a:gd name="connsiteX16" fmla="*/ 134073 w 180665"/>
                <a:gd name="connsiteY16" fmla="*/ 216218 h 264794"/>
                <a:gd name="connsiteX17" fmla="*/ 95087 w 180665"/>
                <a:gd name="connsiteY17" fmla="*/ 237173 h 264794"/>
                <a:gd name="connsiteX18" fmla="*/ 88431 w 180665"/>
                <a:gd name="connsiteY18" fmla="*/ 237173 h 264794"/>
                <a:gd name="connsiteX19" fmla="*/ 45642 w 180665"/>
                <a:gd name="connsiteY19" fmla="*/ 211455 h 264794"/>
                <a:gd name="connsiteX20" fmla="*/ 28526 w 180665"/>
                <a:gd name="connsiteY20" fmla="*/ 130493 h 264794"/>
                <a:gd name="connsiteX21" fmla="*/ 44691 w 180665"/>
                <a:gd name="connsiteY21" fmla="*/ 51435 h 264794"/>
                <a:gd name="connsiteX22" fmla="*/ 82726 w 180665"/>
                <a:gd name="connsiteY22" fmla="*/ 27623 h 264794"/>
                <a:gd name="connsiteX23" fmla="*/ 93185 w 180665"/>
                <a:gd name="connsiteY23" fmla="*/ 27623 h 264794"/>
                <a:gd name="connsiteX24" fmla="*/ 135024 w 180665"/>
                <a:gd name="connsiteY24" fmla="*/ 51435 h 264794"/>
                <a:gd name="connsiteX25" fmla="*/ 153090 w 180665"/>
                <a:gd name="connsiteY25" fmla="*/ 120015 h 264794"/>
                <a:gd name="connsiteX26" fmla="*/ 153090 w 180665"/>
                <a:gd name="connsiteY26" fmla="*/ 140970 h 264794"/>
                <a:gd name="connsiteX27" fmla="*/ 152139 w 180665"/>
                <a:gd name="connsiteY27" fmla="*/ 15240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0665" h="264794">
                  <a:moveTo>
                    <a:pt x="93185" y="0"/>
                  </a:moveTo>
                  <a:lnTo>
                    <a:pt x="82726" y="0"/>
                  </a:lnTo>
                  <a:cubicBezTo>
                    <a:pt x="56101" y="0"/>
                    <a:pt x="35182" y="13335"/>
                    <a:pt x="19968" y="37148"/>
                  </a:cubicBezTo>
                  <a:cubicBezTo>
                    <a:pt x="6656" y="60007"/>
                    <a:pt x="0" y="91440"/>
                    <a:pt x="0" y="130493"/>
                  </a:cubicBezTo>
                  <a:cubicBezTo>
                    <a:pt x="0" y="169545"/>
                    <a:pt x="7607" y="201930"/>
                    <a:pt x="21870" y="225743"/>
                  </a:cubicBezTo>
                  <a:cubicBezTo>
                    <a:pt x="37084" y="251460"/>
                    <a:pt x="60856" y="264795"/>
                    <a:pt x="89382" y="264795"/>
                  </a:cubicBezTo>
                  <a:lnTo>
                    <a:pt x="96038" y="264795"/>
                  </a:lnTo>
                  <a:cubicBezTo>
                    <a:pt x="121712" y="264795"/>
                    <a:pt x="142631" y="254318"/>
                    <a:pt x="157845" y="232410"/>
                  </a:cubicBezTo>
                  <a:cubicBezTo>
                    <a:pt x="172108" y="212408"/>
                    <a:pt x="179715" y="187643"/>
                    <a:pt x="179715" y="160020"/>
                  </a:cubicBezTo>
                  <a:lnTo>
                    <a:pt x="180666" y="152400"/>
                  </a:lnTo>
                  <a:lnTo>
                    <a:pt x="180666" y="120015"/>
                  </a:lnTo>
                  <a:cubicBezTo>
                    <a:pt x="180666" y="86677"/>
                    <a:pt x="173059" y="58102"/>
                    <a:pt x="157845" y="35243"/>
                  </a:cubicBezTo>
                  <a:cubicBezTo>
                    <a:pt x="142631" y="12382"/>
                    <a:pt x="120761" y="0"/>
                    <a:pt x="93185" y="0"/>
                  </a:cubicBezTo>
                  <a:close/>
                  <a:moveTo>
                    <a:pt x="152139" y="152400"/>
                  </a:moveTo>
                  <a:lnTo>
                    <a:pt x="151189" y="159068"/>
                  </a:lnTo>
                  <a:lnTo>
                    <a:pt x="151189" y="160020"/>
                  </a:lnTo>
                  <a:cubicBezTo>
                    <a:pt x="151189" y="181927"/>
                    <a:pt x="145483" y="200977"/>
                    <a:pt x="134073" y="216218"/>
                  </a:cubicBezTo>
                  <a:cubicBezTo>
                    <a:pt x="123613" y="230505"/>
                    <a:pt x="111252" y="237173"/>
                    <a:pt x="95087" y="237173"/>
                  </a:cubicBezTo>
                  <a:lnTo>
                    <a:pt x="88431" y="237173"/>
                  </a:lnTo>
                  <a:cubicBezTo>
                    <a:pt x="69414" y="237173"/>
                    <a:pt x="55151" y="229552"/>
                    <a:pt x="45642" y="211455"/>
                  </a:cubicBezTo>
                  <a:cubicBezTo>
                    <a:pt x="34231" y="192405"/>
                    <a:pt x="28526" y="164783"/>
                    <a:pt x="28526" y="130493"/>
                  </a:cubicBezTo>
                  <a:cubicBezTo>
                    <a:pt x="28526" y="96202"/>
                    <a:pt x="34231" y="69532"/>
                    <a:pt x="44691" y="51435"/>
                  </a:cubicBezTo>
                  <a:cubicBezTo>
                    <a:pt x="54200" y="35243"/>
                    <a:pt x="66561" y="27623"/>
                    <a:pt x="82726" y="27623"/>
                  </a:cubicBezTo>
                  <a:lnTo>
                    <a:pt x="93185" y="27623"/>
                  </a:lnTo>
                  <a:cubicBezTo>
                    <a:pt x="111252" y="27623"/>
                    <a:pt x="123613" y="35243"/>
                    <a:pt x="135024" y="51435"/>
                  </a:cubicBezTo>
                  <a:cubicBezTo>
                    <a:pt x="146434" y="68580"/>
                    <a:pt x="153090" y="92393"/>
                    <a:pt x="153090" y="120015"/>
                  </a:cubicBezTo>
                  <a:lnTo>
                    <a:pt x="153090" y="140970"/>
                  </a:lnTo>
                  <a:lnTo>
                    <a:pt x="152139" y="152400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4F97BF5-C439-7C43-265E-01373E6B44FB}"/>
                </a:ext>
              </a:extLst>
            </p:cNvPr>
            <p:cNvSpPr/>
            <p:nvPr/>
          </p:nvSpPr>
          <p:spPr>
            <a:xfrm>
              <a:off x="21693750" y="1381341"/>
              <a:ext cx="351822" cy="382904"/>
            </a:xfrm>
            <a:custGeom>
              <a:avLst/>
              <a:gdLst>
                <a:gd name="connsiteX0" fmla="*/ 182567 w 351822"/>
                <a:gd name="connsiteY0" fmla="*/ 0 h 382904"/>
                <a:gd name="connsiteX1" fmla="*/ 182567 w 351822"/>
                <a:gd name="connsiteY1" fmla="*/ 0 h 382904"/>
                <a:gd name="connsiteX2" fmla="*/ 175911 w 351822"/>
                <a:gd name="connsiteY2" fmla="*/ 0 h 382904"/>
                <a:gd name="connsiteX3" fmla="*/ 105547 w 351822"/>
                <a:gd name="connsiteY3" fmla="*/ 12382 h 382904"/>
                <a:gd name="connsiteX4" fmla="*/ 12361 w 351822"/>
                <a:gd name="connsiteY4" fmla="*/ 107632 h 382904"/>
                <a:gd name="connsiteX5" fmla="*/ 0 w 351822"/>
                <a:gd name="connsiteY5" fmla="*/ 180023 h 382904"/>
                <a:gd name="connsiteX6" fmla="*/ 0 w 351822"/>
                <a:gd name="connsiteY6" fmla="*/ 192405 h 382904"/>
                <a:gd name="connsiteX7" fmla="*/ 43740 w 351822"/>
                <a:gd name="connsiteY7" fmla="*/ 329565 h 382904"/>
                <a:gd name="connsiteX8" fmla="*/ 174010 w 351822"/>
                <a:gd name="connsiteY8" fmla="*/ 382905 h 382904"/>
                <a:gd name="connsiteX9" fmla="*/ 179715 w 351822"/>
                <a:gd name="connsiteY9" fmla="*/ 382905 h 382904"/>
                <a:gd name="connsiteX10" fmla="*/ 249128 w 351822"/>
                <a:gd name="connsiteY10" fmla="*/ 367665 h 382904"/>
                <a:gd name="connsiteX11" fmla="*/ 340412 w 351822"/>
                <a:gd name="connsiteY11" fmla="*/ 261938 h 382904"/>
                <a:gd name="connsiteX12" fmla="*/ 351823 w 351822"/>
                <a:gd name="connsiteY12" fmla="*/ 186690 h 382904"/>
                <a:gd name="connsiteX13" fmla="*/ 351823 w 351822"/>
                <a:gd name="connsiteY13" fmla="*/ 180975 h 382904"/>
                <a:gd name="connsiteX14" fmla="*/ 309033 w 351822"/>
                <a:gd name="connsiteY14" fmla="*/ 55245 h 382904"/>
                <a:gd name="connsiteX15" fmla="*/ 182567 w 351822"/>
                <a:gd name="connsiteY15" fmla="*/ 0 h 382904"/>
                <a:gd name="connsiteX16" fmla="*/ 322346 w 351822"/>
                <a:gd name="connsiteY16" fmla="*/ 185738 h 382904"/>
                <a:gd name="connsiteX17" fmla="*/ 311886 w 351822"/>
                <a:gd name="connsiteY17" fmla="*/ 252413 h 382904"/>
                <a:gd name="connsiteX18" fmla="*/ 235816 w 351822"/>
                <a:gd name="connsiteY18" fmla="*/ 340995 h 382904"/>
                <a:gd name="connsiteX19" fmla="*/ 177813 w 351822"/>
                <a:gd name="connsiteY19" fmla="*/ 354330 h 382904"/>
                <a:gd name="connsiteX20" fmla="*/ 172108 w 351822"/>
                <a:gd name="connsiteY20" fmla="*/ 354330 h 382904"/>
                <a:gd name="connsiteX21" fmla="*/ 61807 w 351822"/>
                <a:gd name="connsiteY21" fmla="*/ 310515 h 382904"/>
                <a:gd name="connsiteX22" fmla="*/ 25674 w 351822"/>
                <a:gd name="connsiteY22" fmla="*/ 193358 h 382904"/>
                <a:gd name="connsiteX23" fmla="*/ 25674 w 351822"/>
                <a:gd name="connsiteY23" fmla="*/ 188595 h 382904"/>
                <a:gd name="connsiteX24" fmla="*/ 25674 w 351822"/>
                <a:gd name="connsiteY24" fmla="*/ 181927 h 382904"/>
                <a:gd name="connsiteX25" fmla="*/ 36133 w 351822"/>
                <a:gd name="connsiteY25" fmla="*/ 118110 h 382904"/>
                <a:gd name="connsiteX26" fmla="*/ 112203 w 351822"/>
                <a:gd name="connsiteY26" fmla="*/ 40005 h 382904"/>
                <a:gd name="connsiteX27" fmla="*/ 172108 w 351822"/>
                <a:gd name="connsiteY27" fmla="*/ 29528 h 382904"/>
                <a:gd name="connsiteX28" fmla="*/ 178764 w 351822"/>
                <a:gd name="connsiteY28" fmla="*/ 29528 h 382904"/>
                <a:gd name="connsiteX29" fmla="*/ 285262 w 351822"/>
                <a:gd name="connsiteY29" fmla="*/ 74295 h 382904"/>
                <a:gd name="connsiteX30" fmla="*/ 320444 w 351822"/>
                <a:gd name="connsiteY30" fmla="*/ 180975 h 382904"/>
                <a:gd name="connsiteX31" fmla="*/ 320444 w 351822"/>
                <a:gd name="connsiteY31" fmla="*/ 185738 h 38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1822" h="382904">
                  <a:moveTo>
                    <a:pt x="182567" y="0"/>
                  </a:moveTo>
                  <a:cubicBezTo>
                    <a:pt x="182567" y="0"/>
                    <a:pt x="182567" y="0"/>
                    <a:pt x="182567" y="0"/>
                  </a:cubicBezTo>
                  <a:lnTo>
                    <a:pt x="175911" y="0"/>
                  </a:lnTo>
                  <a:cubicBezTo>
                    <a:pt x="151189" y="0"/>
                    <a:pt x="127417" y="3810"/>
                    <a:pt x="105547" y="12382"/>
                  </a:cubicBezTo>
                  <a:cubicBezTo>
                    <a:pt x="59905" y="28575"/>
                    <a:pt x="29477" y="60960"/>
                    <a:pt x="12361" y="107632"/>
                  </a:cubicBezTo>
                  <a:cubicBezTo>
                    <a:pt x="4754" y="130493"/>
                    <a:pt x="0" y="155258"/>
                    <a:pt x="0" y="180023"/>
                  </a:cubicBezTo>
                  <a:lnTo>
                    <a:pt x="0" y="192405"/>
                  </a:lnTo>
                  <a:cubicBezTo>
                    <a:pt x="0" y="252413"/>
                    <a:pt x="14263" y="299085"/>
                    <a:pt x="43740" y="329565"/>
                  </a:cubicBezTo>
                  <a:cubicBezTo>
                    <a:pt x="77021" y="364808"/>
                    <a:pt x="121712" y="382905"/>
                    <a:pt x="174010" y="382905"/>
                  </a:cubicBezTo>
                  <a:lnTo>
                    <a:pt x="179715" y="382905"/>
                  </a:lnTo>
                  <a:cubicBezTo>
                    <a:pt x="202536" y="382905"/>
                    <a:pt x="226308" y="377190"/>
                    <a:pt x="249128" y="367665"/>
                  </a:cubicBezTo>
                  <a:cubicBezTo>
                    <a:pt x="294770" y="346710"/>
                    <a:pt x="326149" y="311468"/>
                    <a:pt x="340412" y="261938"/>
                  </a:cubicBezTo>
                  <a:cubicBezTo>
                    <a:pt x="348019" y="237173"/>
                    <a:pt x="351823" y="211455"/>
                    <a:pt x="351823" y="186690"/>
                  </a:cubicBezTo>
                  <a:lnTo>
                    <a:pt x="351823" y="180975"/>
                  </a:lnTo>
                  <a:cubicBezTo>
                    <a:pt x="351823" y="128588"/>
                    <a:pt x="337560" y="86677"/>
                    <a:pt x="309033" y="55245"/>
                  </a:cubicBezTo>
                  <a:cubicBezTo>
                    <a:pt x="275753" y="18097"/>
                    <a:pt x="232964" y="0"/>
                    <a:pt x="182567" y="0"/>
                  </a:cubicBezTo>
                  <a:close/>
                  <a:moveTo>
                    <a:pt x="322346" y="185738"/>
                  </a:moveTo>
                  <a:cubicBezTo>
                    <a:pt x="322346" y="207645"/>
                    <a:pt x="318542" y="230505"/>
                    <a:pt x="311886" y="252413"/>
                  </a:cubicBezTo>
                  <a:cubicBezTo>
                    <a:pt x="299525" y="294323"/>
                    <a:pt x="274802" y="322898"/>
                    <a:pt x="235816" y="340995"/>
                  </a:cubicBezTo>
                  <a:cubicBezTo>
                    <a:pt x="216799" y="349568"/>
                    <a:pt x="196831" y="354330"/>
                    <a:pt x="177813" y="354330"/>
                  </a:cubicBezTo>
                  <a:lnTo>
                    <a:pt x="172108" y="354330"/>
                  </a:lnTo>
                  <a:cubicBezTo>
                    <a:pt x="126466" y="354330"/>
                    <a:pt x="90333" y="340043"/>
                    <a:pt x="61807" y="310515"/>
                  </a:cubicBezTo>
                  <a:cubicBezTo>
                    <a:pt x="38035" y="285750"/>
                    <a:pt x="25674" y="245745"/>
                    <a:pt x="25674" y="193358"/>
                  </a:cubicBezTo>
                  <a:lnTo>
                    <a:pt x="25674" y="188595"/>
                  </a:lnTo>
                  <a:lnTo>
                    <a:pt x="25674" y="181927"/>
                  </a:lnTo>
                  <a:cubicBezTo>
                    <a:pt x="25674" y="160020"/>
                    <a:pt x="29477" y="138113"/>
                    <a:pt x="36133" y="118110"/>
                  </a:cubicBezTo>
                  <a:cubicBezTo>
                    <a:pt x="50396" y="79057"/>
                    <a:pt x="75119" y="53340"/>
                    <a:pt x="112203" y="40005"/>
                  </a:cubicBezTo>
                  <a:cubicBezTo>
                    <a:pt x="131220" y="33338"/>
                    <a:pt x="152139" y="29528"/>
                    <a:pt x="172108" y="29528"/>
                  </a:cubicBezTo>
                  <a:lnTo>
                    <a:pt x="178764" y="29528"/>
                  </a:lnTo>
                  <a:cubicBezTo>
                    <a:pt x="222504" y="29528"/>
                    <a:pt x="257686" y="43815"/>
                    <a:pt x="285262" y="74295"/>
                  </a:cubicBezTo>
                  <a:cubicBezTo>
                    <a:pt x="308082" y="100013"/>
                    <a:pt x="320444" y="135255"/>
                    <a:pt x="320444" y="180975"/>
                  </a:cubicBezTo>
                  <a:lnTo>
                    <a:pt x="320444" y="185738"/>
                  </a:ln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A909E9B-21C9-E823-43C4-2406F5325CCA}"/>
                </a:ext>
              </a:extLst>
            </p:cNvPr>
            <p:cNvSpPr/>
            <p:nvPr/>
          </p:nvSpPr>
          <p:spPr>
            <a:xfrm>
              <a:off x="22085509" y="1386697"/>
              <a:ext cx="533439" cy="363261"/>
            </a:xfrm>
            <a:custGeom>
              <a:avLst/>
              <a:gdLst>
                <a:gd name="connsiteX0" fmla="*/ 523930 w 533439"/>
                <a:gd name="connsiteY0" fmla="*/ 271822 h 363261"/>
                <a:gd name="connsiteX1" fmla="*/ 520127 w 533439"/>
                <a:gd name="connsiteY1" fmla="*/ 261344 h 363261"/>
                <a:gd name="connsiteX2" fmla="*/ 517274 w 533439"/>
                <a:gd name="connsiteY2" fmla="*/ 209909 h 363261"/>
                <a:gd name="connsiteX3" fmla="*/ 503011 w 533439"/>
                <a:gd name="connsiteY3" fmla="*/ 65129 h 363261"/>
                <a:gd name="connsiteX4" fmla="*/ 461173 w 533439"/>
                <a:gd name="connsiteY4" fmla="*/ 16552 h 363261"/>
                <a:gd name="connsiteX5" fmla="*/ 329953 w 533439"/>
                <a:gd name="connsiteY5" fmla="*/ 18457 h 363261"/>
                <a:gd name="connsiteX6" fmla="*/ 296672 w 533439"/>
                <a:gd name="connsiteY6" fmla="*/ 33697 h 363261"/>
                <a:gd name="connsiteX7" fmla="*/ 281458 w 533439"/>
                <a:gd name="connsiteY7" fmla="*/ 27029 h 363261"/>
                <a:gd name="connsiteX8" fmla="*/ 247227 w 533439"/>
                <a:gd name="connsiteY8" fmla="*/ 12742 h 363261"/>
                <a:gd name="connsiteX9" fmla="*/ 156894 w 533439"/>
                <a:gd name="connsiteY9" fmla="*/ 13694 h 363261"/>
                <a:gd name="connsiteX10" fmla="*/ 122662 w 533439"/>
                <a:gd name="connsiteY10" fmla="*/ 19409 h 363261"/>
                <a:gd name="connsiteX11" fmla="*/ 88431 w 533439"/>
                <a:gd name="connsiteY11" fmla="*/ 14647 h 363261"/>
                <a:gd name="connsiteX12" fmla="*/ 48494 w 533439"/>
                <a:gd name="connsiteY12" fmla="*/ 9884 h 363261"/>
                <a:gd name="connsiteX13" fmla="*/ 16165 w 533439"/>
                <a:gd name="connsiteY13" fmla="*/ 22267 h 363261"/>
                <a:gd name="connsiteX14" fmla="*/ 6656 w 533439"/>
                <a:gd name="connsiteY14" fmla="*/ 47032 h 363261"/>
                <a:gd name="connsiteX15" fmla="*/ 9509 w 533439"/>
                <a:gd name="connsiteY15" fmla="*/ 75607 h 363261"/>
                <a:gd name="connsiteX16" fmla="*/ 10460 w 533439"/>
                <a:gd name="connsiteY16" fmla="*/ 85132 h 363261"/>
                <a:gd name="connsiteX17" fmla="*/ 12361 w 533439"/>
                <a:gd name="connsiteY17" fmla="*/ 169904 h 363261"/>
                <a:gd name="connsiteX18" fmla="*/ 11410 w 533439"/>
                <a:gd name="connsiteY18" fmla="*/ 243247 h 363261"/>
                <a:gd name="connsiteX19" fmla="*/ 5705 w 533439"/>
                <a:gd name="connsiteY19" fmla="*/ 269917 h 363261"/>
                <a:gd name="connsiteX20" fmla="*/ 0 w 533439"/>
                <a:gd name="connsiteY20" fmla="*/ 300397 h 363261"/>
                <a:gd name="connsiteX21" fmla="*/ 0 w 533439"/>
                <a:gd name="connsiteY21" fmla="*/ 312779 h 363261"/>
                <a:gd name="connsiteX22" fmla="*/ 18067 w 533439"/>
                <a:gd name="connsiteY22" fmla="*/ 349927 h 363261"/>
                <a:gd name="connsiteX23" fmla="*/ 64659 w 533439"/>
                <a:gd name="connsiteY23" fmla="*/ 362309 h 363261"/>
                <a:gd name="connsiteX24" fmla="*/ 111252 w 533439"/>
                <a:gd name="connsiteY24" fmla="*/ 348974 h 363261"/>
                <a:gd name="connsiteX25" fmla="*/ 128368 w 533439"/>
                <a:gd name="connsiteY25" fmla="*/ 299444 h 363261"/>
                <a:gd name="connsiteX26" fmla="*/ 124564 w 533439"/>
                <a:gd name="connsiteY26" fmla="*/ 208004 h 363261"/>
                <a:gd name="connsiteX27" fmla="*/ 132171 w 533439"/>
                <a:gd name="connsiteY27" fmla="*/ 120374 h 363261"/>
                <a:gd name="connsiteX28" fmla="*/ 151189 w 533439"/>
                <a:gd name="connsiteY28" fmla="*/ 100372 h 363261"/>
                <a:gd name="connsiteX29" fmla="*/ 170206 w 533439"/>
                <a:gd name="connsiteY29" fmla="*/ 93704 h 363261"/>
                <a:gd name="connsiteX30" fmla="*/ 197781 w 533439"/>
                <a:gd name="connsiteY30" fmla="*/ 108944 h 363261"/>
                <a:gd name="connsiteX31" fmla="*/ 208241 w 533439"/>
                <a:gd name="connsiteY31" fmla="*/ 192764 h 363261"/>
                <a:gd name="connsiteX32" fmla="*/ 207290 w 533439"/>
                <a:gd name="connsiteY32" fmla="*/ 267059 h 363261"/>
                <a:gd name="connsiteX33" fmla="*/ 202536 w 533439"/>
                <a:gd name="connsiteY33" fmla="*/ 290872 h 363261"/>
                <a:gd name="connsiteX34" fmla="*/ 200634 w 533439"/>
                <a:gd name="connsiteY34" fmla="*/ 303254 h 363261"/>
                <a:gd name="connsiteX35" fmla="*/ 200634 w 533439"/>
                <a:gd name="connsiteY35" fmla="*/ 317542 h 363261"/>
                <a:gd name="connsiteX36" fmla="*/ 253883 w 533439"/>
                <a:gd name="connsiteY36" fmla="*/ 362309 h 363261"/>
                <a:gd name="connsiteX37" fmla="*/ 313788 w 533439"/>
                <a:gd name="connsiteY37" fmla="*/ 351832 h 363261"/>
                <a:gd name="connsiteX38" fmla="*/ 334707 w 533439"/>
                <a:gd name="connsiteY38" fmla="*/ 302302 h 363261"/>
                <a:gd name="connsiteX39" fmla="*/ 329002 w 533439"/>
                <a:gd name="connsiteY39" fmla="*/ 268964 h 363261"/>
                <a:gd name="connsiteX40" fmla="*/ 324247 w 533439"/>
                <a:gd name="connsiteY40" fmla="*/ 228007 h 363261"/>
                <a:gd name="connsiteX41" fmla="*/ 329953 w 533439"/>
                <a:gd name="connsiteY41" fmla="*/ 126089 h 363261"/>
                <a:gd name="connsiteX42" fmla="*/ 344216 w 533439"/>
                <a:gd name="connsiteY42" fmla="*/ 105134 h 363261"/>
                <a:gd name="connsiteX43" fmla="*/ 364184 w 533439"/>
                <a:gd name="connsiteY43" fmla="*/ 99419 h 363261"/>
                <a:gd name="connsiteX44" fmla="*/ 380349 w 533439"/>
                <a:gd name="connsiteY44" fmla="*/ 102277 h 363261"/>
                <a:gd name="connsiteX45" fmla="*/ 396514 w 533439"/>
                <a:gd name="connsiteY45" fmla="*/ 122279 h 363261"/>
                <a:gd name="connsiteX46" fmla="*/ 404120 w 533439"/>
                <a:gd name="connsiteY46" fmla="*/ 227054 h 363261"/>
                <a:gd name="connsiteX47" fmla="*/ 407924 w 533439"/>
                <a:gd name="connsiteY47" fmla="*/ 329924 h 363261"/>
                <a:gd name="connsiteX48" fmla="*/ 463075 w 533439"/>
                <a:gd name="connsiteY48" fmla="*/ 363261 h 363261"/>
                <a:gd name="connsiteX49" fmla="*/ 475436 w 533439"/>
                <a:gd name="connsiteY49" fmla="*/ 363261 h 363261"/>
                <a:gd name="connsiteX50" fmla="*/ 518225 w 533439"/>
                <a:gd name="connsiteY50" fmla="*/ 348974 h 363261"/>
                <a:gd name="connsiteX51" fmla="*/ 533439 w 533439"/>
                <a:gd name="connsiteY51" fmla="*/ 313732 h 363261"/>
                <a:gd name="connsiteX52" fmla="*/ 528685 w 533439"/>
                <a:gd name="connsiteY52" fmla="*/ 283252 h 363261"/>
                <a:gd name="connsiteX53" fmla="*/ 523930 w 533439"/>
                <a:gd name="connsiteY53" fmla="*/ 271822 h 363261"/>
                <a:gd name="connsiteX54" fmla="*/ 497306 w 533439"/>
                <a:gd name="connsiteY54" fmla="*/ 327067 h 363261"/>
                <a:gd name="connsiteX55" fmla="*/ 474485 w 533439"/>
                <a:gd name="connsiteY55" fmla="*/ 333734 h 363261"/>
                <a:gd name="connsiteX56" fmla="*/ 462124 w 533439"/>
                <a:gd name="connsiteY56" fmla="*/ 333734 h 363261"/>
                <a:gd name="connsiteX57" fmla="*/ 433598 w 533439"/>
                <a:gd name="connsiteY57" fmla="*/ 319447 h 363261"/>
                <a:gd name="connsiteX58" fmla="*/ 430745 w 533439"/>
                <a:gd name="connsiteY58" fmla="*/ 225149 h 363261"/>
                <a:gd name="connsiteX59" fmla="*/ 421236 w 533439"/>
                <a:gd name="connsiteY59" fmla="*/ 109897 h 363261"/>
                <a:gd name="connsiteX60" fmla="*/ 390808 w 533439"/>
                <a:gd name="connsiteY60" fmla="*/ 74654 h 363261"/>
                <a:gd name="connsiteX61" fmla="*/ 363233 w 533439"/>
                <a:gd name="connsiteY61" fmla="*/ 69892 h 363261"/>
                <a:gd name="connsiteX62" fmla="*/ 329002 w 533439"/>
                <a:gd name="connsiteY62" fmla="*/ 80369 h 363261"/>
                <a:gd name="connsiteX63" fmla="*/ 302377 w 533439"/>
                <a:gd name="connsiteY63" fmla="*/ 116564 h 363261"/>
                <a:gd name="connsiteX64" fmla="*/ 294770 w 533439"/>
                <a:gd name="connsiteY64" fmla="*/ 227054 h 363261"/>
                <a:gd name="connsiteX65" fmla="*/ 300475 w 533439"/>
                <a:gd name="connsiteY65" fmla="*/ 273727 h 363261"/>
                <a:gd name="connsiteX66" fmla="*/ 305230 w 533439"/>
                <a:gd name="connsiteY66" fmla="*/ 301349 h 363261"/>
                <a:gd name="connsiteX67" fmla="*/ 298574 w 533439"/>
                <a:gd name="connsiteY67" fmla="*/ 326114 h 363261"/>
                <a:gd name="connsiteX68" fmla="*/ 252932 w 533439"/>
                <a:gd name="connsiteY68" fmla="*/ 331829 h 363261"/>
                <a:gd name="connsiteX69" fmla="*/ 228209 w 533439"/>
                <a:gd name="connsiteY69" fmla="*/ 315637 h 363261"/>
                <a:gd name="connsiteX70" fmla="*/ 228209 w 533439"/>
                <a:gd name="connsiteY70" fmla="*/ 303254 h 363261"/>
                <a:gd name="connsiteX71" fmla="*/ 230111 w 533439"/>
                <a:gd name="connsiteY71" fmla="*/ 292777 h 363261"/>
                <a:gd name="connsiteX72" fmla="*/ 234865 w 533439"/>
                <a:gd name="connsiteY72" fmla="*/ 268964 h 363261"/>
                <a:gd name="connsiteX73" fmla="*/ 236767 w 533439"/>
                <a:gd name="connsiteY73" fmla="*/ 190859 h 363261"/>
                <a:gd name="connsiteX74" fmla="*/ 223455 w 533439"/>
                <a:gd name="connsiteY74" fmla="*/ 94657 h 363261"/>
                <a:gd name="connsiteX75" fmla="*/ 170206 w 533439"/>
                <a:gd name="connsiteY75" fmla="*/ 63224 h 363261"/>
                <a:gd name="connsiteX76" fmla="*/ 137876 w 533439"/>
                <a:gd name="connsiteY76" fmla="*/ 73702 h 363261"/>
                <a:gd name="connsiteX77" fmla="*/ 107448 w 533439"/>
                <a:gd name="connsiteY77" fmla="*/ 105134 h 363261"/>
                <a:gd name="connsiteX78" fmla="*/ 96989 w 533439"/>
                <a:gd name="connsiteY78" fmla="*/ 206099 h 363261"/>
                <a:gd name="connsiteX79" fmla="*/ 100792 w 533439"/>
                <a:gd name="connsiteY79" fmla="*/ 297539 h 363261"/>
                <a:gd name="connsiteX80" fmla="*/ 93185 w 533439"/>
                <a:gd name="connsiteY80" fmla="*/ 325162 h 363261"/>
                <a:gd name="connsiteX81" fmla="*/ 93185 w 533439"/>
                <a:gd name="connsiteY81" fmla="*/ 325162 h 363261"/>
                <a:gd name="connsiteX82" fmla="*/ 64659 w 533439"/>
                <a:gd name="connsiteY82" fmla="*/ 331829 h 363261"/>
                <a:gd name="connsiteX83" fmla="*/ 35182 w 533439"/>
                <a:gd name="connsiteY83" fmla="*/ 325162 h 363261"/>
                <a:gd name="connsiteX84" fmla="*/ 28526 w 533439"/>
                <a:gd name="connsiteY84" fmla="*/ 310874 h 363261"/>
                <a:gd name="connsiteX85" fmla="*/ 28526 w 533439"/>
                <a:gd name="connsiteY85" fmla="*/ 298492 h 363261"/>
                <a:gd name="connsiteX86" fmla="*/ 33281 w 533439"/>
                <a:gd name="connsiteY86" fmla="*/ 275632 h 363261"/>
                <a:gd name="connsiteX87" fmla="*/ 39937 w 533439"/>
                <a:gd name="connsiteY87" fmla="*/ 242294 h 363261"/>
                <a:gd name="connsiteX88" fmla="*/ 40887 w 533439"/>
                <a:gd name="connsiteY88" fmla="*/ 167047 h 363261"/>
                <a:gd name="connsiteX89" fmla="*/ 38035 w 533439"/>
                <a:gd name="connsiteY89" fmla="*/ 78464 h 363261"/>
                <a:gd name="connsiteX90" fmla="*/ 36133 w 533439"/>
                <a:gd name="connsiteY90" fmla="*/ 67034 h 363261"/>
                <a:gd name="connsiteX91" fmla="*/ 33281 w 533439"/>
                <a:gd name="connsiteY91" fmla="*/ 43222 h 363261"/>
                <a:gd name="connsiteX92" fmla="*/ 36133 w 533439"/>
                <a:gd name="connsiteY92" fmla="*/ 37507 h 363261"/>
                <a:gd name="connsiteX93" fmla="*/ 46593 w 533439"/>
                <a:gd name="connsiteY93" fmla="*/ 34649 h 363261"/>
                <a:gd name="connsiteX94" fmla="*/ 80824 w 533439"/>
                <a:gd name="connsiteY94" fmla="*/ 39412 h 363261"/>
                <a:gd name="connsiteX95" fmla="*/ 120761 w 533439"/>
                <a:gd name="connsiteY95" fmla="*/ 44174 h 363261"/>
                <a:gd name="connsiteX96" fmla="*/ 163550 w 533439"/>
                <a:gd name="connsiteY96" fmla="*/ 36554 h 363261"/>
                <a:gd name="connsiteX97" fmla="*/ 236767 w 533439"/>
                <a:gd name="connsiteY97" fmla="*/ 35602 h 363261"/>
                <a:gd name="connsiteX98" fmla="*/ 268146 w 533439"/>
                <a:gd name="connsiteY98" fmla="*/ 48937 h 363261"/>
                <a:gd name="connsiteX99" fmla="*/ 296672 w 533439"/>
                <a:gd name="connsiteY99" fmla="*/ 58462 h 363261"/>
                <a:gd name="connsiteX100" fmla="*/ 342314 w 533439"/>
                <a:gd name="connsiteY100" fmla="*/ 40364 h 363261"/>
                <a:gd name="connsiteX101" fmla="*/ 400317 w 533439"/>
                <a:gd name="connsiteY101" fmla="*/ 25124 h 363261"/>
                <a:gd name="connsiteX102" fmla="*/ 445959 w 533439"/>
                <a:gd name="connsiteY102" fmla="*/ 37507 h 363261"/>
                <a:gd name="connsiteX103" fmla="*/ 476387 w 533439"/>
                <a:gd name="connsiteY103" fmla="*/ 73702 h 363261"/>
                <a:gd name="connsiteX104" fmla="*/ 487797 w 533439"/>
                <a:gd name="connsiteY104" fmla="*/ 206099 h 363261"/>
                <a:gd name="connsiteX105" fmla="*/ 491601 w 533439"/>
                <a:gd name="connsiteY105" fmla="*/ 264202 h 363261"/>
                <a:gd name="connsiteX106" fmla="*/ 495404 w 533439"/>
                <a:gd name="connsiteY106" fmla="*/ 277537 h 363261"/>
                <a:gd name="connsiteX107" fmla="*/ 499208 w 533439"/>
                <a:gd name="connsiteY107" fmla="*/ 287062 h 363261"/>
                <a:gd name="connsiteX108" fmla="*/ 502060 w 533439"/>
                <a:gd name="connsiteY108" fmla="*/ 308969 h 363261"/>
                <a:gd name="connsiteX109" fmla="*/ 497306 w 533439"/>
                <a:gd name="connsiteY109" fmla="*/ 327067 h 36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533439" h="363261">
                  <a:moveTo>
                    <a:pt x="523930" y="271822"/>
                  </a:moveTo>
                  <a:lnTo>
                    <a:pt x="520127" y="261344"/>
                  </a:lnTo>
                  <a:cubicBezTo>
                    <a:pt x="518225" y="254677"/>
                    <a:pt x="517274" y="241342"/>
                    <a:pt x="517274" y="209909"/>
                  </a:cubicBezTo>
                  <a:cubicBezTo>
                    <a:pt x="517274" y="108944"/>
                    <a:pt x="508716" y="79417"/>
                    <a:pt x="503011" y="65129"/>
                  </a:cubicBezTo>
                  <a:cubicBezTo>
                    <a:pt x="493502" y="43222"/>
                    <a:pt x="479239" y="27029"/>
                    <a:pt x="461173" y="16552"/>
                  </a:cubicBezTo>
                  <a:cubicBezTo>
                    <a:pt x="426941" y="-5356"/>
                    <a:pt x="379398" y="-6308"/>
                    <a:pt x="329953" y="18457"/>
                  </a:cubicBezTo>
                  <a:cubicBezTo>
                    <a:pt x="307132" y="29887"/>
                    <a:pt x="298574" y="32744"/>
                    <a:pt x="296672" y="33697"/>
                  </a:cubicBezTo>
                  <a:cubicBezTo>
                    <a:pt x="294770" y="33697"/>
                    <a:pt x="290967" y="31792"/>
                    <a:pt x="281458" y="27029"/>
                  </a:cubicBezTo>
                  <a:cubicBezTo>
                    <a:pt x="270048" y="21314"/>
                    <a:pt x="258637" y="16552"/>
                    <a:pt x="247227" y="12742"/>
                  </a:cubicBezTo>
                  <a:cubicBezTo>
                    <a:pt x="222504" y="4169"/>
                    <a:pt x="191125" y="3217"/>
                    <a:pt x="156894" y="13694"/>
                  </a:cubicBezTo>
                  <a:cubicBezTo>
                    <a:pt x="142631" y="17504"/>
                    <a:pt x="131220" y="19409"/>
                    <a:pt x="122662" y="19409"/>
                  </a:cubicBezTo>
                  <a:cubicBezTo>
                    <a:pt x="114105" y="19409"/>
                    <a:pt x="102694" y="17504"/>
                    <a:pt x="88431" y="14647"/>
                  </a:cubicBezTo>
                  <a:cubicBezTo>
                    <a:pt x="72266" y="10837"/>
                    <a:pt x="58954" y="9884"/>
                    <a:pt x="48494" y="9884"/>
                  </a:cubicBezTo>
                  <a:cubicBezTo>
                    <a:pt x="34231" y="9884"/>
                    <a:pt x="23772" y="13694"/>
                    <a:pt x="16165" y="22267"/>
                  </a:cubicBezTo>
                  <a:cubicBezTo>
                    <a:pt x="9509" y="29887"/>
                    <a:pt x="6656" y="38459"/>
                    <a:pt x="6656" y="47032"/>
                  </a:cubicBezTo>
                  <a:cubicBezTo>
                    <a:pt x="6656" y="52747"/>
                    <a:pt x="7607" y="62272"/>
                    <a:pt x="9509" y="75607"/>
                  </a:cubicBezTo>
                  <a:lnTo>
                    <a:pt x="10460" y="85132"/>
                  </a:lnTo>
                  <a:cubicBezTo>
                    <a:pt x="12361" y="99419"/>
                    <a:pt x="12361" y="127994"/>
                    <a:pt x="12361" y="169904"/>
                  </a:cubicBezTo>
                  <a:cubicBezTo>
                    <a:pt x="12361" y="222292"/>
                    <a:pt x="12361" y="238484"/>
                    <a:pt x="11410" y="243247"/>
                  </a:cubicBezTo>
                  <a:cubicBezTo>
                    <a:pt x="11410" y="249914"/>
                    <a:pt x="9509" y="258487"/>
                    <a:pt x="5705" y="269917"/>
                  </a:cubicBezTo>
                  <a:cubicBezTo>
                    <a:pt x="1902" y="284204"/>
                    <a:pt x="0" y="293729"/>
                    <a:pt x="0" y="300397"/>
                  </a:cubicBezTo>
                  <a:lnTo>
                    <a:pt x="0" y="312779"/>
                  </a:lnTo>
                  <a:cubicBezTo>
                    <a:pt x="0" y="328019"/>
                    <a:pt x="6656" y="340402"/>
                    <a:pt x="18067" y="349927"/>
                  </a:cubicBezTo>
                  <a:cubicBezTo>
                    <a:pt x="28526" y="358499"/>
                    <a:pt x="43740" y="362309"/>
                    <a:pt x="64659" y="362309"/>
                  </a:cubicBezTo>
                  <a:cubicBezTo>
                    <a:pt x="84628" y="362309"/>
                    <a:pt x="100792" y="357547"/>
                    <a:pt x="111252" y="348974"/>
                  </a:cubicBezTo>
                  <a:cubicBezTo>
                    <a:pt x="122662" y="339449"/>
                    <a:pt x="128368" y="323257"/>
                    <a:pt x="128368" y="299444"/>
                  </a:cubicBezTo>
                  <a:lnTo>
                    <a:pt x="124564" y="208004"/>
                  </a:lnTo>
                  <a:cubicBezTo>
                    <a:pt x="124564" y="142282"/>
                    <a:pt x="129319" y="125137"/>
                    <a:pt x="132171" y="120374"/>
                  </a:cubicBezTo>
                  <a:cubicBezTo>
                    <a:pt x="136926" y="110849"/>
                    <a:pt x="142631" y="105134"/>
                    <a:pt x="151189" y="100372"/>
                  </a:cubicBezTo>
                  <a:cubicBezTo>
                    <a:pt x="161648" y="94657"/>
                    <a:pt x="167353" y="93704"/>
                    <a:pt x="170206" y="93704"/>
                  </a:cubicBezTo>
                  <a:cubicBezTo>
                    <a:pt x="183518" y="93704"/>
                    <a:pt x="192076" y="98467"/>
                    <a:pt x="197781" y="108944"/>
                  </a:cubicBezTo>
                  <a:cubicBezTo>
                    <a:pt x="202536" y="118469"/>
                    <a:pt x="208241" y="140377"/>
                    <a:pt x="208241" y="192764"/>
                  </a:cubicBezTo>
                  <a:cubicBezTo>
                    <a:pt x="208241" y="249914"/>
                    <a:pt x="207290" y="264202"/>
                    <a:pt x="207290" y="267059"/>
                  </a:cubicBezTo>
                  <a:lnTo>
                    <a:pt x="202536" y="290872"/>
                  </a:lnTo>
                  <a:lnTo>
                    <a:pt x="200634" y="303254"/>
                  </a:lnTo>
                  <a:lnTo>
                    <a:pt x="200634" y="317542"/>
                  </a:lnTo>
                  <a:cubicBezTo>
                    <a:pt x="200634" y="330877"/>
                    <a:pt x="205388" y="362309"/>
                    <a:pt x="253883" y="362309"/>
                  </a:cubicBezTo>
                  <a:cubicBezTo>
                    <a:pt x="283360" y="362309"/>
                    <a:pt x="302377" y="359452"/>
                    <a:pt x="313788" y="351832"/>
                  </a:cubicBezTo>
                  <a:cubicBezTo>
                    <a:pt x="327100" y="343259"/>
                    <a:pt x="334707" y="327067"/>
                    <a:pt x="334707" y="302302"/>
                  </a:cubicBezTo>
                  <a:cubicBezTo>
                    <a:pt x="334707" y="299444"/>
                    <a:pt x="334707" y="294682"/>
                    <a:pt x="329002" y="268964"/>
                  </a:cubicBezTo>
                  <a:cubicBezTo>
                    <a:pt x="325198" y="252772"/>
                    <a:pt x="324247" y="238484"/>
                    <a:pt x="324247" y="228007"/>
                  </a:cubicBezTo>
                  <a:cubicBezTo>
                    <a:pt x="324247" y="154664"/>
                    <a:pt x="328051" y="132757"/>
                    <a:pt x="329953" y="126089"/>
                  </a:cubicBezTo>
                  <a:cubicBezTo>
                    <a:pt x="332805" y="115612"/>
                    <a:pt x="337559" y="108944"/>
                    <a:pt x="344216" y="105134"/>
                  </a:cubicBezTo>
                  <a:cubicBezTo>
                    <a:pt x="350872" y="101324"/>
                    <a:pt x="357528" y="99419"/>
                    <a:pt x="364184" y="99419"/>
                  </a:cubicBezTo>
                  <a:cubicBezTo>
                    <a:pt x="372742" y="99419"/>
                    <a:pt x="377496" y="100372"/>
                    <a:pt x="380349" y="102277"/>
                  </a:cubicBezTo>
                  <a:cubicBezTo>
                    <a:pt x="387005" y="105134"/>
                    <a:pt x="391759" y="111802"/>
                    <a:pt x="396514" y="122279"/>
                  </a:cubicBezTo>
                  <a:cubicBezTo>
                    <a:pt x="399366" y="128947"/>
                    <a:pt x="404120" y="151807"/>
                    <a:pt x="404120" y="227054"/>
                  </a:cubicBezTo>
                  <a:cubicBezTo>
                    <a:pt x="404120" y="318494"/>
                    <a:pt x="406973" y="326114"/>
                    <a:pt x="407924" y="329924"/>
                  </a:cubicBezTo>
                  <a:cubicBezTo>
                    <a:pt x="413629" y="345164"/>
                    <a:pt x="426941" y="363261"/>
                    <a:pt x="463075" y="363261"/>
                  </a:cubicBezTo>
                  <a:lnTo>
                    <a:pt x="475436" y="363261"/>
                  </a:lnTo>
                  <a:cubicBezTo>
                    <a:pt x="493502" y="363261"/>
                    <a:pt x="507766" y="358499"/>
                    <a:pt x="518225" y="348974"/>
                  </a:cubicBezTo>
                  <a:cubicBezTo>
                    <a:pt x="528685" y="339449"/>
                    <a:pt x="533439" y="327067"/>
                    <a:pt x="533439" y="313732"/>
                  </a:cubicBezTo>
                  <a:cubicBezTo>
                    <a:pt x="533439" y="302302"/>
                    <a:pt x="531537" y="292777"/>
                    <a:pt x="528685" y="283252"/>
                  </a:cubicBezTo>
                  <a:lnTo>
                    <a:pt x="523930" y="271822"/>
                  </a:lnTo>
                  <a:close/>
                  <a:moveTo>
                    <a:pt x="497306" y="327067"/>
                  </a:moveTo>
                  <a:cubicBezTo>
                    <a:pt x="492552" y="331829"/>
                    <a:pt x="484945" y="333734"/>
                    <a:pt x="474485" y="333734"/>
                  </a:cubicBezTo>
                  <a:lnTo>
                    <a:pt x="462124" y="333734"/>
                  </a:lnTo>
                  <a:cubicBezTo>
                    <a:pt x="439303" y="333734"/>
                    <a:pt x="435499" y="323257"/>
                    <a:pt x="433598" y="319447"/>
                  </a:cubicBezTo>
                  <a:cubicBezTo>
                    <a:pt x="432647" y="316589"/>
                    <a:pt x="430745" y="301349"/>
                    <a:pt x="430745" y="225149"/>
                  </a:cubicBezTo>
                  <a:cubicBezTo>
                    <a:pt x="430745" y="143234"/>
                    <a:pt x="425040" y="120374"/>
                    <a:pt x="421236" y="109897"/>
                  </a:cubicBezTo>
                  <a:cubicBezTo>
                    <a:pt x="414580" y="92752"/>
                    <a:pt x="404120" y="80369"/>
                    <a:pt x="390808" y="74654"/>
                  </a:cubicBezTo>
                  <a:cubicBezTo>
                    <a:pt x="383201" y="70844"/>
                    <a:pt x="374644" y="69892"/>
                    <a:pt x="363233" y="69892"/>
                  </a:cubicBezTo>
                  <a:cubicBezTo>
                    <a:pt x="351823" y="69892"/>
                    <a:pt x="339461" y="73702"/>
                    <a:pt x="329002" y="80369"/>
                  </a:cubicBezTo>
                  <a:cubicBezTo>
                    <a:pt x="316640" y="87989"/>
                    <a:pt x="308082" y="99419"/>
                    <a:pt x="302377" y="116564"/>
                  </a:cubicBezTo>
                  <a:cubicBezTo>
                    <a:pt x="299525" y="126089"/>
                    <a:pt x="294770" y="147997"/>
                    <a:pt x="294770" y="227054"/>
                  </a:cubicBezTo>
                  <a:cubicBezTo>
                    <a:pt x="294770" y="240389"/>
                    <a:pt x="296672" y="255629"/>
                    <a:pt x="300475" y="273727"/>
                  </a:cubicBezTo>
                  <a:cubicBezTo>
                    <a:pt x="305230" y="295634"/>
                    <a:pt x="305230" y="300397"/>
                    <a:pt x="305230" y="301349"/>
                  </a:cubicBezTo>
                  <a:cubicBezTo>
                    <a:pt x="305230" y="314684"/>
                    <a:pt x="302377" y="324209"/>
                    <a:pt x="298574" y="326114"/>
                  </a:cubicBezTo>
                  <a:cubicBezTo>
                    <a:pt x="295721" y="328019"/>
                    <a:pt x="285261" y="331829"/>
                    <a:pt x="252932" y="331829"/>
                  </a:cubicBezTo>
                  <a:cubicBezTo>
                    <a:pt x="228209" y="331829"/>
                    <a:pt x="228209" y="322304"/>
                    <a:pt x="228209" y="315637"/>
                  </a:cubicBezTo>
                  <a:lnTo>
                    <a:pt x="228209" y="303254"/>
                  </a:lnTo>
                  <a:lnTo>
                    <a:pt x="230111" y="292777"/>
                  </a:lnTo>
                  <a:lnTo>
                    <a:pt x="234865" y="268964"/>
                  </a:lnTo>
                  <a:cubicBezTo>
                    <a:pt x="235816" y="264202"/>
                    <a:pt x="236767" y="250867"/>
                    <a:pt x="236767" y="190859"/>
                  </a:cubicBezTo>
                  <a:cubicBezTo>
                    <a:pt x="236767" y="143234"/>
                    <a:pt x="232013" y="111802"/>
                    <a:pt x="223455" y="94657"/>
                  </a:cubicBezTo>
                  <a:cubicBezTo>
                    <a:pt x="212995" y="74654"/>
                    <a:pt x="194929" y="63224"/>
                    <a:pt x="170206" y="63224"/>
                  </a:cubicBezTo>
                  <a:cubicBezTo>
                    <a:pt x="160697" y="63224"/>
                    <a:pt x="150238" y="67034"/>
                    <a:pt x="137876" y="73702"/>
                  </a:cubicBezTo>
                  <a:cubicBezTo>
                    <a:pt x="125515" y="80369"/>
                    <a:pt x="115055" y="91799"/>
                    <a:pt x="107448" y="105134"/>
                  </a:cubicBezTo>
                  <a:cubicBezTo>
                    <a:pt x="102694" y="114659"/>
                    <a:pt x="96989" y="134662"/>
                    <a:pt x="96989" y="206099"/>
                  </a:cubicBezTo>
                  <a:lnTo>
                    <a:pt x="100792" y="297539"/>
                  </a:lnTo>
                  <a:cubicBezTo>
                    <a:pt x="100792" y="311827"/>
                    <a:pt x="97940" y="321352"/>
                    <a:pt x="93185" y="325162"/>
                  </a:cubicBezTo>
                  <a:lnTo>
                    <a:pt x="93185" y="325162"/>
                  </a:lnTo>
                  <a:cubicBezTo>
                    <a:pt x="87480" y="329924"/>
                    <a:pt x="77971" y="331829"/>
                    <a:pt x="64659" y="331829"/>
                  </a:cubicBezTo>
                  <a:cubicBezTo>
                    <a:pt x="51347" y="331829"/>
                    <a:pt x="40887" y="329924"/>
                    <a:pt x="35182" y="325162"/>
                  </a:cubicBezTo>
                  <a:cubicBezTo>
                    <a:pt x="30428" y="321352"/>
                    <a:pt x="28526" y="317542"/>
                    <a:pt x="28526" y="310874"/>
                  </a:cubicBezTo>
                  <a:lnTo>
                    <a:pt x="28526" y="298492"/>
                  </a:lnTo>
                  <a:cubicBezTo>
                    <a:pt x="28526" y="296587"/>
                    <a:pt x="28526" y="290872"/>
                    <a:pt x="33281" y="275632"/>
                  </a:cubicBezTo>
                  <a:cubicBezTo>
                    <a:pt x="37084" y="261344"/>
                    <a:pt x="38986" y="250867"/>
                    <a:pt x="39937" y="242294"/>
                  </a:cubicBezTo>
                  <a:cubicBezTo>
                    <a:pt x="39937" y="234674"/>
                    <a:pt x="40887" y="209909"/>
                    <a:pt x="40887" y="167047"/>
                  </a:cubicBezTo>
                  <a:cubicBezTo>
                    <a:pt x="40887" y="124184"/>
                    <a:pt x="39937" y="95609"/>
                    <a:pt x="38035" y="78464"/>
                  </a:cubicBezTo>
                  <a:lnTo>
                    <a:pt x="36133" y="67034"/>
                  </a:lnTo>
                  <a:cubicBezTo>
                    <a:pt x="34231" y="52747"/>
                    <a:pt x="33281" y="46079"/>
                    <a:pt x="33281" y="43222"/>
                  </a:cubicBezTo>
                  <a:cubicBezTo>
                    <a:pt x="33281" y="41317"/>
                    <a:pt x="34231" y="39412"/>
                    <a:pt x="36133" y="37507"/>
                  </a:cubicBezTo>
                  <a:cubicBezTo>
                    <a:pt x="37084" y="36554"/>
                    <a:pt x="40887" y="34649"/>
                    <a:pt x="46593" y="34649"/>
                  </a:cubicBezTo>
                  <a:cubicBezTo>
                    <a:pt x="55151" y="34649"/>
                    <a:pt x="66561" y="36554"/>
                    <a:pt x="80824" y="39412"/>
                  </a:cubicBezTo>
                  <a:cubicBezTo>
                    <a:pt x="96989" y="43222"/>
                    <a:pt x="110301" y="44174"/>
                    <a:pt x="120761" y="44174"/>
                  </a:cubicBezTo>
                  <a:cubicBezTo>
                    <a:pt x="132171" y="44174"/>
                    <a:pt x="146434" y="42269"/>
                    <a:pt x="163550" y="36554"/>
                  </a:cubicBezTo>
                  <a:cubicBezTo>
                    <a:pt x="192076" y="28934"/>
                    <a:pt x="217750" y="28934"/>
                    <a:pt x="236767" y="35602"/>
                  </a:cubicBezTo>
                  <a:cubicBezTo>
                    <a:pt x="247227" y="39412"/>
                    <a:pt x="257686" y="44174"/>
                    <a:pt x="268146" y="48937"/>
                  </a:cubicBezTo>
                  <a:cubicBezTo>
                    <a:pt x="285261" y="57509"/>
                    <a:pt x="291918" y="58462"/>
                    <a:pt x="296672" y="58462"/>
                  </a:cubicBezTo>
                  <a:cubicBezTo>
                    <a:pt x="301426" y="58462"/>
                    <a:pt x="309033" y="57509"/>
                    <a:pt x="342314" y="40364"/>
                  </a:cubicBezTo>
                  <a:cubicBezTo>
                    <a:pt x="362282" y="29887"/>
                    <a:pt x="382251" y="25124"/>
                    <a:pt x="400317" y="25124"/>
                  </a:cubicBezTo>
                  <a:cubicBezTo>
                    <a:pt x="418384" y="25124"/>
                    <a:pt x="432647" y="28934"/>
                    <a:pt x="445959" y="37507"/>
                  </a:cubicBezTo>
                  <a:cubicBezTo>
                    <a:pt x="459271" y="45127"/>
                    <a:pt x="468780" y="57509"/>
                    <a:pt x="476387" y="73702"/>
                  </a:cubicBezTo>
                  <a:cubicBezTo>
                    <a:pt x="482092" y="85132"/>
                    <a:pt x="487797" y="117517"/>
                    <a:pt x="487797" y="206099"/>
                  </a:cubicBezTo>
                  <a:cubicBezTo>
                    <a:pt x="487797" y="233722"/>
                    <a:pt x="488748" y="252772"/>
                    <a:pt x="491601" y="264202"/>
                  </a:cubicBezTo>
                  <a:lnTo>
                    <a:pt x="495404" y="277537"/>
                  </a:lnTo>
                  <a:lnTo>
                    <a:pt x="499208" y="287062"/>
                  </a:lnTo>
                  <a:cubicBezTo>
                    <a:pt x="501109" y="293729"/>
                    <a:pt x="502060" y="301349"/>
                    <a:pt x="502060" y="308969"/>
                  </a:cubicBezTo>
                  <a:cubicBezTo>
                    <a:pt x="503962" y="318494"/>
                    <a:pt x="501109" y="323257"/>
                    <a:pt x="497306" y="327067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59" name="Graphic 36">
            <a:extLst>
              <a:ext uri="{FF2B5EF4-FFF2-40B4-BE49-F238E27FC236}">
                <a16:creationId xmlns:a16="http://schemas.microsoft.com/office/drawing/2014/main" id="{3CC9DDEC-989B-7D4A-D5AE-7292FB14AFD3}"/>
              </a:ext>
            </a:extLst>
          </p:cNvPr>
          <p:cNvSpPr/>
          <p:nvPr/>
        </p:nvSpPr>
        <p:spPr>
          <a:xfrm>
            <a:off x="19346168" y="1221778"/>
            <a:ext cx="3768449" cy="1803307"/>
          </a:xfrm>
          <a:custGeom>
            <a:avLst/>
            <a:gdLst>
              <a:gd name="connsiteX0" fmla="*/ 1723501 w 2070100"/>
              <a:gd name="connsiteY0" fmla="*/ 990600 h 990600"/>
              <a:gd name="connsiteX1" fmla="*/ 332356 w 2070100"/>
              <a:gd name="connsiteY1" fmla="*/ 990600 h 990600"/>
              <a:gd name="connsiteX2" fmla="*/ 0 w 2070100"/>
              <a:gd name="connsiteY2" fmla="*/ 660400 h 990600"/>
              <a:gd name="connsiteX3" fmla="*/ 332356 w 2070100"/>
              <a:gd name="connsiteY3" fmla="*/ 330200 h 990600"/>
              <a:gd name="connsiteX4" fmla="*/ 408322 w 2070100"/>
              <a:gd name="connsiteY4" fmla="*/ 338691 h 990600"/>
              <a:gd name="connsiteX5" fmla="*/ 408322 w 2070100"/>
              <a:gd name="connsiteY5" fmla="*/ 330200 h 990600"/>
              <a:gd name="connsiteX6" fmla="*/ 740678 w 2070100"/>
              <a:gd name="connsiteY6" fmla="*/ 0 h 990600"/>
              <a:gd name="connsiteX7" fmla="*/ 1054991 w 2070100"/>
              <a:gd name="connsiteY7" fmla="*/ 222649 h 990600"/>
              <a:gd name="connsiteX8" fmla="*/ 1258203 w 2070100"/>
              <a:gd name="connsiteY8" fmla="*/ 169817 h 990600"/>
              <a:gd name="connsiteX9" fmla="*/ 1585811 w 2070100"/>
              <a:gd name="connsiteY9" fmla="*/ 330200 h 990600"/>
              <a:gd name="connsiteX10" fmla="*/ 1723501 w 2070100"/>
              <a:gd name="connsiteY10" fmla="*/ 301897 h 990600"/>
              <a:gd name="connsiteX11" fmla="*/ 2070100 w 2070100"/>
              <a:gd name="connsiteY11" fmla="*/ 646249 h 990600"/>
              <a:gd name="connsiteX12" fmla="*/ 1763383 w 2070100"/>
              <a:gd name="connsiteY12" fmla="*/ 988713 h 990600"/>
              <a:gd name="connsiteX13" fmla="*/ 1723501 w 2070100"/>
              <a:gd name="connsiteY13" fmla="*/ 990600 h 990600"/>
              <a:gd name="connsiteX14" fmla="*/ 332356 w 2070100"/>
              <a:gd name="connsiteY14" fmla="*/ 358503 h 990600"/>
              <a:gd name="connsiteX15" fmla="*/ 28488 w 2070100"/>
              <a:gd name="connsiteY15" fmla="*/ 660400 h 990600"/>
              <a:gd name="connsiteX16" fmla="*/ 332356 w 2070100"/>
              <a:gd name="connsiteY16" fmla="*/ 962297 h 990600"/>
              <a:gd name="connsiteX17" fmla="*/ 1723501 w 2070100"/>
              <a:gd name="connsiteY17" fmla="*/ 962297 h 990600"/>
              <a:gd name="connsiteX18" fmla="*/ 1759585 w 2070100"/>
              <a:gd name="connsiteY18" fmla="*/ 960410 h 990600"/>
              <a:gd name="connsiteX19" fmla="*/ 2041612 w 2070100"/>
              <a:gd name="connsiteY19" fmla="*/ 646249 h 990600"/>
              <a:gd name="connsiteX20" fmla="*/ 1723501 w 2070100"/>
              <a:gd name="connsiteY20" fmla="*/ 330200 h 990600"/>
              <a:gd name="connsiteX21" fmla="*/ 1586760 w 2070100"/>
              <a:gd name="connsiteY21" fmla="*/ 360390 h 990600"/>
              <a:gd name="connsiteX22" fmla="*/ 1576315 w 2070100"/>
              <a:gd name="connsiteY22" fmla="*/ 365107 h 990600"/>
              <a:gd name="connsiteX23" fmla="*/ 1569668 w 2070100"/>
              <a:gd name="connsiteY23" fmla="*/ 355673 h 990600"/>
              <a:gd name="connsiteX24" fmla="*/ 1258203 w 2070100"/>
              <a:gd name="connsiteY24" fmla="*/ 198120 h 990600"/>
              <a:gd name="connsiteX25" fmla="*/ 1054042 w 2070100"/>
              <a:gd name="connsiteY25" fmla="*/ 256613 h 990600"/>
              <a:gd name="connsiteX26" fmla="*/ 1037899 w 2070100"/>
              <a:gd name="connsiteY26" fmla="*/ 266990 h 990600"/>
              <a:gd name="connsiteX27" fmla="*/ 1033151 w 2070100"/>
              <a:gd name="connsiteY27" fmla="*/ 249065 h 990600"/>
              <a:gd name="connsiteX28" fmla="*/ 740678 w 2070100"/>
              <a:gd name="connsiteY28" fmla="*/ 28303 h 990600"/>
              <a:gd name="connsiteX29" fmla="*/ 436810 w 2070100"/>
              <a:gd name="connsiteY29" fmla="*/ 330200 h 990600"/>
              <a:gd name="connsiteX30" fmla="*/ 437760 w 2070100"/>
              <a:gd name="connsiteY30" fmla="*/ 356616 h 990600"/>
              <a:gd name="connsiteX31" fmla="*/ 439659 w 2070100"/>
              <a:gd name="connsiteY31" fmla="*/ 377371 h 990600"/>
              <a:gd name="connsiteX32" fmla="*/ 419718 w 2070100"/>
              <a:gd name="connsiteY32" fmla="*/ 371711 h 990600"/>
              <a:gd name="connsiteX33" fmla="*/ 332356 w 2070100"/>
              <a:gd name="connsiteY33" fmla="*/ 358503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070100" h="990600">
                <a:moveTo>
                  <a:pt x="1723501" y="990600"/>
                </a:moveTo>
                <a:lnTo>
                  <a:pt x="332356" y="990600"/>
                </a:lnTo>
                <a:cubicBezTo>
                  <a:pt x="149085" y="990600"/>
                  <a:pt x="0" y="842482"/>
                  <a:pt x="0" y="660400"/>
                </a:cubicBezTo>
                <a:cubicBezTo>
                  <a:pt x="0" y="478318"/>
                  <a:pt x="149085" y="330200"/>
                  <a:pt x="332356" y="330200"/>
                </a:cubicBezTo>
                <a:cubicBezTo>
                  <a:pt x="357994" y="330200"/>
                  <a:pt x="383633" y="333030"/>
                  <a:pt x="408322" y="338691"/>
                </a:cubicBezTo>
                <a:cubicBezTo>
                  <a:pt x="408322" y="335861"/>
                  <a:pt x="408322" y="333030"/>
                  <a:pt x="408322" y="330200"/>
                </a:cubicBezTo>
                <a:cubicBezTo>
                  <a:pt x="408322" y="148118"/>
                  <a:pt x="557408" y="0"/>
                  <a:pt x="740678" y="0"/>
                </a:cubicBezTo>
                <a:cubicBezTo>
                  <a:pt x="882167" y="0"/>
                  <a:pt x="1009411" y="90569"/>
                  <a:pt x="1054991" y="222649"/>
                </a:cubicBezTo>
                <a:cubicBezTo>
                  <a:pt x="1116715" y="187742"/>
                  <a:pt x="1186984" y="169817"/>
                  <a:pt x="1258203" y="169817"/>
                </a:cubicBezTo>
                <a:cubicBezTo>
                  <a:pt x="1386397" y="169817"/>
                  <a:pt x="1507944" y="229253"/>
                  <a:pt x="1585811" y="330200"/>
                </a:cubicBezTo>
                <a:cubicBezTo>
                  <a:pt x="1629492" y="311331"/>
                  <a:pt x="1676021" y="301897"/>
                  <a:pt x="1723501" y="301897"/>
                </a:cubicBezTo>
                <a:cubicBezTo>
                  <a:pt x="1914368" y="301897"/>
                  <a:pt x="2070100" y="456619"/>
                  <a:pt x="2070100" y="646249"/>
                </a:cubicBezTo>
                <a:cubicBezTo>
                  <a:pt x="2070100" y="821726"/>
                  <a:pt x="1938108" y="968901"/>
                  <a:pt x="1763383" y="988713"/>
                </a:cubicBezTo>
                <a:cubicBezTo>
                  <a:pt x="1749140" y="989657"/>
                  <a:pt x="1735845" y="990600"/>
                  <a:pt x="1723501" y="990600"/>
                </a:cubicBezTo>
                <a:close/>
                <a:moveTo>
                  <a:pt x="332356" y="358503"/>
                </a:moveTo>
                <a:cubicBezTo>
                  <a:pt x="165228" y="358503"/>
                  <a:pt x="28488" y="494357"/>
                  <a:pt x="28488" y="660400"/>
                </a:cubicBezTo>
                <a:cubicBezTo>
                  <a:pt x="28488" y="826443"/>
                  <a:pt x="165228" y="962297"/>
                  <a:pt x="332356" y="962297"/>
                </a:cubicBezTo>
                <a:lnTo>
                  <a:pt x="1723501" y="962297"/>
                </a:lnTo>
                <a:cubicBezTo>
                  <a:pt x="1734896" y="962297"/>
                  <a:pt x="1747240" y="961354"/>
                  <a:pt x="1759585" y="960410"/>
                </a:cubicBezTo>
                <a:cubicBezTo>
                  <a:pt x="1920065" y="942485"/>
                  <a:pt x="2041612" y="807575"/>
                  <a:pt x="2041612" y="646249"/>
                </a:cubicBezTo>
                <a:cubicBezTo>
                  <a:pt x="2041612" y="471714"/>
                  <a:pt x="1899174" y="330200"/>
                  <a:pt x="1723501" y="330200"/>
                </a:cubicBezTo>
                <a:cubicBezTo>
                  <a:pt x="1676021" y="330200"/>
                  <a:pt x="1629492" y="340578"/>
                  <a:pt x="1586760" y="360390"/>
                </a:cubicBezTo>
                <a:lnTo>
                  <a:pt x="1576315" y="365107"/>
                </a:lnTo>
                <a:lnTo>
                  <a:pt x="1569668" y="355673"/>
                </a:lnTo>
                <a:cubicBezTo>
                  <a:pt x="1497499" y="257556"/>
                  <a:pt x="1380700" y="198120"/>
                  <a:pt x="1258203" y="198120"/>
                </a:cubicBezTo>
                <a:cubicBezTo>
                  <a:pt x="1186034" y="198120"/>
                  <a:pt x="1115765" y="217932"/>
                  <a:pt x="1054042" y="256613"/>
                </a:cubicBezTo>
                <a:lnTo>
                  <a:pt x="1037899" y="266990"/>
                </a:lnTo>
                <a:lnTo>
                  <a:pt x="1033151" y="249065"/>
                </a:lnTo>
                <a:cubicBezTo>
                  <a:pt x="996117" y="118872"/>
                  <a:pt x="876469" y="28303"/>
                  <a:pt x="740678" y="28303"/>
                </a:cubicBezTo>
                <a:cubicBezTo>
                  <a:pt x="573551" y="28303"/>
                  <a:pt x="436810" y="164157"/>
                  <a:pt x="436810" y="330200"/>
                </a:cubicBezTo>
                <a:cubicBezTo>
                  <a:pt x="436810" y="338691"/>
                  <a:pt x="436810" y="347182"/>
                  <a:pt x="437760" y="356616"/>
                </a:cubicBezTo>
                <a:lnTo>
                  <a:pt x="439659" y="377371"/>
                </a:lnTo>
                <a:lnTo>
                  <a:pt x="419718" y="371711"/>
                </a:lnTo>
                <a:cubicBezTo>
                  <a:pt x="391230" y="363220"/>
                  <a:pt x="361793" y="358503"/>
                  <a:pt x="332356" y="358503"/>
                </a:cubicBezTo>
                <a:close/>
              </a:path>
            </a:pathLst>
          </a:custGeom>
          <a:solidFill>
            <a:schemeClr val="accent6"/>
          </a:solidFill>
          <a:ln w="948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0" name="Graphic 38">
            <a:extLst>
              <a:ext uri="{FF2B5EF4-FFF2-40B4-BE49-F238E27FC236}">
                <a16:creationId xmlns:a16="http://schemas.microsoft.com/office/drawing/2014/main" id="{BBDFD193-D6EC-B814-4EBB-AF6A9AAE8E0B}"/>
              </a:ext>
            </a:extLst>
          </p:cNvPr>
          <p:cNvSpPr/>
          <p:nvPr/>
        </p:nvSpPr>
        <p:spPr>
          <a:xfrm>
            <a:off x="17661002" y="2371085"/>
            <a:ext cx="1287551" cy="1248443"/>
          </a:xfrm>
          <a:custGeom>
            <a:avLst/>
            <a:gdLst>
              <a:gd name="connsiteX0" fmla="*/ 567212 w 707283"/>
              <a:gd name="connsiteY0" fmla="*/ 685800 h 685800"/>
              <a:gd name="connsiteX1" fmla="*/ 140492 w 707283"/>
              <a:gd name="connsiteY1" fmla="*/ 685800 h 685800"/>
              <a:gd name="connsiteX2" fmla="*/ 140492 w 707283"/>
              <a:gd name="connsiteY2" fmla="*/ 438150 h 685800"/>
              <a:gd name="connsiteX3" fmla="*/ 68424 w 707283"/>
              <a:gd name="connsiteY3" fmla="*/ 438150 h 685800"/>
              <a:gd name="connsiteX4" fmla="*/ 5839 w 707283"/>
              <a:gd name="connsiteY4" fmla="*/ 397193 h 685800"/>
              <a:gd name="connsiteX5" fmla="*/ 19114 w 707283"/>
              <a:gd name="connsiteY5" fmla="*/ 322898 h 685800"/>
              <a:gd name="connsiteX6" fmla="*/ 304543 w 707283"/>
              <a:gd name="connsiteY6" fmla="*/ 20955 h 685800"/>
              <a:gd name="connsiteX7" fmla="*/ 353852 w 707283"/>
              <a:gd name="connsiteY7" fmla="*/ 0 h 685800"/>
              <a:gd name="connsiteX8" fmla="*/ 403162 w 707283"/>
              <a:gd name="connsiteY8" fmla="*/ 20955 h 685800"/>
              <a:gd name="connsiteX9" fmla="*/ 688591 w 707283"/>
              <a:gd name="connsiteY9" fmla="*/ 322898 h 685800"/>
              <a:gd name="connsiteX10" fmla="*/ 701866 w 707283"/>
              <a:gd name="connsiteY10" fmla="*/ 396240 h 685800"/>
              <a:gd name="connsiteX11" fmla="*/ 639281 w 707283"/>
              <a:gd name="connsiteY11" fmla="*/ 438150 h 685800"/>
              <a:gd name="connsiteX12" fmla="*/ 567212 w 707283"/>
              <a:gd name="connsiteY12" fmla="*/ 438150 h 685800"/>
              <a:gd name="connsiteX13" fmla="*/ 567212 w 707283"/>
              <a:gd name="connsiteY13" fmla="*/ 685800 h 685800"/>
              <a:gd name="connsiteX14" fmla="*/ 168940 w 707283"/>
              <a:gd name="connsiteY14" fmla="*/ 657225 h 685800"/>
              <a:gd name="connsiteX15" fmla="*/ 538764 w 707283"/>
              <a:gd name="connsiteY15" fmla="*/ 657225 h 685800"/>
              <a:gd name="connsiteX16" fmla="*/ 538764 w 707283"/>
              <a:gd name="connsiteY16" fmla="*/ 409575 h 685800"/>
              <a:gd name="connsiteX17" fmla="*/ 639281 w 707283"/>
              <a:gd name="connsiteY17" fmla="*/ 409575 h 685800"/>
              <a:gd name="connsiteX18" fmla="*/ 675315 w 707283"/>
              <a:gd name="connsiteY18" fmla="*/ 385763 h 685800"/>
              <a:gd name="connsiteX19" fmla="*/ 667729 w 707283"/>
              <a:gd name="connsiteY19" fmla="*/ 342900 h 685800"/>
              <a:gd name="connsiteX20" fmla="*/ 382300 w 707283"/>
              <a:gd name="connsiteY20" fmla="*/ 40958 h 685800"/>
              <a:gd name="connsiteX21" fmla="*/ 353852 w 707283"/>
              <a:gd name="connsiteY21" fmla="*/ 28575 h 685800"/>
              <a:gd name="connsiteX22" fmla="*/ 325404 w 707283"/>
              <a:gd name="connsiteY22" fmla="*/ 40958 h 685800"/>
              <a:gd name="connsiteX23" fmla="*/ 39976 w 707283"/>
              <a:gd name="connsiteY23" fmla="*/ 341948 h 685800"/>
              <a:gd name="connsiteX24" fmla="*/ 32390 w 707283"/>
              <a:gd name="connsiteY24" fmla="*/ 384810 h 685800"/>
              <a:gd name="connsiteX25" fmla="*/ 68424 w 707283"/>
              <a:gd name="connsiteY25" fmla="*/ 409575 h 685800"/>
              <a:gd name="connsiteX26" fmla="*/ 168940 w 707283"/>
              <a:gd name="connsiteY26" fmla="*/ 409575 h 685800"/>
              <a:gd name="connsiteX27" fmla="*/ 168940 w 707283"/>
              <a:gd name="connsiteY27" fmla="*/ 657225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07283" h="685800">
                <a:moveTo>
                  <a:pt x="567212" y="685800"/>
                </a:moveTo>
                <a:lnTo>
                  <a:pt x="140492" y="685800"/>
                </a:lnTo>
                <a:lnTo>
                  <a:pt x="140492" y="438150"/>
                </a:lnTo>
                <a:lnTo>
                  <a:pt x="68424" y="438150"/>
                </a:lnTo>
                <a:cubicBezTo>
                  <a:pt x="40924" y="438150"/>
                  <a:pt x="17218" y="421958"/>
                  <a:pt x="5839" y="397193"/>
                </a:cubicBezTo>
                <a:cubicBezTo>
                  <a:pt x="-5541" y="372428"/>
                  <a:pt x="149" y="342900"/>
                  <a:pt x="19114" y="322898"/>
                </a:cubicBezTo>
                <a:lnTo>
                  <a:pt x="304543" y="20955"/>
                </a:lnTo>
                <a:cubicBezTo>
                  <a:pt x="317818" y="7620"/>
                  <a:pt x="334887" y="0"/>
                  <a:pt x="353852" y="0"/>
                </a:cubicBezTo>
                <a:cubicBezTo>
                  <a:pt x="372818" y="0"/>
                  <a:pt x="389887" y="7620"/>
                  <a:pt x="403162" y="20955"/>
                </a:cubicBezTo>
                <a:lnTo>
                  <a:pt x="688591" y="322898"/>
                </a:lnTo>
                <a:cubicBezTo>
                  <a:pt x="707556" y="342900"/>
                  <a:pt x="712297" y="371475"/>
                  <a:pt x="701866" y="396240"/>
                </a:cubicBezTo>
                <a:cubicBezTo>
                  <a:pt x="691435" y="421005"/>
                  <a:pt x="666780" y="438150"/>
                  <a:pt x="639281" y="438150"/>
                </a:cubicBezTo>
                <a:lnTo>
                  <a:pt x="567212" y="438150"/>
                </a:lnTo>
                <a:lnTo>
                  <a:pt x="567212" y="685800"/>
                </a:lnTo>
                <a:close/>
                <a:moveTo>
                  <a:pt x="168940" y="657225"/>
                </a:moveTo>
                <a:lnTo>
                  <a:pt x="538764" y="657225"/>
                </a:lnTo>
                <a:lnTo>
                  <a:pt x="538764" y="409575"/>
                </a:lnTo>
                <a:lnTo>
                  <a:pt x="639281" y="409575"/>
                </a:lnTo>
                <a:cubicBezTo>
                  <a:pt x="658246" y="409575"/>
                  <a:pt x="670573" y="397193"/>
                  <a:pt x="675315" y="385763"/>
                </a:cubicBezTo>
                <a:cubicBezTo>
                  <a:pt x="680056" y="374333"/>
                  <a:pt x="681004" y="357188"/>
                  <a:pt x="667729" y="342900"/>
                </a:cubicBezTo>
                <a:lnTo>
                  <a:pt x="382300" y="40958"/>
                </a:lnTo>
                <a:cubicBezTo>
                  <a:pt x="374714" y="33338"/>
                  <a:pt x="364283" y="28575"/>
                  <a:pt x="353852" y="28575"/>
                </a:cubicBezTo>
                <a:cubicBezTo>
                  <a:pt x="343421" y="28575"/>
                  <a:pt x="332991" y="33338"/>
                  <a:pt x="325404" y="40958"/>
                </a:cubicBezTo>
                <a:lnTo>
                  <a:pt x="39976" y="341948"/>
                </a:lnTo>
                <a:cubicBezTo>
                  <a:pt x="26700" y="356235"/>
                  <a:pt x="27649" y="373380"/>
                  <a:pt x="32390" y="384810"/>
                </a:cubicBezTo>
                <a:cubicBezTo>
                  <a:pt x="37131" y="397193"/>
                  <a:pt x="48511" y="409575"/>
                  <a:pt x="68424" y="409575"/>
                </a:cubicBezTo>
                <a:lnTo>
                  <a:pt x="168940" y="409575"/>
                </a:lnTo>
                <a:lnTo>
                  <a:pt x="168940" y="657225"/>
                </a:lnTo>
                <a:close/>
              </a:path>
            </a:pathLst>
          </a:custGeom>
          <a:solidFill>
            <a:schemeClr val="accent2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762C7373-0B74-24C5-6DA2-4281B6A8B2D1}"/>
              </a:ext>
            </a:extLst>
          </p:cNvPr>
          <p:cNvSpPr/>
          <p:nvPr/>
        </p:nvSpPr>
        <p:spPr>
          <a:xfrm>
            <a:off x="17127698" y="3289132"/>
            <a:ext cx="2277754" cy="772265"/>
          </a:xfrm>
          <a:custGeom>
            <a:avLst/>
            <a:gdLst>
              <a:gd name="connsiteX0" fmla="*/ 1189613 w 1251226"/>
              <a:gd name="connsiteY0" fmla="*/ 424225 h 424224"/>
              <a:gd name="connsiteX1" fmla="*/ 61613 w 1251226"/>
              <a:gd name="connsiteY1" fmla="*/ 424225 h 424224"/>
              <a:gd name="connsiteX2" fmla="*/ 0 w 1251226"/>
              <a:gd name="connsiteY2" fmla="*/ 362674 h 424224"/>
              <a:gd name="connsiteX3" fmla="*/ 0 w 1251226"/>
              <a:gd name="connsiteY3" fmla="*/ 59657 h 424224"/>
              <a:gd name="connsiteX4" fmla="*/ 61613 w 1251226"/>
              <a:gd name="connsiteY4" fmla="*/ 0 h 424224"/>
              <a:gd name="connsiteX5" fmla="*/ 123227 w 1251226"/>
              <a:gd name="connsiteY5" fmla="*/ 59657 h 424224"/>
              <a:gd name="connsiteX6" fmla="*/ 123227 w 1251226"/>
              <a:gd name="connsiteY6" fmla="*/ 301124 h 424224"/>
              <a:gd name="connsiteX7" fmla="*/ 1127999 w 1251226"/>
              <a:gd name="connsiteY7" fmla="*/ 301124 h 424224"/>
              <a:gd name="connsiteX8" fmla="*/ 1127999 w 1251226"/>
              <a:gd name="connsiteY8" fmla="*/ 59657 h 424224"/>
              <a:gd name="connsiteX9" fmla="*/ 1189613 w 1251226"/>
              <a:gd name="connsiteY9" fmla="*/ 0 h 424224"/>
              <a:gd name="connsiteX10" fmla="*/ 1251226 w 1251226"/>
              <a:gd name="connsiteY10" fmla="*/ 59657 h 424224"/>
              <a:gd name="connsiteX11" fmla="*/ 1251226 w 1251226"/>
              <a:gd name="connsiteY11" fmla="*/ 362674 h 424224"/>
              <a:gd name="connsiteX12" fmla="*/ 1189613 w 1251226"/>
              <a:gd name="connsiteY12" fmla="*/ 424225 h 424224"/>
              <a:gd name="connsiteX13" fmla="*/ 61613 w 1251226"/>
              <a:gd name="connsiteY13" fmla="*/ 28408 h 424224"/>
              <a:gd name="connsiteX14" fmla="*/ 28437 w 1251226"/>
              <a:gd name="connsiteY14" fmla="*/ 59657 h 424224"/>
              <a:gd name="connsiteX15" fmla="*/ 28437 w 1251226"/>
              <a:gd name="connsiteY15" fmla="*/ 362674 h 424224"/>
              <a:gd name="connsiteX16" fmla="*/ 61613 w 1251226"/>
              <a:gd name="connsiteY16" fmla="*/ 395817 h 424224"/>
              <a:gd name="connsiteX17" fmla="*/ 1189613 w 1251226"/>
              <a:gd name="connsiteY17" fmla="*/ 395817 h 424224"/>
              <a:gd name="connsiteX18" fmla="*/ 1222789 w 1251226"/>
              <a:gd name="connsiteY18" fmla="*/ 362674 h 424224"/>
              <a:gd name="connsiteX19" fmla="*/ 1222789 w 1251226"/>
              <a:gd name="connsiteY19" fmla="*/ 59657 h 424224"/>
              <a:gd name="connsiteX20" fmla="*/ 1189613 w 1251226"/>
              <a:gd name="connsiteY20" fmla="*/ 28408 h 424224"/>
              <a:gd name="connsiteX21" fmla="*/ 1156436 w 1251226"/>
              <a:gd name="connsiteY21" fmla="*/ 59657 h 424224"/>
              <a:gd name="connsiteX22" fmla="*/ 1156436 w 1251226"/>
              <a:gd name="connsiteY22" fmla="*/ 329532 h 424224"/>
              <a:gd name="connsiteX23" fmla="*/ 94790 w 1251226"/>
              <a:gd name="connsiteY23" fmla="*/ 329532 h 424224"/>
              <a:gd name="connsiteX24" fmla="*/ 94790 w 1251226"/>
              <a:gd name="connsiteY24" fmla="*/ 59657 h 424224"/>
              <a:gd name="connsiteX25" fmla="*/ 61613 w 1251226"/>
              <a:gd name="connsiteY25" fmla="*/ 28408 h 424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51226" h="424224">
                <a:moveTo>
                  <a:pt x="1189613" y="424225"/>
                </a:moveTo>
                <a:lnTo>
                  <a:pt x="61613" y="424225"/>
                </a:lnTo>
                <a:cubicBezTo>
                  <a:pt x="28437" y="424225"/>
                  <a:pt x="0" y="395817"/>
                  <a:pt x="0" y="362674"/>
                </a:cubicBezTo>
                <a:lnTo>
                  <a:pt x="0" y="59657"/>
                </a:lnTo>
                <a:cubicBezTo>
                  <a:pt x="0" y="19886"/>
                  <a:pt x="31281" y="0"/>
                  <a:pt x="61613" y="0"/>
                </a:cubicBezTo>
                <a:cubicBezTo>
                  <a:pt x="91946" y="0"/>
                  <a:pt x="123227" y="20833"/>
                  <a:pt x="123227" y="59657"/>
                </a:cubicBezTo>
                <a:lnTo>
                  <a:pt x="123227" y="301124"/>
                </a:lnTo>
                <a:lnTo>
                  <a:pt x="1127999" y="301124"/>
                </a:lnTo>
                <a:lnTo>
                  <a:pt x="1127999" y="59657"/>
                </a:lnTo>
                <a:cubicBezTo>
                  <a:pt x="1127999" y="19886"/>
                  <a:pt x="1159280" y="0"/>
                  <a:pt x="1189613" y="0"/>
                </a:cubicBezTo>
                <a:cubicBezTo>
                  <a:pt x="1219945" y="0"/>
                  <a:pt x="1251226" y="20833"/>
                  <a:pt x="1251226" y="59657"/>
                </a:cubicBezTo>
                <a:lnTo>
                  <a:pt x="1251226" y="362674"/>
                </a:lnTo>
                <a:cubicBezTo>
                  <a:pt x="1251226" y="395817"/>
                  <a:pt x="1222789" y="424225"/>
                  <a:pt x="1189613" y="424225"/>
                </a:cubicBezTo>
                <a:close/>
                <a:moveTo>
                  <a:pt x="61613" y="28408"/>
                </a:moveTo>
                <a:cubicBezTo>
                  <a:pt x="49291" y="28408"/>
                  <a:pt x="28437" y="35036"/>
                  <a:pt x="28437" y="59657"/>
                </a:cubicBezTo>
                <a:lnTo>
                  <a:pt x="28437" y="362674"/>
                </a:lnTo>
                <a:cubicBezTo>
                  <a:pt x="28437" y="380666"/>
                  <a:pt x="43603" y="395817"/>
                  <a:pt x="61613" y="395817"/>
                </a:cubicBezTo>
                <a:lnTo>
                  <a:pt x="1189613" y="395817"/>
                </a:lnTo>
                <a:cubicBezTo>
                  <a:pt x="1207623" y="395817"/>
                  <a:pt x="1222789" y="380666"/>
                  <a:pt x="1222789" y="362674"/>
                </a:cubicBezTo>
                <a:lnTo>
                  <a:pt x="1222789" y="59657"/>
                </a:lnTo>
                <a:cubicBezTo>
                  <a:pt x="1222789" y="35036"/>
                  <a:pt x="1201935" y="28408"/>
                  <a:pt x="1189613" y="28408"/>
                </a:cubicBezTo>
                <a:cubicBezTo>
                  <a:pt x="1177290" y="28408"/>
                  <a:pt x="1156436" y="35036"/>
                  <a:pt x="1156436" y="59657"/>
                </a:cubicBezTo>
                <a:lnTo>
                  <a:pt x="1156436" y="329532"/>
                </a:lnTo>
                <a:lnTo>
                  <a:pt x="94790" y="329532"/>
                </a:lnTo>
                <a:lnTo>
                  <a:pt x="94790" y="59657"/>
                </a:lnTo>
                <a:cubicBezTo>
                  <a:pt x="94790" y="35036"/>
                  <a:pt x="73936" y="28408"/>
                  <a:pt x="61613" y="28408"/>
                </a:cubicBezTo>
                <a:close/>
              </a:path>
            </a:pathLst>
          </a:custGeom>
          <a:solidFill>
            <a:schemeClr val="accent3"/>
          </a:solidFill>
          <a:ln w="9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9C2F1B9D-F644-B48E-4BD6-9CDDAAF6022E}"/>
              </a:ext>
            </a:extLst>
          </p:cNvPr>
          <p:cNvSpPr/>
          <p:nvPr/>
        </p:nvSpPr>
        <p:spPr>
          <a:xfrm>
            <a:off x="23389113" y="7527949"/>
            <a:ext cx="1287053" cy="1239418"/>
          </a:xfrm>
          <a:custGeom>
            <a:avLst/>
            <a:gdLst>
              <a:gd name="connsiteX0" fmla="*/ 353294 w 707009"/>
              <a:gd name="connsiteY0" fmla="*/ 680843 h 680842"/>
              <a:gd name="connsiteX1" fmla="*/ 304004 w 707009"/>
              <a:gd name="connsiteY1" fmla="*/ 660010 h 680842"/>
              <a:gd name="connsiteX2" fmla="*/ 18686 w 707009"/>
              <a:gd name="connsiteY2" fmla="*/ 359833 h 680842"/>
              <a:gd name="connsiteX3" fmla="*/ 5415 w 707009"/>
              <a:gd name="connsiteY3" fmla="*/ 286920 h 680842"/>
              <a:gd name="connsiteX4" fmla="*/ 67977 w 707009"/>
              <a:gd name="connsiteY4" fmla="*/ 246202 h 680842"/>
              <a:gd name="connsiteX5" fmla="*/ 140017 w 707009"/>
              <a:gd name="connsiteY5" fmla="*/ 246202 h 680842"/>
              <a:gd name="connsiteX6" fmla="*/ 140017 w 707009"/>
              <a:gd name="connsiteY6" fmla="*/ 0 h 680842"/>
              <a:gd name="connsiteX7" fmla="*/ 566572 w 707009"/>
              <a:gd name="connsiteY7" fmla="*/ 0 h 680842"/>
              <a:gd name="connsiteX8" fmla="*/ 566572 w 707009"/>
              <a:gd name="connsiteY8" fmla="*/ 246202 h 680842"/>
              <a:gd name="connsiteX9" fmla="*/ 638612 w 707009"/>
              <a:gd name="connsiteY9" fmla="*/ 246202 h 680842"/>
              <a:gd name="connsiteX10" fmla="*/ 701173 w 707009"/>
              <a:gd name="connsiteY10" fmla="*/ 286920 h 680842"/>
              <a:gd name="connsiteX11" fmla="*/ 687902 w 707009"/>
              <a:gd name="connsiteY11" fmla="*/ 359833 h 680842"/>
              <a:gd name="connsiteX12" fmla="*/ 402585 w 707009"/>
              <a:gd name="connsiteY12" fmla="*/ 659063 h 680842"/>
              <a:gd name="connsiteX13" fmla="*/ 353294 w 707009"/>
              <a:gd name="connsiteY13" fmla="*/ 680843 h 680842"/>
              <a:gd name="connsiteX14" fmla="*/ 39540 w 707009"/>
              <a:gd name="connsiteY14" fmla="*/ 339948 h 680842"/>
              <a:gd name="connsiteX15" fmla="*/ 324857 w 707009"/>
              <a:gd name="connsiteY15" fmla="*/ 640125 h 680842"/>
              <a:gd name="connsiteX16" fmla="*/ 353294 w 707009"/>
              <a:gd name="connsiteY16" fmla="*/ 652435 h 680842"/>
              <a:gd name="connsiteX17" fmla="*/ 381731 w 707009"/>
              <a:gd name="connsiteY17" fmla="*/ 640125 h 680842"/>
              <a:gd name="connsiteX18" fmla="*/ 667049 w 707009"/>
              <a:gd name="connsiteY18" fmla="*/ 339948 h 680842"/>
              <a:gd name="connsiteX19" fmla="*/ 674632 w 707009"/>
              <a:gd name="connsiteY19" fmla="*/ 297336 h 680842"/>
              <a:gd name="connsiteX20" fmla="*/ 638612 w 707009"/>
              <a:gd name="connsiteY20" fmla="*/ 273663 h 680842"/>
              <a:gd name="connsiteX21" fmla="*/ 538135 w 707009"/>
              <a:gd name="connsiteY21" fmla="*/ 273663 h 680842"/>
              <a:gd name="connsiteX22" fmla="*/ 538135 w 707009"/>
              <a:gd name="connsiteY22" fmla="*/ 27461 h 680842"/>
              <a:gd name="connsiteX23" fmla="*/ 168454 w 707009"/>
              <a:gd name="connsiteY23" fmla="*/ 27461 h 680842"/>
              <a:gd name="connsiteX24" fmla="*/ 168454 w 707009"/>
              <a:gd name="connsiteY24" fmla="*/ 273663 h 680842"/>
              <a:gd name="connsiteX25" fmla="*/ 67977 w 707009"/>
              <a:gd name="connsiteY25" fmla="*/ 273663 h 680842"/>
              <a:gd name="connsiteX26" fmla="*/ 31957 w 707009"/>
              <a:gd name="connsiteY26" fmla="*/ 297336 h 680842"/>
              <a:gd name="connsiteX27" fmla="*/ 39540 w 707009"/>
              <a:gd name="connsiteY27" fmla="*/ 339948 h 680842"/>
              <a:gd name="connsiteX28" fmla="*/ 39540 w 707009"/>
              <a:gd name="connsiteY28" fmla="*/ 339948 h 68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07009" h="680842">
                <a:moveTo>
                  <a:pt x="353294" y="680843"/>
                </a:moveTo>
                <a:cubicBezTo>
                  <a:pt x="334336" y="680843"/>
                  <a:pt x="317274" y="673267"/>
                  <a:pt x="304004" y="660010"/>
                </a:cubicBezTo>
                <a:lnTo>
                  <a:pt x="18686" y="359833"/>
                </a:lnTo>
                <a:cubicBezTo>
                  <a:pt x="-272" y="339948"/>
                  <a:pt x="-5011" y="311540"/>
                  <a:pt x="5415" y="286920"/>
                </a:cubicBezTo>
                <a:cubicBezTo>
                  <a:pt x="15842" y="261353"/>
                  <a:pt x="40488" y="246202"/>
                  <a:pt x="67977" y="246202"/>
                </a:cubicBezTo>
                <a:lnTo>
                  <a:pt x="140017" y="246202"/>
                </a:lnTo>
                <a:lnTo>
                  <a:pt x="140017" y="0"/>
                </a:lnTo>
                <a:lnTo>
                  <a:pt x="566572" y="0"/>
                </a:lnTo>
                <a:lnTo>
                  <a:pt x="566572" y="246202"/>
                </a:lnTo>
                <a:lnTo>
                  <a:pt x="638612" y="246202"/>
                </a:lnTo>
                <a:cubicBezTo>
                  <a:pt x="666101" y="246202"/>
                  <a:pt x="689798" y="262300"/>
                  <a:pt x="701173" y="286920"/>
                </a:cubicBezTo>
                <a:cubicBezTo>
                  <a:pt x="712548" y="311540"/>
                  <a:pt x="706860" y="339948"/>
                  <a:pt x="687902" y="359833"/>
                </a:cubicBezTo>
                <a:lnTo>
                  <a:pt x="402585" y="659063"/>
                </a:lnTo>
                <a:cubicBezTo>
                  <a:pt x="389314" y="673267"/>
                  <a:pt x="372252" y="680843"/>
                  <a:pt x="353294" y="680843"/>
                </a:cubicBezTo>
                <a:close/>
                <a:moveTo>
                  <a:pt x="39540" y="339948"/>
                </a:moveTo>
                <a:lnTo>
                  <a:pt x="324857" y="640125"/>
                </a:lnTo>
                <a:cubicBezTo>
                  <a:pt x="332441" y="647700"/>
                  <a:pt x="342867" y="652435"/>
                  <a:pt x="353294" y="652435"/>
                </a:cubicBezTo>
                <a:cubicBezTo>
                  <a:pt x="363721" y="652435"/>
                  <a:pt x="374148" y="647700"/>
                  <a:pt x="381731" y="640125"/>
                </a:cubicBezTo>
                <a:lnTo>
                  <a:pt x="667049" y="339948"/>
                </a:lnTo>
                <a:cubicBezTo>
                  <a:pt x="680319" y="325744"/>
                  <a:pt x="679371" y="308699"/>
                  <a:pt x="674632" y="297336"/>
                </a:cubicBezTo>
                <a:cubicBezTo>
                  <a:pt x="669892" y="285973"/>
                  <a:pt x="657570" y="273663"/>
                  <a:pt x="638612" y="273663"/>
                </a:cubicBezTo>
                <a:lnTo>
                  <a:pt x="538135" y="273663"/>
                </a:lnTo>
                <a:lnTo>
                  <a:pt x="538135" y="27461"/>
                </a:lnTo>
                <a:lnTo>
                  <a:pt x="168454" y="27461"/>
                </a:lnTo>
                <a:lnTo>
                  <a:pt x="168454" y="273663"/>
                </a:lnTo>
                <a:lnTo>
                  <a:pt x="67977" y="273663"/>
                </a:lnTo>
                <a:cubicBezTo>
                  <a:pt x="49019" y="273663"/>
                  <a:pt x="36696" y="285973"/>
                  <a:pt x="31957" y="297336"/>
                </a:cubicBezTo>
                <a:cubicBezTo>
                  <a:pt x="26269" y="308699"/>
                  <a:pt x="26269" y="325744"/>
                  <a:pt x="39540" y="339948"/>
                </a:cubicBezTo>
                <a:lnTo>
                  <a:pt x="39540" y="339948"/>
                </a:lnTo>
                <a:close/>
              </a:path>
            </a:pathLst>
          </a:custGeom>
          <a:solidFill>
            <a:schemeClr val="accent2"/>
          </a:solidFill>
          <a:ln w="94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64" name="Graphic 42">
            <a:extLst>
              <a:ext uri="{FF2B5EF4-FFF2-40B4-BE49-F238E27FC236}">
                <a16:creationId xmlns:a16="http://schemas.microsoft.com/office/drawing/2014/main" id="{4FF152B5-51AB-8499-12C1-9FAE9E8EB153}"/>
              </a:ext>
            </a:extLst>
          </p:cNvPr>
          <p:cNvSpPr/>
          <p:nvPr/>
        </p:nvSpPr>
        <p:spPr>
          <a:xfrm>
            <a:off x="21603708" y="917817"/>
            <a:ext cx="1942027" cy="254313"/>
          </a:xfrm>
          <a:custGeom>
            <a:avLst/>
            <a:gdLst>
              <a:gd name="connsiteX0" fmla="*/ 995363 w 1066800"/>
              <a:gd name="connsiteY0" fmla="*/ 139700 h 139700"/>
              <a:gd name="connsiteX1" fmla="*/ 71438 w 1066800"/>
              <a:gd name="connsiteY1" fmla="*/ 139700 h 139700"/>
              <a:gd name="connsiteX2" fmla="*/ 0 w 1066800"/>
              <a:gd name="connsiteY2" fmla="*/ 69850 h 139700"/>
              <a:gd name="connsiteX3" fmla="*/ 71438 w 1066800"/>
              <a:gd name="connsiteY3" fmla="*/ 0 h 139700"/>
              <a:gd name="connsiteX4" fmla="*/ 995363 w 1066800"/>
              <a:gd name="connsiteY4" fmla="*/ 0 h 139700"/>
              <a:gd name="connsiteX5" fmla="*/ 1066800 w 1066800"/>
              <a:gd name="connsiteY5" fmla="*/ 69850 h 139700"/>
              <a:gd name="connsiteX6" fmla="*/ 995363 w 1066800"/>
              <a:gd name="connsiteY6" fmla="*/ 139700 h 139700"/>
              <a:gd name="connsiteX7" fmla="*/ 71438 w 1066800"/>
              <a:gd name="connsiteY7" fmla="*/ 27940 h 139700"/>
              <a:gd name="connsiteX8" fmla="*/ 28575 w 1066800"/>
              <a:gd name="connsiteY8" fmla="*/ 69850 h 139700"/>
              <a:gd name="connsiteX9" fmla="*/ 71438 w 1066800"/>
              <a:gd name="connsiteY9" fmla="*/ 111760 h 139700"/>
              <a:gd name="connsiteX10" fmla="*/ 995363 w 1066800"/>
              <a:gd name="connsiteY10" fmla="*/ 111760 h 139700"/>
              <a:gd name="connsiteX11" fmla="*/ 1038225 w 1066800"/>
              <a:gd name="connsiteY11" fmla="*/ 69850 h 139700"/>
              <a:gd name="connsiteX12" fmla="*/ 995363 w 1066800"/>
              <a:gd name="connsiteY12" fmla="*/ 27940 h 139700"/>
              <a:gd name="connsiteX13" fmla="*/ 71438 w 1066800"/>
              <a:gd name="connsiteY13" fmla="*/ 27940 h 13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6800" h="139700">
                <a:moveTo>
                  <a:pt x="995363" y="139700"/>
                </a:moveTo>
                <a:lnTo>
                  <a:pt x="71438" y="139700"/>
                </a:lnTo>
                <a:cubicBezTo>
                  <a:pt x="32385" y="139700"/>
                  <a:pt x="0" y="108035"/>
                  <a:pt x="0" y="69850"/>
                </a:cubicBezTo>
                <a:cubicBezTo>
                  <a:pt x="0" y="31665"/>
                  <a:pt x="32385" y="0"/>
                  <a:pt x="71438" y="0"/>
                </a:cubicBezTo>
                <a:lnTo>
                  <a:pt x="995363" y="0"/>
                </a:lnTo>
                <a:cubicBezTo>
                  <a:pt x="1034415" y="0"/>
                  <a:pt x="1066800" y="31665"/>
                  <a:pt x="1066800" y="69850"/>
                </a:cubicBezTo>
                <a:cubicBezTo>
                  <a:pt x="1066800" y="108035"/>
                  <a:pt x="1034415" y="139700"/>
                  <a:pt x="995363" y="139700"/>
                </a:cubicBezTo>
                <a:close/>
                <a:moveTo>
                  <a:pt x="71438" y="27940"/>
                </a:moveTo>
                <a:cubicBezTo>
                  <a:pt x="47625" y="27940"/>
                  <a:pt x="28575" y="46567"/>
                  <a:pt x="28575" y="69850"/>
                </a:cubicBezTo>
                <a:cubicBezTo>
                  <a:pt x="28575" y="93133"/>
                  <a:pt x="47625" y="111760"/>
                  <a:pt x="71438" y="111760"/>
                </a:cubicBezTo>
                <a:lnTo>
                  <a:pt x="995363" y="111760"/>
                </a:lnTo>
                <a:cubicBezTo>
                  <a:pt x="1019175" y="111760"/>
                  <a:pt x="1038225" y="93133"/>
                  <a:pt x="1038225" y="69850"/>
                </a:cubicBezTo>
                <a:cubicBezTo>
                  <a:pt x="1038225" y="46567"/>
                  <a:pt x="1019175" y="27940"/>
                  <a:pt x="995363" y="27940"/>
                </a:cubicBezTo>
                <a:lnTo>
                  <a:pt x="71438" y="2794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C5018BE-ABD7-AC1A-264B-A5B816D10603}"/>
              </a:ext>
            </a:extLst>
          </p:cNvPr>
          <p:cNvSpPr/>
          <p:nvPr/>
        </p:nvSpPr>
        <p:spPr>
          <a:xfrm>
            <a:off x="22257584" y="3536449"/>
            <a:ext cx="1872664" cy="2219455"/>
          </a:xfrm>
          <a:custGeom>
            <a:avLst/>
            <a:gdLst>
              <a:gd name="connsiteX0" fmla="*/ 936330 w 1872664"/>
              <a:gd name="connsiteY0" fmla="*/ 1038637 h 2219455"/>
              <a:gd name="connsiteX1" fmla="*/ 788944 w 1872664"/>
              <a:gd name="connsiteY1" fmla="*/ 1186021 h 2219455"/>
              <a:gd name="connsiteX2" fmla="*/ 884312 w 1872664"/>
              <a:gd name="connsiteY2" fmla="*/ 1324737 h 2219455"/>
              <a:gd name="connsiteX3" fmla="*/ 901652 w 1872664"/>
              <a:gd name="connsiteY3" fmla="*/ 1331673 h 2219455"/>
              <a:gd name="connsiteX4" fmla="*/ 901652 w 1872664"/>
              <a:gd name="connsiteY4" fmla="*/ 1716610 h 2219455"/>
              <a:gd name="connsiteX5" fmla="*/ 936330 w 1872664"/>
              <a:gd name="connsiteY5" fmla="*/ 1751289 h 2219455"/>
              <a:gd name="connsiteX6" fmla="*/ 971010 w 1872664"/>
              <a:gd name="connsiteY6" fmla="*/ 1716610 h 2219455"/>
              <a:gd name="connsiteX7" fmla="*/ 971010 w 1872664"/>
              <a:gd name="connsiteY7" fmla="*/ 1333408 h 2219455"/>
              <a:gd name="connsiteX8" fmla="*/ 988350 w 1872664"/>
              <a:gd name="connsiteY8" fmla="*/ 1326472 h 2219455"/>
              <a:gd name="connsiteX9" fmla="*/ 1083716 w 1872664"/>
              <a:gd name="connsiteY9" fmla="*/ 1186021 h 2219455"/>
              <a:gd name="connsiteX10" fmla="*/ 936330 w 1872664"/>
              <a:gd name="connsiteY10" fmla="*/ 1038637 h 2219455"/>
              <a:gd name="connsiteX11" fmla="*/ 936330 w 1872664"/>
              <a:gd name="connsiteY11" fmla="*/ 988351 h 2219455"/>
              <a:gd name="connsiteX12" fmla="*/ 1135734 w 1872664"/>
              <a:gd name="connsiteY12" fmla="*/ 1187756 h 2219455"/>
              <a:gd name="connsiteX13" fmla="*/ 1023028 w 1872664"/>
              <a:gd name="connsiteY13" fmla="*/ 1366352 h 2219455"/>
              <a:gd name="connsiteX14" fmla="*/ 1023028 w 1872664"/>
              <a:gd name="connsiteY14" fmla="*/ 1716610 h 2219455"/>
              <a:gd name="connsiteX15" fmla="*/ 936330 w 1872664"/>
              <a:gd name="connsiteY15" fmla="*/ 1803307 h 2219455"/>
              <a:gd name="connsiteX16" fmla="*/ 849634 w 1872664"/>
              <a:gd name="connsiteY16" fmla="*/ 1716610 h 2219455"/>
              <a:gd name="connsiteX17" fmla="*/ 849634 w 1872664"/>
              <a:gd name="connsiteY17" fmla="*/ 1366352 h 2219455"/>
              <a:gd name="connsiteX18" fmla="*/ 736926 w 1872664"/>
              <a:gd name="connsiteY18" fmla="*/ 1187756 h 2219455"/>
              <a:gd name="connsiteX19" fmla="*/ 936330 w 1872664"/>
              <a:gd name="connsiteY19" fmla="*/ 988351 h 2219455"/>
              <a:gd name="connsiteX20" fmla="*/ 234084 w 1872664"/>
              <a:gd name="connsiteY20" fmla="*/ 589543 h 2219455"/>
              <a:gd name="connsiteX21" fmla="*/ 52018 w 1872664"/>
              <a:gd name="connsiteY21" fmla="*/ 771609 h 2219455"/>
              <a:gd name="connsiteX22" fmla="*/ 52018 w 1872664"/>
              <a:gd name="connsiteY22" fmla="*/ 1985373 h 2219455"/>
              <a:gd name="connsiteX23" fmla="*/ 234084 w 1872664"/>
              <a:gd name="connsiteY23" fmla="*/ 2167437 h 2219455"/>
              <a:gd name="connsiteX24" fmla="*/ 1638582 w 1872664"/>
              <a:gd name="connsiteY24" fmla="*/ 2167437 h 2219455"/>
              <a:gd name="connsiteX25" fmla="*/ 1820646 w 1872664"/>
              <a:gd name="connsiteY25" fmla="*/ 1985373 h 2219455"/>
              <a:gd name="connsiteX26" fmla="*/ 1820646 w 1872664"/>
              <a:gd name="connsiteY26" fmla="*/ 771609 h 2219455"/>
              <a:gd name="connsiteX27" fmla="*/ 1638582 w 1872664"/>
              <a:gd name="connsiteY27" fmla="*/ 589543 h 2219455"/>
              <a:gd name="connsiteX28" fmla="*/ 528854 w 1872664"/>
              <a:gd name="connsiteY28" fmla="*/ 52019 h 2219455"/>
              <a:gd name="connsiteX29" fmla="*/ 346788 w 1872664"/>
              <a:gd name="connsiteY29" fmla="*/ 234084 h 2219455"/>
              <a:gd name="connsiteX30" fmla="*/ 346788 w 1872664"/>
              <a:gd name="connsiteY30" fmla="*/ 537524 h 2219455"/>
              <a:gd name="connsiteX31" fmla="*/ 1525874 w 1872664"/>
              <a:gd name="connsiteY31" fmla="*/ 537524 h 2219455"/>
              <a:gd name="connsiteX32" fmla="*/ 1525874 w 1872664"/>
              <a:gd name="connsiteY32" fmla="*/ 234084 h 2219455"/>
              <a:gd name="connsiteX33" fmla="*/ 1343810 w 1872664"/>
              <a:gd name="connsiteY33" fmla="*/ 52019 h 2219455"/>
              <a:gd name="connsiteX34" fmla="*/ 528854 w 1872664"/>
              <a:gd name="connsiteY34" fmla="*/ 0 h 2219455"/>
              <a:gd name="connsiteX35" fmla="*/ 1343810 w 1872664"/>
              <a:gd name="connsiteY35" fmla="*/ 0 h 2219455"/>
              <a:gd name="connsiteX36" fmla="*/ 1577892 w 1872664"/>
              <a:gd name="connsiteY36" fmla="*/ 234084 h 2219455"/>
              <a:gd name="connsiteX37" fmla="*/ 1577892 w 1872664"/>
              <a:gd name="connsiteY37" fmla="*/ 537524 h 2219455"/>
              <a:gd name="connsiteX38" fmla="*/ 1638582 w 1872664"/>
              <a:gd name="connsiteY38" fmla="*/ 537524 h 2219455"/>
              <a:gd name="connsiteX39" fmla="*/ 1872664 w 1872664"/>
              <a:gd name="connsiteY39" fmla="*/ 771609 h 2219455"/>
              <a:gd name="connsiteX40" fmla="*/ 1872664 w 1872664"/>
              <a:gd name="connsiteY40" fmla="*/ 1985373 h 2219455"/>
              <a:gd name="connsiteX41" fmla="*/ 1638582 w 1872664"/>
              <a:gd name="connsiteY41" fmla="*/ 2219455 h 2219455"/>
              <a:gd name="connsiteX42" fmla="*/ 234084 w 1872664"/>
              <a:gd name="connsiteY42" fmla="*/ 2219455 h 2219455"/>
              <a:gd name="connsiteX43" fmla="*/ 0 w 1872664"/>
              <a:gd name="connsiteY43" fmla="*/ 1985373 h 2219455"/>
              <a:gd name="connsiteX44" fmla="*/ 0 w 1872664"/>
              <a:gd name="connsiteY44" fmla="*/ 771609 h 2219455"/>
              <a:gd name="connsiteX45" fmla="*/ 234084 w 1872664"/>
              <a:gd name="connsiteY45" fmla="*/ 537524 h 2219455"/>
              <a:gd name="connsiteX46" fmla="*/ 294770 w 1872664"/>
              <a:gd name="connsiteY46" fmla="*/ 537524 h 2219455"/>
              <a:gd name="connsiteX47" fmla="*/ 294770 w 1872664"/>
              <a:gd name="connsiteY47" fmla="*/ 234084 h 2219455"/>
              <a:gd name="connsiteX48" fmla="*/ 528854 w 1872664"/>
              <a:gd name="connsiteY48" fmla="*/ 0 h 2219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872664" h="2219455">
                <a:moveTo>
                  <a:pt x="936330" y="1038637"/>
                </a:moveTo>
                <a:cubicBezTo>
                  <a:pt x="854834" y="1038637"/>
                  <a:pt x="788944" y="1104527"/>
                  <a:pt x="788944" y="1186021"/>
                </a:cubicBezTo>
                <a:cubicBezTo>
                  <a:pt x="788944" y="1248444"/>
                  <a:pt x="827092" y="1303930"/>
                  <a:pt x="884312" y="1324737"/>
                </a:cubicBezTo>
                <a:lnTo>
                  <a:pt x="901652" y="1331673"/>
                </a:lnTo>
                <a:lnTo>
                  <a:pt x="901652" y="1716610"/>
                </a:lnTo>
                <a:cubicBezTo>
                  <a:pt x="901652" y="1735684"/>
                  <a:pt x="917256" y="1751289"/>
                  <a:pt x="936330" y="1751289"/>
                </a:cubicBezTo>
                <a:cubicBezTo>
                  <a:pt x="955404" y="1751289"/>
                  <a:pt x="971010" y="1735684"/>
                  <a:pt x="971010" y="1716610"/>
                </a:cubicBezTo>
                <a:lnTo>
                  <a:pt x="971010" y="1333408"/>
                </a:lnTo>
                <a:lnTo>
                  <a:pt x="988350" y="1326472"/>
                </a:lnTo>
                <a:cubicBezTo>
                  <a:pt x="1045568" y="1303930"/>
                  <a:pt x="1083716" y="1248444"/>
                  <a:pt x="1083716" y="1186021"/>
                </a:cubicBezTo>
                <a:cubicBezTo>
                  <a:pt x="1083716" y="1104527"/>
                  <a:pt x="1017826" y="1038637"/>
                  <a:pt x="936330" y="1038637"/>
                </a:cubicBezTo>
                <a:close/>
                <a:moveTo>
                  <a:pt x="936330" y="988351"/>
                </a:moveTo>
                <a:cubicBezTo>
                  <a:pt x="1045568" y="988351"/>
                  <a:pt x="1135734" y="1078517"/>
                  <a:pt x="1135734" y="1187756"/>
                </a:cubicBezTo>
                <a:cubicBezTo>
                  <a:pt x="1135734" y="1264050"/>
                  <a:pt x="1090652" y="1333408"/>
                  <a:pt x="1023028" y="1366352"/>
                </a:cubicBezTo>
                <a:lnTo>
                  <a:pt x="1023028" y="1716610"/>
                </a:lnTo>
                <a:cubicBezTo>
                  <a:pt x="1023028" y="1765160"/>
                  <a:pt x="984882" y="1803307"/>
                  <a:pt x="936330" y="1803307"/>
                </a:cubicBezTo>
                <a:cubicBezTo>
                  <a:pt x="887780" y="1803307"/>
                  <a:pt x="849634" y="1765160"/>
                  <a:pt x="849634" y="1716610"/>
                </a:cubicBezTo>
                <a:lnTo>
                  <a:pt x="849634" y="1366352"/>
                </a:lnTo>
                <a:cubicBezTo>
                  <a:pt x="782008" y="1333408"/>
                  <a:pt x="736926" y="1264050"/>
                  <a:pt x="736926" y="1187756"/>
                </a:cubicBezTo>
                <a:cubicBezTo>
                  <a:pt x="736926" y="1078517"/>
                  <a:pt x="827092" y="988351"/>
                  <a:pt x="936330" y="988351"/>
                </a:cubicBezTo>
                <a:close/>
                <a:moveTo>
                  <a:pt x="234084" y="589543"/>
                </a:moveTo>
                <a:cubicBezTo>
                  <a:pt x="133514" y="589543"/>
                  <a:pt x="52018" y="671039"/>
                  <a:pt x="52018" y="771609"/>
                </a:cubicBezTo>
                <a:lnTo>
                  <a:pt x="52018" y="1985373"/>
                </a:lnTo>
                <a:cubicBezTo>
                  <a:pt x="52018" y="2085942"/>
                  <a:pt x="133514" y="2167437"/>
                  <a:pt x="234084" y="2167437"/>
                </a:cubicBezTo>
                <a:lnTo>
                  <a:pt x="1638582" y="2167437"/>
                </a:lnTo>
                <a:cubicBezTo>
                  <a:pt x="1739150" y="2167437"/>
                  <a:pt x="1820646" y="2085942"/>
                  <a:pt x="1820646" y="1985373"/>
                </a:cubicBezTo>
                <a:lnTo>
                  <a:pt x="1820646" y="771609"/>
                </a:lnTo>
                <a:cubicBezTo>
                  <a:pt x="1820646" y="671039"/>
                  <a:pt x="1739150" y="589543"/>
                  <a:pt x="1638582" y="589543"/>
                </a:cubicBezTo>
                <a:close/>
                <a:moveTo>
                  <a:pt x="528854" y="52019"/>
                </a:moveTo>
                <a:cubicBezTo>
                  <a:pt x="428286" y="52019"/>
                  <a:pt x="346788" y="133515"/>
                  <a:pt x="346788" y="234084"/>
                </a:cubicBezTo>
                <a:lnTo>
                  <a:pt x="346788" y="537524"/>
                </a:lnTo>
                <a:lnTo>
                  <a:pt x="1525874" y="537524"/>
                </a:lnTo>
                <a:lnTo>
                  <a:pt x="1525874" y="234084"/>
                </a:lnTo>
                <a:cubicBezTo>
                  <a:pt x="1525874" y="133515"/>
                  <a:pt x="1444380" y="52019"/>
                  <a:pt x="1343810" y="52019"/>
                </a:cubicBezTo>
                <a:close/>
                <a:moveTo>
                  <a:pt x="528854" y="0"/>
                </a:moveTo>
                <a:lnTo>
                  <a:pt x="1343810" y="0"/>
                </a:lnTo>
                <a:cubicBezTo>
                  <a:pt x="1472122" y="0"/>
                  <a:pt x="1577892" y="105772"/>
                  <a:pt x="1577892" y="234084"/>
                </a:cubicBezTo>
                <a:lnTo>
                  <a:pt x="1577892" y="537524"/>
                </a:lnTo>
                <a:lnTo>
                  <a:pt x="1638582" y="537524"/>
                </a:lnTo>
                <a:cubicBezTo>
                  <a:pt x="1766894" y="537524"/>
                  <a:pt x="1872664" y="643296"/>
                  <a:pt x="1872664" y="771609"/>
                </a:cubicBezTo>
                <a:lnTo>
                  <a:pt x="1872664" y="1985373"/>
                </a:lnTo>
                <a:cubicBezTo>
                  <a:pt x="1872664" y="2113685"/>
                  <a:pt x="1766894" y="2219455"/>
                  <a:pt x="1638582" y="2219455"/>
                </a:cubicBezTo>
                <a:lnTo>
                  <a:pt x="234084" y="2219455"/>
                </a:lnTo>
                <a:cubicBezTo>
                  <a:pt x="105770" y="2219455"/>
                  <a:pt x="0" y="2113685"/>
                  <a:pt x="0" y="1985373"/>
                </a:cubicBezTo>
                <a:lnTo>
                  <a:pt x="0" y="771609"/>
                </a:lnTo>
                <a:cubicBezTo>
                  <a:pt x="0" y="643296"/>
                  <a:pt x="105770" y="537524"/>
                  <a:pt x="234084" y="537524"/>
                </a:cubicBezTo>
                <a:lnTo>
                  <a:pt x="294770" y="537524"/>
                </a:lnTo>
                <a:lnTo>
                  <a:pt x="294770" y="234084"/>
                </a:lnTo>
                <a:cubicBezTo>
                  <a:pt x="294770" y="105772"/>
                  <a:pt x="400542" y="0"/>
                  <a:pt x="528854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grpSp>
        <p:nvGrpSpPr>
          <p:cNvPr id="68" name="Graphic 46">
            <a:extLst>
              <a:ext uri="{FF2B5EF4-FFF2-40B4-BE49-F238E27FC236}">
                <a16:creationId xmlns:a16="http://schemas.microsoft.com/office/drawing/2014/main" id="{86C711A3-A473-2272-4057-D825191288D6}"/>
              </a:ext>
            </a:extLst>
          </p:cNvPr>
          <p:cNvGrpSpPr/>
          <p:nvPr/>
        </p:nvGrpSpPr>
        <p:grpSpPr>
          <a:xfrm>
            <a:off x="21194868" y="11013830"/>
            <a:ext cx="2837772" cy="2502526"/>
            <a:chOff x="22048503" y="1781038"/>
            <a:chExt cx="1558857" cy="1374698"/>
          </a:xfrm>
          <a:solidFill>
            <a:schemeClr val="accent3"/>
          </a:solidFill>
        </p:grpSpPr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3EC75D7-8BE5-2993-5763-C52934AB4CC0}"/>
                </a:ext>
              </a:extLst>
            </p:cNvPr>
            <p:cNvSpPr/>
            <p:nvPr/>
          </p:nvSpPr>
          <p:spPr>
            <a:xfrm>
              <a:off x="22048503" y="1781038"/>
              <a:ext cx="1558857" cy="413625"/>
            </a:xfrm>
            <a:custGeom>
              <a:avLst/>
              <a:gdLst>
                <a:gd name="connsiteX0" fmla="*/ 1494486 w 1558857"/>
                <a:gd name="connsiteY0" fmla="*/ 413626 h 413625"/>
                <a:gd name="connsiteX1" fmla="*/ 1452576 w 1558857"/>
                <a:gd name="connsiteY1" fmla="*/ 396481 h 413625"/>
                <a:gd name="connsiteX2" fmla="*/ 785826 w 1558857"/>
                <a:gd name="connsiteY2" fmla="*/ 127876 h 413625"/>
                <a:gd name="connsiteX3" fmla="*/ 106694 w 1558857"/>
                <a:gd name="connsiteY3" fmla="*/ 363143 h 413625"/>
                <a:gd name="connsiteX4" fmla="*/ 43829 w 1558857"/>
                <a:gd name="connsiteY4" fmla="*/ 374573 h 413625"/>
                <a:gd name="connsiteX5" fmla="*/ 966 w 1558857"/>
                <a:gd name="connsiteY5" fmla="*/ 325043 h 413625"/>
                <a:gd name="connsiteX6" fmla="*/ 20969 w 1558857"/>
                <a:gd name="connsiteY6" fmla="*/ 273608 h 413625"/>
                <a:gd name="connsiteX7" fmla="*/ 786779 w 1558857"/>
                <a:gd name="connsiteY7" fmla="*/ 241 h 413625"/>
                <a:gd name="connsiteX8" fmla="*/ 1539254 w 1558857"/>
                <a:gd name="connsiteY8" fmla="*/ 307898 h 413625"/>
                <a:gd name="connsiteX9" fmla="*/ 1557351 w 1558857"/>
                <a:gd name="connsiteY9" fmla="*/ 362191 h 413625"/>
                <a:gd name="connsiteX10" fmla="*/ 1511631 w 1558857"/>
                <a:gd name="connsiteY10" fmla="*/ 410768 h 413625"/>
                <a:gd name="connsiteX11" fmla="*/ 1494486 w 1558857"/>
                <a:gd name="connsiteY11" fmla="*/ 413626 h 413625"/>
                <a:gd name="connsiteX12" fmla="*/ 759156 w 1558857"/>
                <a:gd name="connsiteY12" fmla="*/ 99301 h 413625"/>
                <a:gd name="connsiteX13" fmla="*/ 786779 w 1558857"/>
                <a:gd name="connsiteY13" fmla="*/ 99301 h 413625"/>
                <a:gd name="connsiteX14" fmla="*/ 1472579 w 1558857"/>
                <a:gd name="connsiteY14" fmla="*/ 375526 h 413625"/>
                <a:gd name="connsiteX15" fmla="*/ 1504011 w 1558857"/>
                <a:gd name="connsiteY15" fmla="*/ 383146 h 413625"/>
                <a:gd name="connsiteX16" fmla="*/ 1529729 w 1558857"/>
                <a:gd name="connsiteY16" fmla="*/ 356476 h 413625"/>
                <a:gd name="connsiteX17" fmla="*/ 1520204 w 1558857"/>
                <a:gd name="connsiteY17" fmla="*/ 329806 h 413625"/>
                <a:gd name="connsiteX18" fmla="*/ 786779 w 1558857"/>
                <a:gd name="connsiteY18" fmla="*/ 28816 h 413625"/>
                <a:gd name="connsiteX19" fmla="*/ 39066 w 1558857"/>
                <a:gd name="connsiteY19" fmla="*/ 295516 h 413625"/>
                <a:gd name="connsiteX20" fmla="*/ 28589 w 1558857"/>
                <a:gd name="connsiteY20" fmla="*/ 319328 h 413625"/>
                <a:gd name="connsiteX21" fmla="*/ 53354 w 1558857"/>
                <a:gd name="connsiteY21" fmla="*/ 346951 h 413625"/>
                <a:gd name="connsiteX22" fmla="*/ 87644 w 1558857"/>
                <a:gd name="connsiteY22" fmla="*/ 340283 h 413625"/>
                <a:gd name="connsiteX23" fmla="*/ 87644 w 1558857"/>
                <a:gd name="connsiteY23" fmla="*/ 340283 h 413625"/>
                <a:gd name="connsiteX24" fmla="*/ 759156 w 1558857"/>
                <a:gd name="connsiteY24" fmla="*/ 99301 h 413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8857" h="413625">
                  <a:moveTo>
                    <a:pt x="1494486" y="413626"/>
                  </a:moveTo>
                  <a:cubicBezTo>
                    <a:pt x="1479246" y="413626"/>
                    <a:pt x="1464959" y="407911"/>
                    <a:pt x="1452576" y="396481"/>
                  </a:cubicBezTo>
                  <a:cubicBezTo>
                    <a:pt x="1271601" y="229793"/>
                    <a:pt x="1034429" y="134543"/>
                    <a:pt x="785826" y="127876"/>
                  </a:cubicBezTo>
                  <a:cubicBezTo>
                    <a:pt x="536271" y="122161"/>
                    <a:pt x="295289" y="205028"/>
                    <a:pt x="106694" y="363143"/>
                  </a:cubicBezTo>
                  <a:cubicBezTo>
                    <a:pt x="88596" y="378383"/>
                    <a:pt x="65736" y="382193"/>
                    <a:pt x="43829" y="374573"/>
                  </a:cubicBezTo>
                  <a:cubicBezTo>
                    <a:pt x="20969" y="366001"/>
                    <a:pt x="4776" y="346951"/>
                    <a:pt x="966" y="325043"/>
                  </a:cubicBezTo>
                  <a:cubicBezTo>
                    <a:pt x="-2844" y="305993"/>
                    <a:pt x="4776" y="287896"/>
                    <a:pt x="20969" y="273608"/>
                  </a:cubicBezTo>
                  <a:cubicBezTo>
                    <a:pt x="239091" y="90728"/>
                    <a:pt x="511506" y="-5474"/>
                    <a:pt x="786779" y="241"/>
                  </a:cubicBezTo>
                  <a:cubicBezTo>
                    <a:pt x="1063956" y="6908"/>
                    <a:pt x="1330656" y="115493"/>
                    <a:pt x="1539254" y="307898"/>
                  </a:cubicBezTo>
                  <a:cubicBezTo>
                    <a:pt x="1555446" y="323138"/>
                    <a:pt x="1562114" y="342188"/>
                    <a:pt x="1557351" y="362191"/>
                  </a:cubicBezTo>
                  <a:cubicBezTo>
                    <a:pt x="1552589" y="384098"/>
                    <a:pt x="1534491" y="403148"/>
                    <a:pt x="1511631" y="410768"/>
                  </a:cubicBezTo>
                  <a:cubicBezTo>
                    <a:pt x="1506869" y="412673"/>
                    <a:pt x="1500201" y="413626"/>
                    <a:pt x="1494486" y="413626"/>
                  </a:cubicBezTo>
                  <a:close/>
                  <a:moveTo>
                    <a:pt x="759156" y="99301"/>
                  </a:moveTo>
                  <a:cubicBezTo>
                    <a:pt x="768681" y="99301"/>
                    <a:pt x="777254" y="99301"/>
                    <a:pt x="786779" y="99301"/>
                  </a:cubicBezTo>
                  <a:cubicBezTo>
                    <a:pt x="1043001" y="105968"/>
                    <a:pt x="1286841" y="204076"/>
                    <a:pt x="1472579" y="375526"/>
                  </a:cubicBezTo>
                  <a:cubicBezTo>
                    <a:pt x="1484009" y="386003"/>
                    <a:pt x="1496391" y="386003"/>
                    <a:pt x="1504011" y="383146"/>
                  </a:cubicBezTo>
                  <a:cubicBezTo>
                    <a:pt x="1516394" y="379336"/>
                    <a:pt x="1526871" y="367906"/>
                    <a:pt x="1529729" y="356476"/>
                  </a:cubicBezTo>
                  <a:cubicBezTo>
                    <a:pt x="1531634" y="346951"/>
                    <a:pt x="1528776" y="337426"/>
                    <a:pt x="1520204" y="329806"/>
                  </a:cubicBezTo>
                  <a:cubicBezTo>
                    <a:pt x="1317321" y="142163"/>
                    <a:pt x="1056336" y="35483"/>
                    <a:pt x="786779" y="28816"/>
                  </a:cubicBezTo>
                  <a:cubicBezTo>
                    <a:pt x="517221" y="23101"/>
                    <a:pt x="252426" y="117398"/>
                    <a:pt x="39066" y="295516"/>
                  </a:cubicBezTo>
                  <a:cubicBezTo>
                    <a:pt x="30494" y="302183"/>
                    <a:pt x="26684" y="310756"/>
                    <a:pt x="28589" y="319328"/>
                  </a:cubicBezTo>
                  <a:cubicBezTo>
                    <a:pt x="30494" y="330758"/>
                    <a:pt x="40971" y="342188"/>
                    <a:pt x="53354" y="346951"/>
                  </a:cubicBezTo>
                  <a:cubicBezTo>
                    <a:pt x="60021" y="349808"/>
                    <a:pt x="74309" y="351713"/>
                    <a:pt x="87644" y="340283"/>
                  </a:cubicBezTo>
                  <a:lnTo>
                    <a:pt x="87644" y="340283"/>
                  </a:lnTo>
                  <a:cubicBezTo>
                    <a:pt x="275286" y="185026"/>
                    <a:pt x="512459" y="99301"/>
                    <a:pt x="759156" y="993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C7AD87F9-CB0B-A90F-A557-9223A2813E2C}"/>
                </a:ext>
              </a:extLst>
            </p:cNvPr>
            <p:cNvSpPr/>
            <p:nvPr/>
          </p:nvSpPr>
          <p:spPr>
            <a:xfrm>
              <a:off x="22265046" y="2157473"/>
              <a:ext cx="1103649" cy="283887"/>
            </a:xfrm>
            <a:custGeom>
              <a:avLst/>
              <a:gdLst>
                <a:gd name="connsiteX0" fmla="*/ 1037913 w 1103649"/>
                <a:gd name="connsiteY0" fmla="*/ 283888 h 283887"/>
                <a:gd name="connsiteX1" fmla="*/ 996956 w 1103649"/>
                <a:gd name="connsiteY1" fmla="*/ 268648 h 283887"/>
                <a:gd name="connsiteX2" fmla="*/ 92081 w 1103649"/>
                <a:gd name="connsiteY2" fmla="*/ 263885 h 283887"/>
                <a:gd name="connsiteX3" fmla="*/ 92081 w 1103649"/>
                <a:gd name="connsiteY3" fmla="*/ 263885 h 283887"/>
                <a:gd name="connsiteX4" fmla="*/ 10165 w 1103649"/>
                <a:gd name="connsiteY4" fmla="*/ 243883 h 283887"/>
                <a:gd name="connsiteX5" fmla="*/ 29215 w 1103649"/>
                <a:gd name="connsiteY5" fmla="*/ 158158 h 283887"/>
                <a:gd name="connsiteX6" fmla="*/ 562616 w 1103649"/>
                <a:gd name="connsiteY6" fmla="*/ 43 h 283887"/>
                <a:gd name="connsiteX7" fmla="*/ 1082680 w 1103649"/>
                <a:gd name="connsiteY7" fmla="*/ 180065 h 283887"/>
                <a:gd name="connsiteX8" fmla="*/ 1102683 w 1103649"/>
                <a:gd name="connsiteY8" fmla="*/ 232453 h 283887"/>
                <a:gd name="connsiteX9" fmla="*/ 1058868 w 1103649"/>
                <a:gd name="connsiteY9" fmla="*/ 281030 h 283887"/>
                <a:gd name="connsiteX10" fmla="*/ 1037913 w 1103649"/>
                <a:gd name="connsiteY10" fmla="*/ 283888 h 283887"/>
                <a:gd name="connsiteX11" fmla="*/ 578808 w 1103649"/>
                <a:gd name="connsiteY11" fmla="*/ 93388 h 283887"/>
                <a:gd name="connsiteX12" fmla="*/ 1016005 w 1103649"/>
                <a:gd name="connsiteY12" fmla="*/ 245788 h 283887"/>
                <a:gd name="connsiteX13" fmla="*/ 1049343 w 1103649"/>
                <a:gd name="connsiteY13" fmla="*/ 252455 h 283887"/>
                <a:gd name="connsiteX14" fmla="*/ 1075061 w 1103649"/>
                <a:gd name="connsiteY14" fmla="*/ 224833 h 283887"/>
                <a:gd name="connsiteX15" fmla="*/ 1064583 w 1103649"/>
                <a:gd name="connsiteY15" fmla="*/ 200068 h 283887"/>
                <a:gd name="connsiteX16" fmla="*/ 562616 w 1103649"/>
                <a:gd name="connsiteY16" fmla="*/ 26713 h 283887"/>
                <a:gd name="connsiteX17" fmla="*/ 43503 w 1103649"/>
                <a:gd name="connsiteY17" fmla="*/ 180065 h 283887"/>
                <a:gd name="connsiteX18" fmla="*/ 33978 w 1103649"/>
                <a:gd name="connsiteY18" fmla="*/ 226738 h 283887"/>
                <a:gd name="connsiteX19" fmla="*/ 76840 w 1103649"/>
                <a:gd name="connsiteY19" fmla="*/ 238168 h 283887"/>
                <a:gd name="connsiteX20" fmla="*/ 578808 w 1103649"/>
                <a:gd name="connsiteY20" fmla="*/ 93388 h 283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03649" h="283887">
                  <a:moveTo>
                    <a:pt x="1037913" y="283888"/>
                  </a:moveTo>
                  <a:cubicBezTo>
                    <a:pt x="1023625" y="283888"/>
                    <a:pt x="1009338" y="278173"/>
                    <a:pt x="996956" y="268648"/>
                  </a:cubicBezTo>
                  <a:cubicBezTo>
                    <a:pt x="735018" y="43858"/>
                    <a:pt x="344493" y="108628"/>
                    <a:pt x="92081" y="263885"/>
                  </a:cubicBezTo>
                  <a:lnTo>
                    <a:pt x="92081" y="263885"/>
                  </a:lnTo>
                  <a:cubicBezTo>
                    <a:pt x="58743" y="283888"/>
                    <a:pt x="25405" y="268648"/>
                    <a:pt x="10165" y="243883"/>
                  </a:cubicBezTo>
                  <a:cubicBezTo>
                    <a:pt x="-6027" y="218165"/>
                    <a:pt x="-5074" y="179113"/>
                    <a:pt x="29215" y="158158"/>
                  </a:cubicBezTo>
                  <a:cubicBezTo>
                    <a:pt x="191140" y="58145"/>
                    <a:pt x="380688" y="2900"/>
                    <a:pt x="562616" y="43"/>
                  </a:cubicBezTo>
                  <a:cubicBezTo>
                    <a:pt x="763593" y="-1862"/>
                    <a:pt x="943616" y="60050"/>
                    <a:pt x="1082680" y="180065"/>
                  </a:cubicBezTo>
                  <a:cubicBezTo>
                    <a:pt x="1098873" y="194353"/>
                    <a:pt x="1106493" y="212450"/>
                    <a:pt x="1102683" y="232453"/>
                  </a:cubicBezTo>
                  <a:cubicBezTo>
                    <a:pt x="1098873" y="254360"/>
                    <a:pt x="1081728" y="273410"/>
                    <a:pt x="1058868" y="281030"/>
                  </a:cubicBezTo>
                  <a:cubicBezTo>
                    <a:pt x="1052201" y="282935"/>
                    <a:pt x="1044580" y="283888"/>
                    <a:pt x="1037913" y="283888"/>
                  </a:cubicBezTo>
                  <a:close/>
                  <a:moveTo>
                    <a:pt x="578808" y="93388"/>
                  </a:moveTo>
                  <a:cubicBezTo>
                    <a:pt x="735018" y="93388"/>
                    <a:pt x="889323" y="137203"/>
                    <a:pt x="1016005" y="245788"/>
                  </a:cubicBezTo>
                  <a:cubicBezTo>
                    <a:pt x="1028388" y="256265"/>
                    <a:pt x="1041723" y="255313"/>
                    <a:pt x="1049343" y="252455"/>
                  </a:cubicBezTo>
                  <a:cubicBezTo>
                    <a:pt x="1061726" y="247693"/>
                    <a:pt x="1072203" y="237215"/>
                    <a:pt x="1075061" y="224833"/>
                  </a:cubicBezTo>
                  <a:cubicBezTo>
                    <a:pt x="1076966" y="215308"/>
                    <a:pt x="1073155" y="206735"/>
                    <a:pt x="1064583" y="200068"/>
                  </a:cubicBezTo>
                  <a:cubicBezTo>
                    <a:pt x="930281" y="84815"/>
                    <a:pt x="756925" y="24808"/>
                    <a:pt x="562616" y="26713"/>
                  </a:cubicBezTo>
                  <a:cubicBezTo>
                    <a:pt x="385451" y="28618"/>
                    <a:pt x="200665" y="82910"/>
                    <a:pt x="43503" y="180065"/>
                  </a:cubicBezTo>
                  <a:cubicBezTo>
                    <a:pt x="24453" y="191495"/>
                    <a:pt x="25405" y="212450"/>
                    <a:pt x="33978" y="226738"/>
                  </a:cubicBezTo>
                  <a:cubicBezTo>
                    <a:pt x="41598" y="239120"/>
                    <a:pt x="57790" y="249598"/>
                    <a:pt x="76840" y="238168"/>
                  </a:cubicBezTo>
                  <a:cubicBezTo>
                    <a:pt x="216858" y="152443"/>
                    <a:pt x="398785" y="93388"/>
                    <a:pt x="578808" y="933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06BB8600-EEE4-DD7A-0DBA-F35CA0FB99F0}"/>
                </a:ext>
              </a:extLst>
            </p:cNvPr>
            <p:cNvSpPr/>
            <p:nvPr/>
          </p:nvSpPr>
          <p:spPr>
            <a:xfrm>
              <a:off x="22469522" y="2514619"/>
              <a:ext cx="693430" cy="211539"/>
            </a:xfrm>
            <a:custGeom>
              <a:avLst/>
              <a:gdLst>
                <a:gd name="connsiteX0" fmla="*/ 632460 w 693430"/>
                <a:gd name="connsiteY0" fmla="*/ 211539 h 211539"/>
                <a:gd name="connsiteX1" fmla="*/ 590550 w 693430"/>
                <a:gd name="connsiteY1" fmla="*/ 189632 h 211539"/>
                <a:gd name="connsiteX2" fmla="*/ 483870 w 693430"/>
                <a:gd name="connsiteY2" fmla="*/ 141054 h 211539"/>
                <a:gd name="connsiteX3" fmla="*/ 476250 w 693430"/>
                <a:gd name="connsiteY3" fmla="*/ 139149 h 211539"/>
                <a:gd name="connsiteX4" fmla="*/ 348615 w 693430"/>
                <a:gd name="connsiteY4" fmla="*/ 123909 h 211539"/>
                <a:gd name="connsiteX5" fmla="*/ 92393 w 693430"/>
                <a:gd name="connsiteY5" fmla="*/ 194394 h 211539"/>
                <a:gd name="connsiteX6" fmla="*/ 92393 w 693430"/>
                <a:gd name="connsiteY6" fmla="*/ 194394 h 211539"/>
                <a:gd name="connsiteX7" fmla="*/ 33338 w 693430"/>
                <a:gd name="connsiteY7" fmla="*/ 195347 h 211539"/>
                <a:gd name="connsiteX8" fmla="*/ 0 w 693430"/>
                <a:gd name="connsiteY8" fmla="*/ 138197 h 211539"/>
                <a:gd name="connsiteX9" fmla="*/ 30480 w 693430"/>
                <a:gd name="connsiteY9" fmla="*/ 87714 h 211539"/>
                <a:gd name="connsiteX10" fmla="*/ 363855 w 693430"/>
                <a:gd name="connsiteY10" fmla="*/ 84 h 211539"/>
                <a:gd name="connsiteX11" fmla="*/ 539115 w 693430"/>
                <a:gd name="connsiteY11" fmla="*/ 27707 h 211539"/>
                <a:gd name="connsiteX12" fmla="*/ 679133 w 693430"/>
                <a:gd name="connsiteY12" fmla="*/ 103907 h 211539"/>
                <a:gd name="connsiteX13" fmla="*/ 688658 w 693430"/>
                <a:gd name="connsiteY13" fmla="*/ 167724 h 211539"/>
                <a:gd name="connsiteX14" fmla="*/ 639128 w 693430"/>
                <a:gd name="connsiteY14" fmla="*/ 210587 h 211539"/>
                <a:gd name="connsiteX15" fmla="*/ 632460 w 693430"/>
                <a:gd name="connsiteY15" fmla="*/ 211539 h 211539"/>
                <a:gd name="connsiteX16" fmla="*/ 352425 w 693430"/>
                <a:gd name="connsiteY16" fmla="*/ 95334 h 211539"/>
                <a:gd name="connsiteX17" fmla="*/ 483870 w 693430"/>
                <a:gd name="connsiteY17" fmla="*/ 111527 h 211539"/>
                <a:gd name="connsiteX18" fmla="*/ 491490 w 693430"/>
                <a:gd name="connsiteY18" fmla="*/ 113432 h 211539"/>
                <a:gd name="connsiteX19" fmla="*/ 613410 w 693430"/>
                <a:gd name="connsiteY19" fmla="*/ 171534 h 211539"/>
                <a:gd name="connsiteX20" fmla="*/ 636270 w 693430"/>
                <a:gd name="connsiteY20" fmla="*/ 182012 h 211539"/>
                <a:gd name="connsiteX21" fmla="*/ 663893 w 693430"/>
                <a:gd name="connsiteY21" fmla="*/ 157247 h 211539"/>
                <a:gd name="connsiteX22" fmla="*/ 658178 w 693430"/>
                <a:gd name="connsiteY22" fmla="*/ 122004 h 211539"/>
                <a:gd name="connsiteX23" fmla="*/ 531495 w 693430"/>
                <a:gd name="connsiteY23" fmla="*/ 55329 h 211539"/>
                <a:gd name="connsiteX24" fmla="*/ 363855 w 693430"/>
                <a:gd name="connsiteY24" fmla="*/ 28659 h 211539"/>
                <a:gd name="connsiteX25" fmla="*/ 44768 w 693430"/>
                <a:gd name="connsiteY25" fmla="*/ 112479 h 211539"/>
                <a:gd name="connsiteX26" fmla="*/ 28575 w 693430"/>
                <a:gd name="connsiteY26" fmla="*/ 138197 h 211539"/>
                <a:gd name="connsiteX27" fmla="*/ 47625 w 693430"/>
                <a:gd name="connsiteY27" fmla="*/ 170582 h 211539"/>
                <a:gd name="connsiteX28" fmla="*/ 78105 w 693430"/>
                <a:gd name="connsiteY28" fmla="*/ 169629 h 211539"/>
                <a:gd name="connsiteX29" fmla="*/ 78105 w 693430"/>
                <a:gd name="connsiteY29" fmla="*/ 169629 h 211539"/>
                <a:gd name="connsiteX30" fmla="*/ 347662 w 693430"/>
                <a:gd name="connsiteY30" fmla="*/ 95334 h 211539"/>
                <a:gd name="connsiteX31" fmla="*/ 352425 w 693430"/>
                <a:gd name="connsiteY31" fmla="*/ 95334 h 21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93430" h="211539">
                  <a:moveTo>
                    <a:pt x="632460" y="211539"/>
                  </a:moveTo>
                  <a:cubicBezTo>
                    <a:pt x="616268" y="211539"/>
                    <a:pt x="601980" y="203919"/>
                    <a:pt x="590550" y="189632"/>
                  </a:cubicBezTo>
                  <a:cubicBezTo>
                    <a:pt x="568643" y="162009"/>
                    <a:pt x="521970" y="150579"/>
                    <a:pt x="483870" y="141054"/>
                  </a:cubicBezTo>
                  <a:lnTo>
                    <a:pt x="476250" y="139149"/>
                  </a:lnTo>
                  <a:cubicBezTo>
                    <a:pt x="436245" y="128672"/>
                    <a:pt x="392430" y="123909"/>
                    <a:pt x="348615" y="123909"/>
                  </a:cubicBezTo>
                  <a:cubicBezTo>
                    <a:pt x="259080" y="124862"/>
                    <a:pt x="173355" y="148674"/>
                    <a:pt x="92393" y="194394"/>
                  </a:cubicBezTo>
                  <a:lnTo>
                    <a:pt x="92393" y="194394"/>
                  </a:lnTo>
                  <a:cubicBezTo>
                    <a:pt x="73343" y="205824"/>
                    <a:pt x="51435" y="205824"/>
                    <a:pt x="33338" y="195347"/>
                  </a:cubicBezTo>
                  <a:cubicBezTo>
                    <a:pt x="13335" y="183917"/>
                    <a:pt x="0" y="161057"/>
                    <a:pt x="0" y="138197"/>
                  </a:cubicBezTo>
                  <a:cubicBezTo>
                    <a:pt x="0" y="117242"/>
                    <a:pt x="11430" y="99144"/>
                    <a:pt x="30480" y="87714"/>
                  </a:cubicBezTo>
                  <a:cubicBezTo>
                    <a:pt x="133350" y="28659"/>
                    <a:pt x="248603" y="-1821"/>
                    <a:pt x="363855" y="84"/>
                  </a:cubicBezTo>
                  <a:cubicBezTo>
                    <a:pt x="424815" y="1037"/>
                    <a:pt x="483870" y="10562"/>
                    <a:pt x="539115" y="27707"/>
                  </a:cubicBezTo>
                  <a:cubicBezTo>
                    <a:pt x="583883" y="41994"/>
                    <a:pt x="644843" y="61044"/>
                    <a:pt x="679133" y="103907"/>
                  </a:cubicBezTo>
                  <a:cubicBezTo>
                    <a:pt x="694373" y="122004"/>
                    <a:pt x="697230" y="145817"/>
                    <a:pt x="688658" y="167724"/>
                  </a:cubicBezTo>
                  <a:cubicBezTo>
                    <a:pt x="680085" y="190584"/>
                    <a:pt x="660083" y="206777"/>
                    <a:pt x="639128" y="210587"/>
                  </a:cubicBezTo>
                  <a:cubicBezTo>
                    <a:pt x="638175" y="211539"/>
                    <a:pt x="635318" y="211539"/>
                    <a:pt x="632460" y="211539"/>
                  </a:cubicBezTo>
                  <a:close/>
                  <a:moveTo>
                    <a:pt x="352425" y="95334"/>
                  </a:moveTo>
                  <a:cubicBezTo>
                    <a:pt x="398145" y="95334"/>
                    <a:pt x="441960" y="101049"/>
                    <a:pt x="483870" y="111527"/>
                  </a:cubicBezTo>
                  <a:lnTo>
                    <a:pt x="491490" y="113432"/>
                  </a:lnTo>
                  <a:cubicBezTo>
                    <a:pt x="533400" y="123909"/>
                    <a:pt x="584835" y="137244"/>
                    <a:pt x="613410" y="171534"/>
                  </a:cubicBezTo>
                  <a:cubicBezTo>
                    <a:pt x="620078" y="180107"/>
                    <a:pt x="627698" y="183917"/>
                    <a:pt x="636270" y="182012"/>
                  </a:cubicBezTo>
                  <a:cubicBezTo>
                    <a:pt x="647700" y="180107"/>
                    <a:pt x="659130" y="170582"/>
                    <a:pt x="663893" y="157247"/>
                  </a:cubicBezTo>
                  <a:cubicBezTo>
                    <a:pt x="666750" y="149627"/>
                    <a:pt x="669608" y="135339"/>
                    <a:pt x="658178" y="122004"/>
                  </a:cubicBezTo>
                  <a:cubicBezTo>
                    <a:pt x="628650" y="85809"/>
                    <a:pt x="572453" y="67712"/>
                    <a:pt x="531495" y="55329"/>
                  </a:cubicBezTo>
                  <a:cubicBezTo>
                    <a:pt x="478155" y="39137"/>
                    <a:pt x="421958" y="29612"/>
                    <a:pt x="363855" y="28659"/>
                  </a:cubicBezTo>
                  <a:cubicBezTo>
                    <a:pt x="253365" y="26754"/>
                    <a:pt x="143827" y="55329"/>
                    <a:pt x="44768" y="112479"/>
                  </a:cubicBezTo>
                  <a:cubicBezTo>
                    <a:pt x="31432" y="120099"/>
                    <a:pt x="28575" y="130577"/>
                    <a:pt x="28575" y="138197"/>
                  </a:cubicBezTo>
                  <a:cubicBezTo>
                    <a:pt x="28575" y="150579"/>
                    <a:pt x="36195" y="163914"/>
                    <a:pt x="47625" y="170582"/>
                  </a:cubicBezTo>
                  <a:cubicBezTo>
                    <a:pt x="54293" y="174392"/>
                    <a:pt x="64770" y="177249"/>
                    <a:pt x="78105" y="169629"/>
                  </a:cubicBezTo>
                  <a:lnTo>
                    <a:pt x="78105" y="169629"/>
                  </a:lnTo>
                  <a:cubicBezTo>
                    <a:pt x="162877" y="121052"/>
                    <a:pt x="253365" y="96287"/>
                    <a:pt x="347662" y="95334"/>
                  </a:cubicBezTo>
                  <a:cubicBezTo>
                    <a:pt x="349568" y="95334"/>
                    <a:pt x="350520" y="95334"/>
                    <a:pt x="352425" y="95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5967914F-7767-40CE-C5AC-5D1781C67AE6}"/>
                </a:ext>
              </a:extLst>
            </p:cNvPr>
            <p:cNvSpPr/>
            <p:nvPr/>
          </p:nvSpPr>
          <p:spPr>
            <a:xfrm>
              <a:off x="22650337" y="2842364"/>
              <a:ext cx="314643" cy="313372"/>
            </a:xfrm>
            <a:custGeom>
              <a:avLst/>
              <a:gdLst>
                <a:gd name="connsiteX0" fmla="*/ 157322 w 314643"/>
                <a:gd name="connsiteY0" fmla="*/ 313373 h 313372"/>
                <a:gd name="connsiteX1" fmla="*/ 159 w 314643"/>
                <a:gd name="connsiteY1" fmla="*/ 157163 h 313372"/>
                <a:gd name="connsiteX2" fmla="*/ 42069 w 314643"/>
                <a:gd name="connsiteY2" fmla="*/ 50482 h 313372"/>
                <a:gd name="connsiteX3" fmla="*/ 157322 w 314643"/>
                <a:gd name="connsiteY3" fmla="*/ 0 h 313372"/>
                <a:gd name="connsiteX4" fmla="*/ 314484 w 314643"/>
                <a:gd name="connsiteY4" fmla="*/ 156210 h 313372"/>
                <a:gd name="connsiteX5" fmla="*/ 272574 w 314643"/>
                <a:gd name="connsiteY5" fmla="*/ 262890 h 313372"/>
                <a:gd name="connsiteX6" fmla="*/ 157322 w 314643"/>
                <a:gd name="connsiteY6" fmla="*/ 313373 h 313372"/>
                <a:gd name="connsiteX7" fmla="*/ 157322 w 314643"/>
                <a:gd name="connsiteY7" fmla="*/ 27623 h 313372"/>
                <a:gd name="connsiteX8" fmla="*/ 63024 w 314643"/>
                <a:gd name="connsiteY8" fmla="*/ 69532 h 313372"/>
                <a:gd name="connsiteX9" fmla="*/ 28734 w 314643"/>
                <a:gd name="connsiteY9" fmla="*/ 155257 h 313372"/>
                <a:gd name="connsiteX10" fmla="*/ 157322 w 314643"/>
                <a:gd name="connsiteY10" fmla="*/ 284798 h 313372"/>
                <a:gd name="connsiteX11" fmla="*/ 251619 w 314643"/>
                <a:gd name="connsiteY11" fmla="*/ 242887 h 313372"/>
                <a:gd name="connsiteX12" fmla="*/ 285909 w 314643"/>
                <a:gd name="connsiteY12" fmla="*/ 157163 h 313372"/>
                <a:gd name="connsiteX13" fmla="*/ 157322 w 314643"/>
                <a:gd name="connsiteY13" fmla="*/ 27623 h 313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643" h="313372">
                  <a:moveTo>
                    <a:pt x="157322" y="313373"/>
                  </a:moveTo>
                  <a:cubicBezTo>
                    <a:pt x="73502" y="313373"/>
                    <a:pt x="3969" y="244793"/>
                    <a:pt x="159" y="157163"/>
                  </a:cubicBezTo>
                  <a:cubicBezTo>
                    <a:pt x="-1746" y="118110"/>
                    <a:pt x="13494" y="80010"/>
                    <a:pt x="42069" y="50482"/>
                  </a:cubicBezTo>
                  <a:cubicBezTo>
                    <a:pt x="72549" y="18098"/>
                    <a:pt x="114459" y="0"/>
                    <a:pt x="157322" y="0"/>
                  </a:cubicBezTo>
                  <a:cubicBezTo>
                    <a:pt x="241142" y="0"/>
                    <a:pt x="310674" y="68580"/>
                    <a:pt x="314484" y="156210"/>
                  </a:cubicBezTo>
                  <a:cubicBezTo>
                    <a:pt x="316389" y="195262"/>
                    <a:pt x="301149" y="233362"/>
                    <a:pt x="272574" y="262890"/>
                  </a:cubicBezTo>
                  <a:cubicBezTo>
                    <a:pt x="241142" y="295275"/>
                    <a:pt x="199232" y="313373"/>
                    <a:pt x="157322" y="313373"/>
                  </a:cubicBezTo>
                  <a:close/>
                  <a:moveTo>
                    <a:pt x="157322" y="27623"/>
                  </a:moveTo>
                  <a:cubicBezTo>
                    <a:pt x="123032" y="27623"/>
                    <a:pt x="87789" y="42863"/>
                    <a:pt x="63024" y="69532"/>
                  </a:cubicBezTo>
                  <a:cubicBezTo>
                    <a:pt x="39212" y="94298"/>
                    <a:pt x="27782" y="124777"/>
                    <a:pt x="28734" y="155257"/>
                  </a:cubicBezTo>
                  <a:cubicBezTo>
                    <a:pt x="31592" y="227648"/>
                    <a:pt x="88742" y="284798"/>
                    <a:pt x="157322" y="284798"/>
                  </a:cubicBezTo>
                  <a:cubicBezTo>
                    <a:pt x="191612" y="284798"/>
                    <a:pt x="226854" y="269557"/>
                    <a:pt x="251619" y="242887"/>
                  </a:cubicBezTo>
                  <a:cubicBezTo>
                    <a:pt x="275432" y="218123"/>
                    <a:pt x="286862" y="187643"/>
                    <a:pt x="285909" y="157163"/>
                  </a:cubicBezTo>
                  <a:cubicBezTo>
                    <a:pt x="283052" y="84773"/>
                    <a:pt x="225902" y="27623"/>
                    <a:pt x="157322" y="276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Red Hat Display" panose="02010303040201060303" pitchFamily="2" charset="0"/>
              </a:endParaRPr>
            </a:p>
          </p:txBody>
        </p:sp>
      </p:grpSp>
      <p:sp>
        <p:nvSpPr>
          <p:cNvPr id="73" name="Graphic 48">
            <a:extLst>
              <a:ext uri="{FF2B5EF4-FFF2-40B4-BE49-F238E27FC236}">
                <a16:creationId xmlns:a16="http://schemas.microsoft.com/office/drawing/2014/main" id="{6FEA23E3-5E02-7297-B3CF-DC9E8F2CE1F4}"/>
              </a:ext>
            </a:extLst>
          </p:cNvPr>
          <p:cNvSpPr/>
          <p:nvPr/>
        </p:nvSpPr>
        <p:spPr>
          <a:xfrm>
            <a:off x="21847838" y="6148483"/>
            <a:ext cx="1346078" cy="2559309"/>
          </a:xfrm>
          <a:custGeom>
            <a:avLst/>
            <a:gdLst>
              <a:gd name="connsiteX0" fmla="*/ 198315 w 739433"/>
              <a:gd name="connsiteY0" fmla="*/ 1405890 h 1405890"/>
              <a:gd name="connsiteX1" fmla="*/ 344691 w 739433"/>
              <a:gd name="connsiteY1" fmla="*/ 772478 h 1405890"/>
              <a:gd name="connsiteX2" fmla="*/ 0 w 739433"/>
              <a:gd name="connsiteY2" fmla="*/ 857250 h 1405890"/>
              <a:gd name="connsiteX3" fmla="*/ 0 w 739433"/>
              <a:gd name="connsiteY3" fmla="*/ 113348 h 1405890"/>
              <a:gd name="connsiteX4" fmla="*/ 429683 w 739433"/>
              <a:gd name="connsiteY4" fmla="*/ 0 h 1405890"/>
              <a:gd name="connsiteX5" fmla="*/ 305972 w 739433"/>
              <a:gd name="connsiteY5" fmla="*/ 556260 h 1405890"/>
              <a:gd name="connsiteX6" fmla="*/ 739433 w 739433"/>
              <a:gd name="connsiteY6" fmla="*/ 526733 h 1405890"/>
              <a:gd name="connsiteX7" fmla="*/ 198315 w 739433"/>
              <a:gd name="connsiteY7" fmla="*/ 1405890 h 1405890"/>
              <a:gd name="connsiteX8" fmla="*/ 382465 w 739433"/>
              <a:gd name="connsiteY8" fmla="*/ 733425 h 1405890"/>
              <a:gd name="connsiteX9" fmla="*/ 264421 w 739433"/>
              <a:gd name="connsiteY9" fmla="*/ 1243965 h 1405890"/>
              <a:gd name="connsiteX10" fmla="*/ 686549 w 739433"/>
              <a:gd name="connsiteY10" fmla="*/ 560070 h 1405890"/>
              <a:gd name="connsiteX11" fmla="*/ 270087 w 739433"/>
              <a:gd name="connsiteY11" fmla="*/ 587693 h 1405890"/>
              <a:gd name="connsiteX12" fmla="*/ 391909 w 739433"/>
              <a:gd name="connsiteY12" fmla="*/ 40005 h 1405890"/>
              <a:gd name="connsiteX13" fmla="*/ 28331 w 739433"/>
              <a:gd name="connsiteY13" fmla="*/ 135255 h 1405890"/>
              <a:gd name="connsiteX14" fmla="*/ 28331 w 739433"/>
              <a:gd name="connsiteY14" fmla="*/ 820103 h 1405890"/>
              <a:gd name="connsiteX15" fmla="*/ 382465 w 739433"/>
              <a:gd name="connsiteY15" fmla="*/ 733425 h 140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39433" h="1405890">
                <a:moveTo>
                  <a:pt x="198315" y="1405890"/>
                </a:moveTo>
                <a:lnTo>
                  <a:pt x="344691" y="772478"/>
                </a:lnTo>
                <a:lnTo>
                  <a:pt x="0" y="857250"/>
                </a:lnTo>
                <a:lnTo>
                  <a:pt x="0" y="113348"/>
                </a:lnTo>
                <a:lnTo>
                  <a:pt x="429683" y="0"/>
                </a:lnTo>
                <a:lnTo>
                  <a:pt x="305972" y="556260"/>
                </a:lnTo>
                <a:lnTo>
                  <a:pt x="739433" y="526733"/>
                </a:lnTo>
                <a:lnTo>
                  <a:pt x="198315" y="1405890"/>
                </a:lnTo>
                <a:close/>
                <a:moveTo>
                  <a:pt x="382465" y="733425"/>
                </a:moveTo>
                <a:lnTo>
                  <a:pt x="264421" y="1243965"/>
                </a:lnTo>
                <a:lnTo>
                  <a:pt x="686549" y="560070"/>
                </a:lnTo>
                <a:lnTo>
                  <a:pt x="270087" y="587693"/>
                </a:lnTo>
                <a:lnTo>
                  <a:pt x="391909" y="40005"/>
                </a:lnTo>
                <a:lnTo>
                  <a:pt x="28331" y="135255"/>
                </a:lnTo>
                <a:lnTo>
                  <a:pt x="28331" y="820103"/>
                </a:lnTo>
                <a:lnTo>
                  <a:pt x="382465" y="733425"/>
                </a:lnTo>
                <a:close/>
              </a:path>
            </a:pathLst>
          </a:custGeom>
          <a:solidFill>
            <a:schemeClr val="accent4"/>
          </a:solidFill>
          <a:ln w="94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74" name="Graphic 50">
            <a:extLst>
              <a:ext uri="{FF2B5EF4-FFF2-40B4-BE49-F238E27FC236}">
                <a16:creationId xmlns:a16="http://schemas.microsoft.com/office/drawing/2014/main" id="{74CEBCC8-0E5C-2F1C-7AD3-5AAB4CC2A378}"/>
              </a:ext>
            </a:extLst>
          </p:cNvPr>
          <p:cNvSpPr/>
          <p:nvPr/>
        </p:nvSpPr>
        <p:spPr>
          <a:xfrm>
            <a:off x="22257583" y="9126947"/>
            <a:ext cx="1294682" cy="1294682"/>
          </a:xfrm>
          <a:custGeom>
            <a:avLst/>
            <a:gdLst>
              <a:gd name="connsiteX0" fmla="*/ 355600 w 711200"/>
              <a:gd name="connsiteY0" fmla="*/ 711200 h 711200"/>
              <a:gd name="connsiteX1" fmla="*/ 241808 w 711200"/>
              <a:gd name="connsiteY1" fmla="*/ 597408 h 711200"/>
              <a:gd name="connsiteX2" fmla="*/ 241808 w 711200"/>
              <a:gd name="connsiteY2" fmla="*/ 469392 h 711200"/>
              <a:gd name="connsiteX3" fmla="*/ 113792 w 711200"/>
              <a:gd name="connsiteY3" fmla="*/ 469392 h 711200"/>
              <a:gd name="connsiteX4" fmla="*/ 0 w 711200"/>
              <a:gd name="connsiteY4" fmla="*/ 355600 h 711200"/>
              <a:gd name="connsiteX5" fmla="*/ 113792 w 711200"/>
              <a:gd name="connsiteY5" fmla="*/ 241808 h 711200"/>
              <a:gd name="connsiteX6" fmla="*/ 241808 w 711200"/>
              <a:gd name="connsiteY6" fmla="*/ 241808 h 711200"/>
              <a:gd name="connsiteX7" fmla="*/ 241808 w 711200"/>
              <a:gd name="connsiteY7" fmla="*/ 113792 h 711200"/>
              <a:gd name="connsiteX8" fmla="*/ 355600 w 711200"/>
              <a:gd name="connsiteY8" fmla="*/ 0 h 711200"/>
              <a:gd name="connsiteX9" fmla="*/ 469392 w 711200"/>
              <a:gd name="connsiteY9" fmla="*/ 113792 h 711200"/>
              <a:gd name="connsiteX10" fmla="*/ 469392 w 711200"/>
              <a:gd name="connsiteY10" fmla="*/ 241808 h 711200"/>
              <a:gd name="connsiteX11" fmla="*/ 597408 w 711200"/>
              <a:gd name="connsiteY11" fmla="*/ 241808 h 711200"/>
              <a:gd name="connsiteX12" fmla="*/ 711200 w 711200"/>
              <a:gd name="connsiteY12" fmla="*/ 355600 h 711200"/>
              <a:gd name="connsiteX13" fmla="*/ 597408 w 711200"/>
              <a:gd name="connsiteY13" fmla="*/ 469392 h 711200"/>
              <a:gd name="connsiteX14" fmla="*/ 469392 w 711200"/>
              <a:gd name="connsiteY14" fmla="*/ 469392 h 711200"/>
              <a:gd name="connsiteX15" fmla="*/ 469392 w 711200"/>
              <a:gd name="connsiteY15" fmla="*/ 597408 h 711200"/>
              <a:gd name="connsiteX16" fmla="*/ 355600 w 711200"/>
              <a:gd name="connsiteY16" fmla="*/ 711200 h 711200"/>
              <a:gd name="connsiteX17" fmla="*/ 113792 w 711200"/>
              <a:gd name="connsiteY17" fmla="*/ 270256 h 711200"/>
              <a:gd name="connsiteX18" fmla="*/ 28448 w 711200"/>
              <a:gd name="connsiteY18" fmla="*/ 355600 h 711200"/>
              <a:gd name="connsiteX19" fmla="*/ 113792 w 711200"/>
              <a:gd name="connsiteY19" fmla="*/ 440944 h 711200"/>
              <a:gd name="connsiteX20" fmla="*/ 270256 w 711200"/>
              <a:gd name="connsiteY20" fmla="*/ 440944 h 711200"/>
              <a:gd name="connsiteX21" fmla="*/ 270256 w 711200"/>
              <a:gd name="connsiteY21" fmla="*/ 597408 h 711200"/>
              <a:gd name="connsiteX22" fmla="*/ 355600 w 711200"/>
              <a:gd name="connsiteY22" fmla="*/ 682752 h 711200"/>
              <a:gd name="connsiteX23" fmla="*/ 440944 w 711200"/>
              <a:gd name="connsiteY23" fmla="*/ 597408 h 711200"/>
              <a:gd name="connsiteX24" fmla="*/ 440944 w 711200"/>
              <a:gd name="connsiteY24" fmla="*/ 440944 h 711200"/>
              <a:gd name="connsiteX25" fmla="*/ 597408 w 711200"/>
              <a:gd name="connsiteY25" fmla="*/ 440944 h 711200"/>
              <a:gd name="connsiteX26" fmla="*/ 682752 w 711200"/>
              <a:gd name="connsiteY26" fmla="*/ 355600 h 711200"/>
              <a:gd name="connsiteX27" fmla="*/ 597408 w 711200"/>
              <a:gd name="connsiteY27" fmla="*/ 270256 h 711200"/>
              <a:gd name="connsiteX28" fmla="*/ 440944 w 711200"/>
              <a:gd name="connsiteY28" fmla="*/ 270256 h 711200"/>
              <a:gd name="connsiteX29" fmla="*/ 440944 w 711200"/>
              <a:gd name="connsiteY29" fmla="*/ 113792 h 711200"/>
              <a:gd name="connsiteX30" fmla="*/ 355600 w 711200"/>
              <a:gd name="connsiteY30" fmla="*/ 28448 h 711200"/>
              <a:gd name="connsiteX31" fmla="*/ 270256 w 711200"/>
              <a:gd name="connsiteY31" fmla="*/ 113792 h 711200"/>
              <a:gd name="connsiteX32" fmla="*/ 270256 w 711200"/>
              <a:gd name="connsiteY32" fmla="*/ 270256 h 711200"/>
              <a:gd name="connsiteX33" fmla="*/ 113792 w 711200"/>
              <a:gd name="connsiteY33" fmla="*/ 270256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11200" h="711200">
                <a:moveTo>
                  <a:pt x="355600" y="711200"/>
                </a:moveTo>
                <a:cubicBezTo>
                  <a:pt x="293014" y="711200"/>
                  <a:pt x="241808" y="659994"/>
                  <a:pt x="241808" y="597408"/>
                </a:cubicBezTo>
                <a:lnTo>
                  <a:pt x="241808" y="469392"/>
                </a:lnTo>
                <a:lnTo>
                  <a:pt x="113792" y="469392"/>
                </a:lnTo>
                <a:cubicBezTo>
                  <a:pt x="51206" y="469392"/>
                  <a:pt x="0" y="418186"/>
                  <a:pt x="0" y="355600"/>
                </a:cubicBezTo>
                <a:cubicBezTo>
                  <a:pt x="0" y="293014"/>
                  <a:pt x="51206" y="241808"/>
                  <a:pt x="113792" y="241808"/>
                </a:cubicBezTo>
                <a:lnTo>
                  <a:pt x="241808" y="241808"/>
                </a:lnTo>
                <a:lnTo>
                  <a:pt x="241808" y="113792"/>
                </a:lnTo>
                <a:cubicBezTo>
                  <a:pt x="241808" y="51206"/>
                  <a:pt x="293014" y="0"/>
                  <a:pt x="355600" y="0"/>
                </a:cubicBezTo>
                <a:cubicBezTo>
                  <a:pt x="418186" y="0"/>
                  <a:pt x="469392" y="51206"/>
                  <a:pt x="469392" y="113792"/>
                </a:cubicBezTo>
                <a:lnTo>
                  <a:pt x="469392" y="241808"/>
                </a:lnTo>
                <a:lnTo>
                  <a:pt x="597408" y="241808"/>
                </a:lnTo>
                <a:cubicBezTo>
                  <a:pt x="659994" y="241808"/>
                  <a:pt x="711200" y="293014"/>
                  <a:pt x="711200" y="355600"/>
                </a:cubicBezTo>
                <a:cubicBezTo>
                  <a:pt x="711200" y="418186"/>
                  <a:pt x="659994" y="469392"/>
                  <a:pt x="597408" y="469392"/>
                </a:cubicBezTo>
                <a:lnTo>
                  <a:pt x="469392" y="469392"/>
                </a:lnTo>
                <a:lnTo>
                  <a:pt x="469392" y="597408"/>
                </a:lnTo>
                <a:cubicBezTo>
                  <a:pt x="469392" y="659994"/>
                  <a:pt x="418186" y="711200"/>
                  <a:pt x="355600" y="711200"/>
                </a:cubicBezTo>
                <a:close/>
                <a:moveTo>
                  <a:pt x="113792" y="270256"/>
                </a:moveTo>
                <a:cubicBezTo>
                  <a:pt x="66379" y="270256"/>
                  <a:pt x="28448" y="308187"/>
                  <a:pt x="28448" y="355600"/>
                </a:cubicBezTo>
                <a:cubicBezTo>
                  <a:pt x="28448" y="403013"/>
                  <a:pt x="66379" y="440944"/>
                  <a:pt x="113792" y="440944"/>
                </a:cubicBezTo>
                <a:lnTo>
                  <a:pt x="270256" y="440944"/>
                </a:lnTo>
                <a:lnTo>
                  <a:pt x="270256" y="597408"/>
                </a:lnTo>
                <a:cubicBezTo>
                  <a:pt x="270256" y="644821"/>
                  <a:pt x="308187" y="682752"/>
                  <a:pt x="355600" y="682752"/>
                </a:cubicBezTo>
                <a:cubicBezTo>
                  <a:pt x="403013" y="682752"/>
                  <a:pt x="440944" y="644821"/>
                  <a:pt x="440944" y="597408"/>
                </a:cubicBezTo>
                <a:lnTo>
                  <a:pt x="440944" y="440944"/>
                </a:lnTo>
                <a:lnTo>
                  <a:pt x="597408" y="440944"/>
                </a:lnTo>
                <a:cubicBezTo>
                  <a:pt x="644821" y="440944"/>
                  <a:pt x="682752" y="403013"/>
                  <a:pt x="682752" y="355600"/>
                </a:cubicBezTo>
                <a:cubicBezTo>
                  <a:pt x="682752" y="308187"/>
                  <a:pt x="644821" y="270256"/>
                  <a:pt x="597408" y="270256"/>
                </a:cubicBezTo>
                <a:lnTo>
                  <a:pt x="440944" y="270256"/>
                </a:lnTo>
                <a:lnTo>
                  <a:pt x="440944" y="113792"/>
                </a:lnTo>
                <a:cubicBezTo>
                  <a:pt x="440944" y="66379"/>
                  <a:pt x="403013" y="28448"/>
                  <a:pt x="355600" y="28448"/>
                </a:cubicBezTo>
                <a:cubicBezTo>
                  <a:pt x="308187" y="28448"/>
                  <a:pt x="270256" y="66379"/>
                  <a:pt x="270256" y="113792"/>
                </a:cubicBezTo>
                <a:lnTo>
                  <a:pt x="270256" y="270256"/>
                </a:lnTo>
                <a:lnTo>
                  <a:pt x="113792" y="270256"/>
                </a:lnTo>
                <a:close/>
              </a:path>
            </a:pathLst>
          </a:custGeom>
          <a:solidFill>
            <a:schemeClr val="accent1"/>
          </a:solidFill>
          <a:ln w="93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ed Hat Display" panose="02010303040201060303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49C6B9-4970-2CAF-C096-745D6C607129}"/>
              </a:ext>
            </a:extLst>
          </p:cNvPr>
          <p:cNvSpPr txBox="1"/>
          <p:nvPr/>
        </p:nvSpPr>
        <p:spPr>
          <a:xfrm>
            <a:off x="20073280" y="6275368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824515-A6FD-1AEF-8D01-EA841CC6F6FD}"/>
              </a:ext>
            </a:extLst>
          </p:cNvPr>
          <p:cNvSpPr txBox="1"/>
          <p:nvPr/>
        </p:nvSpPr>
        <p:spPr>
          <a:xfrm>
            <a:off x="20073280" y="8033544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D0249-842C-5F20-F42A-CEED7E9B4496}"/>
              </a:ext>
            </a:extLst>
          </p:cNvPr>
          <p:cNvSpPr txBox="1"/>
          <p:nvPr/>
        </p:nvSpPr>
        <p:spPr>
          <a:xfrm>
            <a:off x="20073280" y="9791720"/>
            <a:ext cx="1242018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6600" b="1" dirty="0">
                <a:latin typeface="Averia Libre" panose="02000603000000000004" pitchFamily="2" charset="0"/>
                <a:cs typeface="Space Grotesk" pitchFamily="2" charset="77"/>
              </a:rPr>
              <a:t>08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E053985F-3E49-B4CD-2118-E74C31CC8C2E}"/>
              </a:ext>
            </a:extLst>
          </p:cNvPr>
          <p:cNvSpPr txBox="1"/>
          <p:nvPr/>
        </p:nvSpPr>
        <p:spPr>
          <a:xfrm>
            <a:off x="1263033" y="1723910"/>
            <a:ext cx="12537010" cy="144655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r">
              <a:defRPr sz="7200">
                <a:solidFill>
                  <a:schemeClr val="tx2"/>
                </a:solidFill>
                <a:latin typeface="Heebo Medium" pitchFamily="2" charset="-79"/>
                <a:ea typeface="Arimo" panose="020B0604020202020204" pitchFamily="34" charset="0"/>
                <a:cs typeface="Arimo" panose="020B0604020202020204" pitchFamily="34" charset="0"/>
              </a:defRPr>
            </a:lvl1pPr>
          </a:lstStyle>
          <a:p>
            <a:pPr algn="l"/>
            <a:r>
              <a:rPr lang="en-US" sz="8800" b="1" dirty="0">
                <a:solidFill>
                  <a:schemeClr val="bg1"/>
                </a:solidFill>
                <a:latin typeface="Averia Libre" panose="02000603000000000004" pitchFamily="2" charset="0"/>
                <a:cs typeface="Space Grotesk" pitchFamily="2" charset="77"/>
              </a:rPr>
              <a:t>Kesimpulan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9C4CD201-BE5C-9034-FE83-A6E60C279448}"/>
              </a:ext>
            </a:extLst>
          </p:cNvPr>
          <p:cNvSpPr txBox="1"/>
          <p:nvPr/>
        </p:nvSpPr>
        <p:spPr>
          <a:xfrm>
            <a:off x="3461292" y="3474850"/>
            <a:ext cx="10599969" cy="58566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defRPr sz="3800">
                <a:latin typeface="Josefin Sans Light" pitchFamily="2" charset="77"/>
              </a:defRPr>
            </a:lvl1pPr>
          </a:lstStyle>
          <a:p>
            <a:pPr marL="514350" indent="-514350" algn="l">
              <a:buAutoNum type="arabicPeriod"/>
            </a:pP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Penggunaan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RTC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memungkinkan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pemberian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makan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ikan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secara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otomatis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menjadwalkan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dengan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tepat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waktu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dan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tanpa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campur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tangan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manual.</a:t>
            </a:r>
          </a:p>
          <a:p>
            <a:pPr marL="514350" indent="-514350" algn="l">
              <a:buAutoNum type="arabicPeriod"/>
            </a:pP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Jadwal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pemberian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makan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yang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teratur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mendukung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kesehatan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dan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pertumbuhan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ikan,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mencegah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masalah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terkait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overfeeding.</a:t>
            </a:r>
          </a:p>
          <a:p>
            <a:pPr marL="514350" indent="-514350" algn="l">
              <a:buAutoNum type="arabicPeriod"/>
            </a:pP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RTC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memfasilitasi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pemantauan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dan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pengelolaan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jadwal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pemberian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makan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dari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jarak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jauh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melalui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antarmuka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pengguna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yang </a:t>
            </a:r>
            <a:r>
              <a:rPr lang="en-US" sz="3500" dirty="0" err="1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terhubung</a:t>
            </a:r>
            <a:r>
              <a:rPr lang="en-US" sz="35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BCFCAB-BFF1-F873-0277-B6B41A626C3A}"/>
              </a:ext>
            </a:extLst>
          </p:cNvPr>
          <p:cNvSpPr/>
          <p:nvPr/>
        </p:nvSpPr>
        <p:spPr>
          <a:xfrm>
            <a:off x="15883275" y="12734345"/>
            <a:ext cx="3238242" cy="3188668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Perkenalan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Anggota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B4C813-7D76-9D44-823D-B6CA4CD3DA0D}"/>
              </a:ext>
            </a:extLst>
          </p:cNvPr>
          <p:cNvSpPr/>
          <p:nvPr/>
        </p:nvSpPr>
        <p:spPr>
          <a:xfrm>
            <a:off x="12645033" y="16311347"/>
            <a:ext cx="3238242" cy="324291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Tujuan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Manfaat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55B86B-FA9B-0579-A5C6-A23B887FE173}"/>
              </a:ext>
            </a:extLst>
          </p:cNvPr>
          <p:cNvSpPr/>
          <p:nvPr/>
        </p:nvSpPr>
        <p:spPr>
          <a:xfrm>
            <a:off x="8124850" y="16311346"/>
            <a:ext cx="3238242" cy="3242919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Latar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Belakang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D14D3E-6A68-17D0-2ECF-A49941A6CCB6}"/>
              </a:ext>
            </a:extLst>
          </p:cNvPr>
          <p:cNvSpPr/>
          <p:nvPr/>
        </p:nvSpPr>
        <p:spPr>
          <a:xfrm>
            <a:off x="9436659" y="9791721"/>
            <a:ext cx="5625503" cy="5316686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13502F-A81E-DC19-A111-79D3C334610A}"/>
              </a:ext>
            </a:extLst>
          </p:cNvPr>
          <p:cNvSpPr/>
          <p:nvPr/>
        </p:nvSpPr>
        <p:spPr>
          <a:xfrm>
            <a:off x="5256133" y="12557081"/>
            <a:ext cx="3238241" cy="3242918"/>
          </a:xfrm>
          <a:prstGeom prst="ellipse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Alat &amp; Cara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endParaRPr lang="en-ID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295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Theme">
  <a:themeElements>
    <a:clrScheme name="1 - 14 History of internet Presentation - Light">
      <a:dk1>
        <a:srgbClr val="68686E"/>
      </a:dk1>
      <a:lt1>
        <a:srgbClr val="FFFFFF"/>
      </a:lt1>
      <a:dk2>
        <a:srgbClr val="121131"/>
      </a:dk2>
      <a:lt2>
        <a:srgbClr val="FFFFFF"/>
      </a:lt2>
      <a:accent1>
        <a:srgbClr val="D595FD"/>
      </a:accent1>
      <a:accent2>
        <a:srgbClr val="E60A9F"/>
      </a:accent2>
      <a:accent3>
        <a:srgbClr val="0086FC"/>
      </a:accent3>
      <a:accent4>
        <a:srgbClr val="003092"/>
      </a:accent4>
      <a:accent5>
        <a:srgbClr val="0050D7"/>
      </a:accent5>
      <a:accent6>
        <a:srgbClr val="FFCCFE"/>
      </a:accent6>
      <a:hlink>
        <a:srgbClr val="335FFE"/>
      </a:hlink>
      <a:folHlink>
        <a:srgbClr val="CA64D4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87734</TotalTime>
  <Words>409</Words>
  <Application>Microsoft Office PowerPoint</Application>
  <PresentationFormat>Kustom</PresentationFormat>
  <Paragraphs>62</Paragraphs>
  <Slides>6</Slides>
  <Notes>0</Notes>
  <HiddenSlides>0</HiddenSlides>
  <MMClips>5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6</vt:i4>
      </vt:variant>
    </vt:vector>
  </HeadingPairs>
  <TitlesOfParts>
    <vt:vector size="11" baseType="lpstr">
      <vt:lpstr>Arial</vt:lpstr>
      <vt:lpstr>Averia Libre</vt:lpstr>
      <vt:lpstr>Red Hat Display</vt:lpstr>
      <vt:lpstr>Times New Roman</vt:lpstr>
      <vt:lpstr>Default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>Templates</dc:subject>
  <dc:creator/>
  <cp:keywords/>
  <dc:description/>
  <cp:lastModifiedBy>Muhandis Lawdzai Putra Sanjaya</cp:lastModifiedBy>
  <cp:revision>10056</cp:revision>
  <cp:lastPrinted>2019-09-18T23:04:43Z</cp:lastPrinted>
  <dcterms:created xsi:type="dcterms:W3CDTF">2014-11-12T21:47:38Z</dcterms:created>
  <dcterms:modified xsi:type="dcterms:W3CDTF">2026-08-08T14:23:10Z</dcterms:modified>
  <cp:category/>
</cp:coreProperties>
</file>