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6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A4FCDB6-7356-4312-98A0-8FB950783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8BFC26ED-35B8-948C-794F-83A7B0862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82D6DD31-3278-DAED-97FE-348D1138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20D9F1B6-FA0E-AF26-E9C6-7A0565EFB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D0FD40CA-EDF6-4F6E-18B0-B3D4A247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206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AC07826-7138-5DC0-6B69-0F9DF378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E1A53776-A443-3B10-D3CE-FE2AF2DBD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4BD93A05-13A9-9283-BA66-E7546063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919F710D-E9FC-4520-A04F-CDBFB59C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F23199EE-111D-A2D9-E529-53E2601A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050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36FB9FD-5623-6F12-20AD-5C0464A5D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0954D81A-91AF-227F-B079-62B2D0916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6096E52D-BBE9-DA87-C009-7F82C31BA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28D34FB1-18F0-79D3-8CED-DDAFA12B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4BE77936-6011-23EC-2110-0DF631CA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785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6E14E55-05E8-43AA-6B3B-120A62419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F29666E3-3B6F-14DD-1338-F85114FF3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8E85D7AC-524E-421E-8191-15FB95351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6070AD96-F0A7-53AD-78F5-78DC7E00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197E308D-3F7B-EC90-A665-78898BFB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E0B20FA6-94F4-2398-7E06-B24E1EB3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321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516C416-DC5B-FF3D-FE57-F3C1A7BB7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1C56CB31-29F0-0E19-B5D1-8FE0C371F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75F39B99-6DA0-6105-AFAD-DEF6770A5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8FE576A2-6F42-06F4-695A-123FA2D70E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71B51B54-28B0-DE21-0B00-CCE92F40E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CB588AB9-3D1F-FD29-334A-FF09ED4C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B4452669-CCA8-84CB-75DC-56845663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84207BA5-E26F-EB62-ABCF-45045920F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24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C338640-FF6F-9FE1-194E-3E038D9AF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550F0049-E00A-9B16-6849-CB5F5E8FC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6E735D3C-4759-1EDA-9487-2A70DFFF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45440F79-FC3F-E868-8945-F001408F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758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236F3C84-59DB-3158-59B6-B6ECF57C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E5A6EA75-8BA2-C88A-1A0A-F05958E9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8D210241-AE22-084E-E7BF-7FA30CBE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96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E227EDD-259D-477D-969E-ABFBC39C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24927B5F-6256-1B9E-E5DA-36F51D1B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D5EA7ED3-DD9C-AFA7-4D3F-E935DEC48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CE031449-6D07-877E-2693-DD816F25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A67EA024-84CF-8357-8EC0-55E8434A7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DEC571ED-256B-8839-6B38-35BDCA75B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72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33B10E7-46FF-9892-0A66-378E5409B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0742675B-93B6-791D-DFE8-E75F6B10F4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6300CCE9-91BB-17DB-C65E-25C9CE5B6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BD91B08A-87FC-0957-B979-15DC53DA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2F6D4AAC-19B0-0160-6832-6DD52DBD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2853C660-4486-72AD-E423-6C7D4156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94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87D5A31-A28B-4898-B01C-8FAABDEE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FF5FC4DB-F4CB-664A-3AB5-F3CD62284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D4CF8CB-2876-C7E4-C71A-12D1F7B7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2D924358-B4ED-FACA-ADBE-A78634AA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CE991571-33ED-9401-660D-8082398C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861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3D61DF95-FC37-4FBF-93F4-CAA13D593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87DBBF9E-C7B1-E182-5E6E-68645B700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2F00C1A9-1A2C-A502-5162-C0D20584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7BEFB1B9-5478-7D91-EE6E-29D82A04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31CD5D62-0011-9DEB-84D5-C5467047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819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A2943B6F-CCDC-3B17-FB28-D4531C389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C80EC195-3107-1D58-B318-DAE24136E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66AD9FD5-91B3-34A1-BC73-67D3B916F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AAE3F-C4D5-4AB0-B7C4-CB99DFDCAA2A}" type="datetimeFigureOut">
              <a:rPr lang="en-ID" smtClean="0"/>
              <a:t>18/12/2023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3F58812C-9159-354A-71C5-8FCED19D8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99BA7ABF-7EB5-77C5-16B4-CA8F28005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5E087-1104-4A42-BA40-BA2112EEB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692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9E877646-E024-B637-C710-EB5330E9F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Google Shape;486;p25">
            <a:extLst>
              <a:ext uri="{FF2B5EF4-FFF2-40B4-BE49-F238E27FC236}">
                <a16:creationId xmlns:a16="http://schemas.microsoft.com/office/drawing/2014/main" id="{0E8A3D75-BC22-2485-23EA-2819257EBDF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4289901" y="1968500"/>
            <a:ext cx="4429601" cy="146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Pulau </a:t>
            </a:r>
            <a:endParaRPr sz="10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4" name="Google Shape;486;p25">
            <a:extLst>
              <a:ext uri="{FF2B5EF4-FFF2-40B4-BE49-F238E27FC236}">
                <a16:creationId xmlns:a16="http://schemas.microsoft.com/office/drawing/2014/main" id="{8D74D78D-68B8-EAFB-72D2-73FEA8A1EFFD}"/>
              </a:ext>
            </a:extLst>
          </p:cNvPr>
          <p:cNvSpPr txBox="1">
            <a:spLocks/>
          </p:cNvSpPr>
          <p:nvPr/>
        </p:nvSpPr>
        <p:spPr>
          <a:xfrm>
            <a:off x="12766199" y="3200400"/>
            <a:ext cx="4429601" cy="1460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ID" sz="10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Neera</a:t>
            </a:r>
            <a:endParaRPr lang="en-ID" sz="10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A79A1ACD-5EEF-2D00-561D-7AC63DD71E30}"/>
              </a:ext>
            </a:extLst>
          </p:cNvPr>
          <p:cNvSpPr txBox="1"/>
          <p:nvPr/>
        </p:nvSpPr>
        <p:spPr>
          <a:xfrm>
            <a:off x="12402386" y="2338626"/>
            <a:ext cx="35670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 err="1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Perancangan</a:t>
            </a:r>
            <a:r>
              <a:rPr lang="en-US" sz="2500" b="1" dirty="0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 </a:t>
            </a:r>
            <a:r>
              <a:rPr lang="en-US" sz="2500" b="1" dirty="0" err="1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Sistem</a:t>
            </a:r>
            <a:r>
              <a:rPr lang="en-US" sz="2500" b="1" dirty="0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 </a:t>
            </a:r>
          </a:p>
          <a:p>
            <a:pPr algn="just"/>
            <a:r>
              <a:rPr lang="en-US" sz="2500" b="1" dirty="0" err="1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Kelistrikan</a:t>
            </a:r>
            <a:endParaRPr lang="en-US" sz="2500" b="1" dirty="0">
              <a:solidFill>
                <a:srgbClr val="031722"/>
              </a:solidFill>
              <a:effectLst>
                <a:outerShdw blurRad="799875" sx="89911" sy="89911" algn="ctr" rotWithShape="0">
                  <a:prstClr val="black">
                    <a:alpha val="36000"/>
                  </a:prstClr>
                </a:outerShdw>
              </a:effectLst>
              <a:latin typeface="Montserrat Medium" pitchFamily="2" charset="77"/>
              <a:cs typeface="Secular One" pitchFamily="2" charset="-79"/>
            </a:endParaRPr>
          </a:p>
        </p:txBody>
      </p:sp>
      <p:pic>
        <p:nvPicPr>
          <p:cNvPr id="3" name="Picture 1" descr="A picture containing smoke, clouds, dark, cloudy&#10;&#10;Description automatically generated">
            <a:extLst>
              <a:ext uri="{FF2B5EF4-FFF2-40B4-BE49-F238E27FC236}">
                <a16:creationId xmlns:a16="http://schemas.microsoft.com/office/drawing/2014/main" id="{7EC3F5D4-5329-B5F8-B498-741AC153C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973"/>
          <a:stretch/>
        </p:blipFill>
        <p:spPr>
          <a:xfrm>
            <a:off x="-341607" y="-6625922"/>
            <a:ext cx="12899167" cy="641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99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9E877646-E024-B637-C710-EB5330E9F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Google Shape;486;p25">
            <a:extLst>
              <a:ext uri="{FF2B5EF4-FFF2-40B4-BE49-F238E27FC236}">
                <a16:creationId xmlns:a16="http://schemas.microsoft.com/office/drawing/2014/main" id="{0E8A3D75-BC22-2485-23EA-2819257EBDF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06199" y="1968500"/>
            <a:ext cx="4429601" cy="146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Pulau </a:t>
            </a:r>
            <a:endParaRPr sz="10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4" name="Google Shape;486;p25">
            <a:extLst>
              <a:ext uri="{FF2B5EF4-FFF2-40B4-BE49-F238E27FC236}">
                <a16:creationId xmlns:a16="http://schemas.microsoft.com/office/drawing/2014/main" id="{8D74D78D-68B8-EAFB-72D2-73FEA8A1EFFD}"/>
              </a:ext>
            </a:extLst>
          </p:cNvPr>
          <p:cNvSpPr txBox="1">
            <a:spLocks/>
          </p:cNvSpPr>
          <p:nvPr/>
        </p:nvSpPr>
        <p:spPr>
          <a:xfrm>
            <a:off x="4942999" y="3200400"/>
            <a:ext cx="4429601" cy="1460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ID" sz="10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Neera</a:t>
            </a:r>
            <a:endParaRPr lang="en-ID" sz="10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A79A1ACD-5EEF-2D00-561D-7AC63DD71E30}"/>
              </a:ext>
            </a:extLst>
          </p:cNvPr>
          <p:cNvSpPr txBox="1"/>
          <p:nvPr/>
        </p:nvSpPr>
        <p:spPr>
          <a:xfrm>
            <a:off x="6420686" y="2338626"/>
            <a:ext cx="35670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 err="1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Perancangan</a:t>
            </a:r>
            <a:r>
              <a:rPr lang="en-US" sz="2500" b="1" dirty="0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 </a:t>
            </a:r>
            <a:r>
              <a:rPr lang="en-US" sz="2500" b="1" dirty="0" err="1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Sistem</a:t>
            </a:r>
            <a:r>
              <a:rPr lang="en-US" sz="2500" b="1" dirty="0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 </a:t>
            </a:r>
          </a:p>
          <a:p>
            <a:pPr algn="just"/>
            <a:r>
              <a:rPr lang="en-US" sz="2500" b="1" dirty="0" err="1">
                <a:solidFill>
                  <a:srgbClr val="031722"/>
                </a:solidFill>
                <a:effectLst>
                  <a:outerShdw blurRad="799875" sx="89911" sy="89911" algn="ctr" rotWithShape="0">
                    <a:prstClr val="black">
                      <a:alpha val="36000"/>
                    </a:prstClr>
                  </a:outerShdw>
                </a:effectLst>
                <a:latin typeface="Montserrat Medium" pitchFamily="2" charset="77"/>
                <a:cs typeface="Secular One" pitchFamily="2" charset="-79"/>
              </a:rPr>
              <a:t>Kelistrikan</a:t>
            </a:r>
            <a:endParaRPr lang="en-US" sz="2500" b="1" dirty="0">
              <a:solidFill>
                <a:srgbClr val="031722"/>
              </a:solidFill>
              <a:effectLst>
                <a:outerShdw blurRad="799875" sx="89911" sy="89911" algn="ctr" rotWithShape="0">
                  <a:prstClr val="black">
                    <a:alpha val="36000"/>
                  </a:prstClr>
                </a:outerShdw>
              </a:effectLst>
              <a:latin typeface="Montserrat Medium" pitchFamily="2" charset="77"/>
              <a:cs typeface="Secular One" pitchFamily="2" charset="-79"/>
            </a:endParaRPr>
          </a:p>
        </p:txBody>
      </p:sp>
      <p:pic>
        <p:nvPicPr>
          <p:cNvPr id="2" name="Picture 1" descr="A picture containing smoke, clouds, dark, cloudy&#10;&#10;Description automatically generated">
            <a:extLst>
              <a:ext uri="{FF2B5EF4-FFF2-40B4-BE49-F238E27FC236}">
                <a16:creationId xmlns:a16="http://schemas.microsoft.com/office/drawing/2014/main" id="{F4552683-042A-F9DC-086C-8B9B62902F9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973"/>
          <a:stretch/>
        </p:blipFill>
        <p:spPr>
          <a:xfrm>
            <a:off x="-341607" y="-1253822"/>
            <a:ext cx="12899167" cy="6412206"/>
          </a:xfrm>
          <a:prstGeom prst="rect">
            <a:avLst/>
          </a:prstGeom>
        </p:spPr>
      </p:pic>
      <p:sp>
        <p:nvSpPr>
          <p:cNvPr id="8" name="Google Shape;486;p25">
            <a:extLst>
              <a:ext uri="{FF2B5EF4-FFF2-40B4-BE49-F238E27FC236}">
                <a16:creationId xmlns:a16="http://schemas.microsoft.com/office/drawing/2014/main" id="{E8A8E578-4CAE-54B1-9853-7813225DF68B}"/>
              </a:ext>
            </a:extLst>
          </p:cNvPr>
          <p:cNvSpPr txBox="1">
            <a:spLocks/>
          </p:cNvSpPr>
          <p:nvPr/>
        </p:nvSpPr>
        <p:spPr>
          <a:xfrm>
            <a:off x="-4315301" y="484426"/>
            <a:ext cx="4429601" cy="18669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Daftar </a:t>
            </a:r>
            <a:r>
              <a:rPr lang="en-US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Kelompok</a:t>
            </a:r>
            <a:endParaRPr lang="en-ID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9" name="Google Shape;486;p25">
            <a:extLst>
              <a:ext uri="{FF2B5EF4-FFF2-40B4-BE49-F238E27FC236}">
                <a16:creationId xmlns:a16="http://schemas.microsoft.com/office/drawing/2014/main" id="{C3842170-2C42-E353-B50B-91B88DFD3853}"/>
              </a:ext>
            </a:extLst>
          </p:cNvPr>
          <p:cNvSpPr txBox="1">
            <a:spLocks/>
          </p:cNvSpPr>
          <p:nvPr/>
        </p:nvSpPr>
        <p:spPr>
          <a:xfrm>
            <a:off x="12577048" y="1463675"/>
            <a:ext cx="3883501" cy="7048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3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Fajar</a:t>
            </a:r>
            <a:r>
              <a:rPr lang="en-US" sz="3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Raihan </a:t>
            </a:r>
            <a:r>
              <a:rPr lang="en-US" sz="3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Ulwan</a:t>
            </a:r>
            <a:endParaRPr lang="en-ID" sz="3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0" name="Google Shape;486;p25">
            <a:extLst>
              <a:ext uri="{FF2B5EF4-FFF2-40B4-BE49-F238E27FC236}">
                <a16:creationId xmlns:a16="http://schemas.microsoft.com/office/drawing/2014/main" id="{B658149B-CF15-F1C4-0E1D-4E731FC0C68A}"/>
              </a:ext>
            </a:extLst>
          </p:cNvPr>
          <p:cNvSpPr txBox="1">
            <a:spLocks/>
          </p:cNvSpPr>
          <p:nvPr/>
        </p:nvSpPr>
        <p:spPr>
          <a:xfrm>
            <a:off x="12587049" y="2501900"/>
            <a:ext cx="3883501" cy="7048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3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Muhandis </a:t>
            </a:r>
            <a:r>
              <a:rPr lang="en-US" sz="3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Lawdza’I</a:t>
            </a:r>
            <a:r>
              <a:rPr lang="en-US" sz="3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Putra Sanjaya</a:t>
            </a:r>
            <a:endParaRPr lang="en-ID" sz="3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1" name="Google Shape;486;p25">
            <a:extLst>
              <a:ext uri="{FF2B5EF4-FFF2-40B4-BE49-F238E27FC236}">
                <a16:creationId xmlns:a16="http://schemas.microsoft.com/office/drawing/2014/main" id="{CE304636-9C1F-C761-3FEA-B9F8D65E71EE}"/>
              </a:ext>
            </a:extLst>
          </p:cNvPr>
          <p:cNvSpPr txBox="1">
            <a:spLocks/>
          </p:cNvSpPr>
          <p:nvPr/>
        </p:nvSpPr>
        <p:spPr>
          <a:xfrm>
            <a:off x="12587049" y="3076575"/>
            <a:ext cx="3883501" cy="7048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3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Ifany</a:t>
            </a:r>
            <a:endParaRPr lang="en-ID" sz="3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160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ambar 8">
            <a:extLst>
              <a:ext uri="{FF2B5EF4-FFF2-40B4-BE49-F238E27FC236}">
                <a16:creationId xmlns:a16="http://schemas.microsoft.com/office/drawing/2014/main" id="{F9D75985-64D9-8D9E-2294-60428FD613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9" b="60741"/>
          <a:stretch/>
        </p:blipFill>
        <p:spPr>
          <a:xfrm>
            <a:off x="0" y="4800600"/>
            <a:ext cx="12192000" cy="2057400"/>
          </a:xfrm>
          <a:prstGeom prst="rect">
            <a:avLst/>
          </a:prstGeom>
        </p:spPr>
      </p:pic>
      <p:sp>
        <p:nvSpPr>
          <p:cNvPr id="10" name="Google Shape;486;p25">
            <a:extLst>
              <a:ext uri="{FF2B5EF4-FFF2-40B4-BE49-F238E27FC236}">
                <a16:creationId xmlns:a16="http://schemas.microsoft.com/office/drawing/2014/main" id="{168F9306-E2B0-064E-B3B0-C0AEFB77D1F5}"/>
              </a:ext>
            </a:extLst>
          </p:cNvPr>
          <p:cNvSpPr txBox="1">
            <a:spLocks/>
          </p:cNvSpPr>
          <p:nvPr/>
        </p:nvSpPr>
        <p:spPr>
          <a:xfrm>
            <a:off x="421799" y="1508125"/>
            <a:ext cx="4429601" cy="18669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Daftar </a:t>
            </a:r>
            <a:r>
              <a:rPr lang="en-US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Kelompok</a:t>
            </a:r>
            <a:endParaRPr lang="en-ID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7" name="Google Shape;486;p25">
            <a:extLst>
              <a:ext uri="{FF2B5EF4-FFF2-40B4-BE49-F238E27FC236}">
                <a16:creationId xmlns:a16="http://schemas.microsoft.com/office/drawing/2014/main" id="{EE83D1F7-685A-C8A6-4BCB-E1D907273476}"/>
              </a:ext>
            </a:extLst>
          </p:cNvPr>
          <p:cNvSpPr txBox="1">
            <a:spLocks/>
          </p:cNvSpPr>
          <p:nvPr/>
        </p:nvSpPr>
        <p:spPr>
          <a:xfrm>
            <a:off x="5108099" y="1409700"/>
            <a:ext cx="3883501" cy="7048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3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Fajar</a:t>
            </a:r>
            <a:r>
              <a:rPr lang="en-US" sz="3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Raihan </a:t>
            </a:r>
            <a:r>
              <a:rPr lang="en-US" sz="3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Ulwan</a:t>
            </a:r>
            <a:endParaRPr lang="en-ID" sz="3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8" name="Google Shape;486;p25">
            <a:extLst>
              <a:ext uri="{FF2B5EF4-FFF2-40B4-BE49-F238E27FC236}">
                <a16:creationId xmlns:a16="http://schemas.microsoft.com/office/drawing/2014/main" id="{4A3EA56B-98E3-4851-07AA-76A18D3B37B9}"/>
              </a:ext>
            </a:extLst>
          </p:cNvPr>
          <p:cNvSpPr txBox="1">
            <a:spLocks/>
          </p:cNvSpPr>
          <p:nvPr/>
        </p:nvSpPr>
        <p:spPr>
          <a:xfrm>
            <a:off x="5118100" y="2447925"/>
            <a:ext cx="3883501" cy="7048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3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Muhandis </a:t>
            </a:r>
            <a:r>
              <a:rPr lang="en-US" sz="3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Lawdza’I</a:t>
            </a:r>
            <a:r>
              <a:rPr lang="en-US" sz="3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Putra Sanjaya</a:t>
            </a:r>
            <a:endParaRPr lang="en-ID" sz="3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9" name="Google Shape;486;p25">
            <a:extLst>
              <a:ext uri="{FF2B5EF4-FFF2-40B4-BE49-F238E27FC236}">
                <a16:creationId xmlns:a16="http://schemas.microsoft.com/office/drawing/2014/main" id="{F1812A38-651A-3E6C-534F-89B36DE81875}"/>
              </a:ext>
            </a:extLst>
          </p:cNvPr>
          <p:cNvSpPr txBox="1">
            <a:spLocks/>
          </p:cNvSpPr>
          <p:nvPr/>
        </p:nvSpPr>
        <p:spPr>
          <a:xfrm>
            <a:off x="5118100" y="3022600"/>
            <a:ext cx="3883501" cy="7048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3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Ifany</a:t>
            </a:r>
            <a:endParaRPr lang="en-ID" sz="3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20" name="Google Shape;486;p25">
            <a:extLst>
              <a:ext uri="{FF2B5EF4-FFF2-40B4-BE49-F238E27FC236}">
                <a16:creationId xmlns:a16="http://schemas.microsoft.com/office/drawing/2014/main" id="{D1BE9BBC-67F6-DC6D-D800-A2B16AB44A1C}"/>
              </a:ext>
            </a:extLst>
          </p:cNvPr>
          <p:cNvSpPr txBox="1">
            <a:spLocks/>
          </p:cNvSpPr>
          <p:nvPr/>
        </p:nvSpPr>
        <p:spPr>
          <a:xfrm>
            <a:off x="3502699" y="-1392237"/>
            <a:ext cx="5186601" cy="10382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Pendahuluan</a:t>
            </a:r>
            <a:endParaRPr lang="en-ID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21" name="Persegi Panjang: Sudut Lengkung 20">
            <a:extLst>
              <a:ext uri="{FF2B5EF4-FFF2-40B4-BE49-F238E27FC236}">
                <a16:creationId xmlns:a16="http://schemas.microsoft.com/office/drawing/2014/main" id="{ABB42F21-0236-E8E3-F305-077CDACE1ADB}"/>
              </a:ext>
            </a:extLst>
          </p:cNvPr>
          <p:cNvSpPr/>
          <p:nvPr/>
        </p:nvSpPr>
        <p:spPr>
          <a:xfrm>
            <a:off x="965200" y="7129462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Latar</a:t>
            </a:r>
            <a:r>
              <a:rPr lang="en-US" sz="28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Belakang</a:t>
            </a:r>
            <a:endParaRPr lang="en-ID" sz="28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22" name="Persegi Panjang: Sudut Lengkung 21">
            <a:extLst>
              <a:ext uri="{FF2B5EF4-FFF2-40B4-BE49-F238E27FC236}">
                <a16:creationId xmlns:a16="http://schemas.microsoft.com/office/drawing/2014/main" id="{C2E98D80-E245-3614-26C9-CD427E7D836D}"/>
              </a:ext>
            </a:extLst>
          </p:cNvPr>
          <p:cNvSpPr/>
          <p:nvPr/>
        </p:nvSpPr>
        <p:spPr>
          <a:xfrm>
            <a:off x="4279899" y="8872538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Lingkup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dan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Metodologi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23" name="Persegi Panjang: Sudut Lengkung 22">
            <a:extLst>
              <a:ext uri="{FF2B5EF4-FFF2-40B4-BE49-F238E27FC236}">
                <a16:creationId xmlns:a16="http://schemas.microsoft.com/office/drawing/2014/main" id="{2E620586-B0B4-89C3-755E-1F86736E7C69}"/>
              </a:ext>
            </a:extLst>
          </p:cNvPr>
          <p:cNvSpPr/>
          <p:nvPr/>
        </p:nvSpPr>
        <p:spPr>
          <a:xfrm>
            <a:off x="7594602" y="7129462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Tujuan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Perencanaan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888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86;p25">
            <a:extLst>
              <a:ext uri="{FF2B5EF4-FFF2-40B4-BE49-F238E27FC236}">
                <a16:creationId xmlns:a16="http://schemas.microsoft.com/office/drawing/2014/main" id="{5B3F021F-DA15-AD4F-2888-940CFA23D087}"/>
              </a:ext>
            </a:extLst>
          </p:cNvPr>
          <p:cNvSpPr txBox="1">
            <a:spLocks/>
          </p:cNvSpPr>
          <p:nvPr/>
        </p:nvSpPr>
        <p:spPr>
          <a:xfrm>
            <a:off x="3502699" y="825499"/>
            <a:ext cx="5186601" cy="10382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Pendahuluan</a:t>
            </a:r>
            <a:endParaRPr lang="en-ID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Persegi Panjang: Sudut Lengkung 6">
            <a:extLst>
              <a:ext uri="{FF2B5EF4-FFF2-40B4-BE49-F238E27FC236}">
                <a16:creationId xmlns:a16="http://schemas.microsoft.com/office/drawing/2014/main" id="{4AF364BA-F9E6-960E-B0AD-58F12E908F77}"/>
              </a:ext>
            </a:extLst>
          </p:cNvPr>
          <p:cNvSpPr/>
          <p:nvPr/>
        </p:nvSpPr>
        <p:spPr>
          <a:xfrm>
            <a:off x="927100" y="2003425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Latar</a:t>
            </a:r>
            <a:r>
              <a:rPr lang="en-US" sz="28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Belakang</a:t>
            </a:r>
            <a:endParaRPr lang="en-ID" sz="28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8" name="Persegi Panjang: Sudut Lengkung 7">
            <a:extLst>
              <a:ext uri="{FF2B5EF4-FFF2-40B4-BE49-F238E27FC236}">
                <a16:creationId xmlns:a16="http://schemas.microsoft.com/office/drawing/2014/main" id="{8B0CF616-22A2-C328-3CCB-ED5D59B35E07}"/>
              </a:ext>
            </a:extLst>
          </p:cNvPr>
          <p:cNvSpPr/>
          <p:nvPr/>
        </p:nvSpPr>
        <p:spPr>
          <a:xfrm>
            <a:off x="4241799" y="3746501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Lingkup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dan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Metodologi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9" name="Persegi Panjang: Sudut Lengkung 8">
            <a:extLst>
              <a:ext uri="{FF2B5EF4-FFF2-40B4-BE49-F238E27FC236}">
                <a16:creationId xmlns:a16="http://schemas.microsoft.com/office/drawing/2014/main" id="{F79350FD-2AD2-BA36-0373-62844E21531A}"/>
              </a:ext>
            </a:extLst>
          </p:cNvPr>
          <p:cNvSpPr/>
          <p:nvPr/>
        </p:nvSpPr>
        <p:spPr>
          <a:xfrm>
            <a:off x="7556502" y="2003425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Tujuan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Perencanaan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0" name="Google Shape;486;p25">
            <a:extLst>
              <a:ext uri="{FF2B5EF4-FFF2-40B4-BE49-F238E27FC236}">
                <a16:creationId xmlns:a16="http://schemas.microsoft.com/office/drawing/2014/main" id="{2C22805C-271F-80E8-C5C4-134C2BA6E9ED}"/>
              </a:ext>
            </a:extLst>
          </p:cNvPr>
          <p:cNvSpPr txBox="1">
            <a:spLocks/>
          </p:cNvSpPr>
          <p:nvPr/>
        </p:nvSpPr>
        <p:spPr>
          <a:xfrm>
            <a:off x="-5615902" y="4548188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Latar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Belakang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grpSp>
        <p:nvGrpSpPr>
          <p:cNvPr id="11" name="Google Shape;885;p37">
            <a:extLst>
              <a:ext uri="{FF2B5EF4-FFF2-40B4-BE49-F238E27FC236}">
                <a16:creationId xmlns:a16="http://schemas.microsoft.com/office/drawing/2014/main" id="{EDE3C588-8650-2FEB-FCCA-A504BBC263D0}"/>
              </a:ext>
            </a:extLst>
          </p:cNvPr>
          <p:cNvGrpSpPr/>
          <p:nvPr/>
        </p:nvGrpSpPr>
        <p:grpSpPr>
          <a:xfrm>
            <a:off x="116113" y="7232653"/>
            <a:ext cx="4125686" cy="1330431"/>
            <a:chOff x="2813024" y="1368725"/>
            <a:chExt cx="4108430" cy="1324866"/>
          </a:xfrm>
        </p:grpSpPr>
        <p:sp>
          <p:nvSpPr>
            <p:cNvPr id="12" name="Google Shape;886;p37">
              <a:extLst>
                <a:ext uri="{FF2B5EF4-FFF2-40B4-BE49-F238E27FC236}">
                  <a16:creationId xmlns:a16="http://schemas.microsoft.com/office/drawing/2014/main" id="{620350A6-A863-B236-8341-DC8D2937FBF6}"/>
                </a:ext>
              </a:extLst>
            </p:cNvPr>
            <p:cNvSpPr/>
            <p:nvPr/>
          </p:nvSpPr>
          <p:spPr>
            <a:xfrm>
              <a:off x="4174033" y="1618927"/>
              <a:ext cx="1336937" cy="796434"/>
            </a:xfrm>
            <a:custGeom>
              <a:avLst/>
              <a:gdLst/>
              <a:ahLst/>
              <a:cxnLst/>
              <a:rect l="l" t="t" r="r" b="b"/>
              <a:pathLst>
                <a:path w="19322" h="11510" extrusionOk="0">
                  <a:moveTo>
                    <a:pt x="15900" y="0"/>
                  </a:moveTo>
                  <a:cubicBezTo>
                    <a:pt x="15898" y="0"/>
                    <a:pt x="15896" y="0"/>
                    <a:pt x="15894" y="0"/>
                  </a:cubicBezTo>
                  <a:cubicBezTo>
                    <a:pt x="15419" y="16"/>
                    <a:pt x="15160" y="924"/>
                    <a:pt x="14995" y="1277"/>
                  </a:cubicBezTo>
                  <a:cubicBezTo>
                    <a:pt x="14909" y="1456"/>
                    <a:pt x="14846" y="1627"/>
                    <a:pt x="14644" y="1680"/>
                  </a:cubicBezTo>
                  <a:cubicBezTo>
                    <a:pt x="14357" y="1755"/>
                    <a:pt x="14067" y="1682"/>
                    <a:pt x="13797" y="1832"/>
                  </a:cubicBezTo>
                  <a:cubicBezTo>
                    <a:pt x="13595" y="1945"/>
                    <a:pt x="13545" y="2121"/>
                    <a:pt x="13386" y="2278"/>
                  </a:cubicBezTo>
                  <a:cubicBezTo>
                    <a:pt x="13168" y="2493"/>
                    <a:pt x="12897" y="2555"/>
                    <a:pt x="12608" y="2599"/>
                  </a:cubicBezTo>
                  <a:cubicBezTo>
                    <a:pt x="11898" y="2704"/>
                    <a:pt x="11182" y="2626"/>
                    <a:pt x="10575" y="3070"/>
                  </a:cubicBezTo>
                  <a:cubicBezTo>
                    <a:pt x="10362" y="3225"/>
                    <a:pt x="10175" y="3365"/>
                    <a:pt x="9902" y="3388"/>
                  </a:cubicBezTo>
                  <a:cubicBezTo>
                    <a:pt x="9880" y="3390"/>
                    <a:pt x="9858" y="3391"/>
                    <a:pt x="9836" y="3391"/>
                  </a:cubicBezTo>
                  <a:cubicBezTo>
                    <a:pt x="9541" y="3391"/>
                    <a:pt x="9319" y="3204"/>
                    <a:pt x="9037" y="3150"/>
                  </a:cubicBezTo>
                  <a:cubicBezTo>
                    <a:pt x="8959" y="3135"/>
                    <a:pt x="8878" y="3133"/>
                    <a:pt x="8796" y="3133"/>
                  </a:cubicBezTo>
                  <a:cubicBezTo>
                    <a:pt x="8745" y="3133"/>
                    <a:pt x="8693" y="3134"/>
                    <a:pt x="8641" y="3134"/>
                  </a:cubicBezTo>
                  <a:cubicBezTo>
                    <a:pt x="8515" y="3134"/>
                    <a:pt x="8390" y="3127"/>
                    <a:pt x="8273" y="3082"/>
                  </a:cubicBezTo>
                  <a:cubicBezTo>
                    <a:pt x="8020" y="2987"/>
                    <a:pt x="7896" y="2715"/>
                    <a:pt x="7642" y="2620"/>
                  </a:cubicBezTo>
                  <a:cubicBezTo>
                    <a:pt x="7549" y="2585"/>
                    <a:pt x="7393" y="2562"/>
                    <a:pt x="7258" y="2562"/>
                  </a:cubicBezTo>
                  <a:cubicBezTo>
                    <a:pt x="7190" y="2562"/>
                    <a:pt x="7128" y="2568"/>
                    <a:pt x="7081" y="2580"/>
                  </a:cubicBezTo>
                  <a:cubicBezTo>
                    <a:pt x="6914" y="2626"/>
                    <a:pt x="6919" y="2685"/>
                    <a:pt x="6803" y="2825"/>
                  </a:cubicBezTo>
                  <a:cubicBezTo>
                    <a:pt x="6627" y="3037"/>
                    <a:pt x="6491" y="2988"/>
                    <a:pt x="6240" y="3065"/>
                  </a:cubicBezTo>
                  <a:cubicBezTo>
                    <a:pt x="6027" y="3034"/>
                    <a:pt x="5846" y="3034"/>
                    <a:pt x="5644" y="2949"/>
                  </a:cubicBezTo>
                  <a:cubicBezTo>
                    <a:pt x="5482" y="2882"/>
                    <a:pt x="5374" y="2743"/>
                    <a:pt x="5219" y="2670"/>
                  </a:cubicBezTo>
                  <a:cubicBezTo>
                    <a:pt x="5009" y="2572"/>
                    <a:pt x="4775" y="2558"/>
                    <a:pt x="4541" y="2558"/>
                  </a:cubicBezTo>
                  <a:cubicBezTo>
                    <a:pt x="4455" y="2558"/>
                    <a:pt x="4369" y="2560"/>
                    <a:pt x="4284" y="2560"/>
                  </a:cubicBezTo>
                  <a:cubicBezTo>
                    <a:pt x="4243" y="2560"/>
                    <a:pt x="4202" y="2560"/>
                    <a:pt x="4162" y="2558"/>
                  </a:cubicBezTo>
                  <a:cubicBezTo>
                    <a:pt x="4142" y="2327"/>
                    <a:pt x="3937" y="2261"/>
                    <a:pt x="3716" y="2261"/>
                  </a:cubicBezTo>
                  <a:cubicBezTo>
                    <a:pt x="3571" y="2261"/>
                    <a:pt x="3419" y="2290"/>
                    <a:pt x="3308" y="2318"/>
                  </a:cubicBezTo>
                  <a:cubicBezTo>
                    <a:pt x="2951" y="2410"/>
                    <a:pt x="2699" y="2607"/>
                    <a:pt x="2318" y="2607"/>
                  </a:cubicBezTo>
                  <a:cubicBezTo>
                    <a:pt x="2296" y="2607"/>
                    <a:pt x="2274" y="2607"/>
                    <a:pt x="2251" y="2605"/>
                  </a:cubicBezTo>
                  <a:cubicBezTo>
                    <a:pt x="2093" y="2594"/>
                    <a:pt x="1992" y="2532"/>
                    <a:pt x="1926" y="2434"/>
                  </a:cubicBezTo>
                  <a:cubicBezTo>
                    <a:pt x="1856" y="2491"/>
                    <a:pt x="1765" y="2525"/>
                    <a:pt x="1683" y="2557"/>
                  </a:cubicBezTo>
                  <a:lnTo>
                    <a:pt x="1611" y="2585"/>
                  </a:lnTo>
                  <a:cubicBezTo>
                    <a:pt x="1404" y="2668"/>
                    <a:pt x="1404" y="2668"/>
                    <a:pt x="1424" y="2880"/>
                  </a:cubicBezTo>
                  <a:cubicBezTo>
                    <a:pt x="1429" y="2914"/>
                    <a:pt x="1432" y="2951"/>
                    <a:pt x="1435" y="2991"/>
                  </a:cubicBezTo>
                  <a:cubicBezTo>
                    <a:pt x="1445" y="3101"/>
                    <a:pt x="1467" y="3208"/>
                    <a:pt x="1489" y="3321"/>
                  </a:cubicBezTo>
                  <a:cubicBezTo>
                    <a:pt x="1517" y="3452"/>
                    <a:pt x="1544" y="3589"/>
                    <a:pt x="1550" y="3732"/>
                  </a:cubicBezTo>
                  <a:lnTo>
                    <a:pt x="1553" y="3790"/>
                  </a:lnTo>
                  <a:cubicBezTo>
                    <a:pt x="1561" y="3943"/>
                    <a:pt x="1572" y="4118"/>
                    <a:pt x="1308" y="4190"/>
                  </a:cubicBezTo>
                  <a:cubicBezTo>
                    <a:pt x="1257" y="4203"/>
                    <a:pt x="1210" y="4206"/>
                    <a:pt x="1170" y="4206"/>
                  </a:cubicBezTo>
                  <a:cubicBezTo>
                    <a:pt x="1158" y="4206"/>
                    <a:pt x="1147" y="4206"/>
                    <a:pt x="1136" y="4205"/>
                  </a:cubicBezTo>
                  <a:cubicBezTo>
                    <a:pt x="1090" y="4205"/>
                    <a:pt x="1064" y="4205"/>
                    <a:pt x="1040" y="4215"/>
                  </a:cubicBezTo>
                  <a:cubicBezTo>
                    <a:pt x="1014" y="4227"/>
                    <a:pt x="982" y="4257"/>
                    <a:pt x="949" y="4287"/>
                  </a:cubicBezTo>
                  <a:cubicBezTo>
                    <a:pt x="901" y="4334"/>
                    <a:pt x="846" y="4386"/>
                    <a:pt x="772" y="4416"/>
                  </a:cubicBezTo>
                  <a:cubicBezTo>
                    <a:pt x="707" y="4440"/>
                    <a:pt x="644" y="4448"/>
                    <a:pt x="584" y="4448"/>
                  </a:cubicBezTo>
                  <a:cubicBezTo>
                    <a:pt x="530" y="4448"/>
                    <a:pt x="477" y="4442"/>
                    <a:pt x="428" y="4436"/>
                  </a:cubicBezTo>
                  <a:cubicBezTo>
                    <a:pt x="384" y="4430"/>
                    <a:pt x="341" y="4425"/>
                    <a:pt x="300" y="4425"/>
                  </a:cubicBezTo>
                  <a:cubicBezTo>
                    <a:pt x="273" y="4425"/>
                    <a:pt x="246" y="4427"/>
                    <a:pt x="221" y="4434"/>
                  </a:cubicBezTo>
                  <a:cubicBezTo>
                    <a:pt x="163" y="4450"/>
                    <a:pt x="163" y="4450"/>
                    <a:pt x="154" y="4555"/>
                  </a:cubicBezTo>
                  <a:cubicBezTo>
                    <a:pt x="152" y="4591"/>
                    <a:pt x="148" y="4630"/>
                    <a:pt x="141" y="4674"/>
                  </a:cubicBezTo>
                  <a:cubicBezTo>
                    <a:pt x="132" y="4726"/>
                    <a:pt x="138" y="4787"/>
                    <a:pt x="143" y="4853"/>
                  </a:cubicBezTo>
                  <a:cubicBezTo>
                    <a:pt x="149" y="4932"/>
                    <a:pt x="156" y="5013"/>
                    <a:pt x="138" y="5090"/>
                  </a:cubicBezTo>
                  <a:cubicBezTo>
                    <a:pt x="116" y="5186"/>
                    <a:pt x="68" y="5248"/>
                    <a:pt x="32" y="5294"/>
                  </a:cubicBezTo>
                  <a:cubicBezTo>
                    <a:pt x="21" y="5310"/>
                    <a:pt x="2" y="5333"/>
                    <a:pt x="0" y="5341"/>
                  </a:cubicBezTo>
                  <a:cubicBezTo>
                    <a:pt x="0" y="5341"/>
                    <a:pt x="3" y="5361"/>
                    <a:pt x="47" y="5413"/>
                  </a:cubicBezTo>
                  <a:cubicBezTo>
                    <a:pt x="112" y="5488"/>
                    <a:pt x="218" y="5531"/>
                    <a:pt x="320" y="5572"/>
                  </a:cubicBezTo>
                  <a:lnTo>
                    <a:pt x="342" y="5581"/>
                  </a:lnTo>
                  <a:cubicBezTo>
                    <a:pt x="403" y="5604"/>
                    <a:pt x="488" y="5617"/>
                    <a:pt x="571" y="5630"/>
                  </a:cubicBezTo>
                  <a:cubicBezTo>
                    <a:pt x="687" y="5645"/>
                    <a:pt x="806" y="5663"/>
                    <a:pt x="901" y="5716"/>
                  </a:cubicBezTo>
                  <a:cubicBezTo>
                    <a:pt x="1258" y="5918"/>
                    <a:pt x="1126" y="6244"/>
                    <a:pt x="1031" y="6483"/>
                  </a:cubicBezTo>
                  <a:cubicBezTo>
                    <a:pt x="985" y="6594"/>
                    <a:pt x="938" y="6710"/>
                    <a:pt x="943" y="6798"/>
                  </a:cubicBezTo>
                  <a:cubicBezTo>
                    <a:pt x="949" y="6914"/>
                    <a:pt x="996" y="7046"/>
                    <a:pt x="1043" y="7175"/>
                  </a:cubicBezTo>
                  <a:cubicBezTo>
                    <a:pt x="1067" y="7240"/>
                    <a:pt x="1089" y="7305"/>
                    <a:pt x="1108" y="7368"/>
                  </a:cubicBezTo>
                  <a:cubicBezTo>
                    <a:pt x="1126" y="7432"/>
                    <a:pt x="1142" y="7498"/>
                    <a:pt x="1159" y="7564"/>
                  </a:cubicBezTo>
                  <a:cubicBezTo>
                    <a:pt x="1188" y="7683"/>
                    <a:pt x="1219" y="7805"/>
                    <a:pt x="1261" y="7910"/>
                  </a:cubicBezTo>
                  <a:cubicBezTo>
                    <a:pt x="1299" y="8001"/>
                    <a:pt x="1341" y="8078"/>
                    <a:pt x="1384" y="8150"/>
                  </a:cubicBezTo>
                  <a:cubicBezTo>
                    <a:pt x="1424" y="8224"/>
                    <a:pt x="1464" y="8295"/>
                    <a:pt x="1490" y="8371"/>
                  </a:cubicBezTo>
                  <a:cubicBezTo>
                    <a:pt x="1545" y="8387"/>
                    <a:pt x="1602" y="8404"/>
                    <a:pt x="1658" y="8423"/>
                  </a:cubicBezTo>
                  <a:cubicBezTo>
                    <a:pt x="2072" y="8564"/>
                    <a:pt x="2557" y="8602"/>
                    <a:pt x="2935" y="8826"/>
                  </a:cubicBezTo>
                  <a:cubicBezTo>
                    <a:pt x="3126" y="8939"/>
                    <a:pt x="3159" y="9112"/>
                    <a:pt x="3313" y="9295"/>
                  </a:cubicBezTo>
                  <a:cubicBezTo>
                    <a:pt x="3465" y="9476"/>
                    <a:pt x="3762" y="9634"/>
                    <a:pt x="4027" y="9634"/>
                  </a:cubicBezTo>
                  <a:cubicBezTo>
                    <a:pt x="4107" y="9634"/>
                    <a:pt x="4183" y="9620"/>
                    <a:pt x="4253" y="9589"/>
                  </a:cubicBezTo>
                  <a:cubicBezTo>
                    <a:pt x="4504" y="9476"/>
                    <a:pt x="4449" y="9272"/>
                    <a:pt x="4536" y="9066"/>
                  </a:cubicBezTo>
                  <a:cubicBezTo>
                    <a:pt x="4544" y="9066"/>
                    <a:pt x="4552" y="9066"/>
                    <a:pt x="4560" y="9066"/>
                  </a:cubicBezTo>
                  <a:cubicBezTo>
                    <a:pt x="4589" y="9066"/>
                    <a:pt x="4619" y="9066"/>
                    <a:pt x="4651" y="9066"/>
                  </a:cubicBezTo>
                  <a:cubicBezTo>
                    <a:pt x="4851" y="9066"/>
                    <a:pt x="5107" y="9055"/>
                    <a:pt x="5212" y="8897"/>
                  </a:cubicBezTo>
                  <a:cubicBezTo>
                    <a:pt x="5313" y="8746"/>
                    <a:pt x="5202" y="8651"/>
                    <a:pt x="5361" y="8560"/>
                  </a:cubicBezTo>
                  <a:cubicBezTo>
                    <a:pt x="5385" y="8546"/>
                    <a:pt x="5427" y="8542"/>
                    <a:pt x="5477" y="8542"/>
                  </a:cubicBezTo>
                  <a:cubicBezTo>
                    <a:pt x="5579" y="8542"/>
                    <a:pt x="5710" y="8561"/>
                    <a:pt x="5760" y="8561"/>
                  </a:cubicBezTo>
                  <a:cubicBezTo>
                    <a:pt x="5915" y="8561"/>
                    <a:pt x="6112" y="8541"/>
                    <a:pt x="6299" y="8541"/>
                  </a:cubicBezTo>
                  <a:cubicBezTo>
                    <a:pt x="6428" y="8541"/>
                    <a:pt x="6551" y="8550"/>
                    <a:pt x="6652" y="8583"/>
                  </a:cubicBezTo>
                  <a:cubicBezTo>
                    <a:pt x="6739" y="8611"/>
                    <a:pt x="6743" y="8647"/>
                    <a:pt x="6833" y="8702"/>
                  </a:cubicBezTo>
                  <a:cubicBezTo>
                    <a:pt x="7043" y="8831"/>
                    <a:pt x="7244" y="8894"/>
                    <a:pt x="7490" y="8939"/>
                  </a:cubicBezTo>
                  <a:cubicBezTo>
                    <a:pt x="7961" y="9029"/>
                    <a:pt x="8447" y="8996"/>
                    <a:pt x="8917" y="9044"/>
                  </a:cubicBezTo>
                  <a:cubicBezTo>
                    <a:pt x="8949" y="8966"/>
                    <a:pt x="8977" y="8895"/>
                    <a:pt x="9015" y="8848"/>
                  </a:cubicBezTo>
                  <a:cubicBezTo>
                    <a:pt x="9148" y="8685"/>
                    <a:pt x="9352" y="8665"/>
                    <a:pt x="9531" y="8647"/>
                  </a:cubicBezTo>
                  <a:cubicBezTo>
                    <a:pt x="9582" y="8643"/>
                    <a:pt x="9634" y="8636"/>
                    <a:pt x="9681" y="8629"/>
                  </a:cubicBezTo>
                  <a:cubicBezTo>
                    <a:pt x="9655" y="8484"/>
                    <a:pt x="9593" y="8385"/>
                    <a:pt x="9515" y="8257"/>
                  </a:cubicBezTo>
                  <a:cubicBezTo>
                    <a:pt x="9477" y="8197"/>
                    <a:pt x="9438" y="8135"/>
                    <a:pt x="9399" y="8061"/>
                  </a:cubicBezTo>
                  <a:cubicBezTo>
                    <a:pt x="9317" y="7907"/>
                    <a:pt x="9372" y="7802"/>
                    <a:pt x="9411" y="7753"/>
                  </a:cubicBezTo>
                  <a:cubicBezTo>
                    <a:pt x="9518" y="7621"/>
                    <a:pt x="9762" y="7585"/>
                    <a:pt x="9982" y="7585"/>
                  </a:cubicBezTo>
                  <a:cubicBezTo>
                    <a:pt x="10168" y="7585"/>
                    <a:pt x="10337" y="7611"/>
                    <a:pt x="10395" y="7626"/>
                  </a:cubicBezTo>
                  <a:cubicBezTo>
                    <a:pt x="10472" y="7648"/>
                    <a:pt x="10561" y="7667"/>
                    <a:pt x="10640" y="7667"/>
                  </a:cubicBezTo>
                  <a:cubicBezTo>
                    <a:pt x="10723" y="7667"/>
                    <a:pt x="10796" y="7647"/>
                    <a:pt x="10836" y="7589"/>
                  </a:cubicBezTo>
                  <a:cubicBezTo>
                    <a:pt x="10847" y="7571"/>
                    <a:pt x="10850" y="7548"/>
                    <a:pt x="10853" y="7507"/>
                  </a:cubicBezTo>
                  <a:cubicBezTo>
                    <a:pt x="10858" y="7457"/>
                    <a:pt x="10862" y="7396"/>
                    <a:pt x="10898" y="7331"/>
                  </a:cubicBezTo>
                  <a:cubicBezTo>
                    <a:pt x="10982" y="7182"/>
                    <a:pt x="11123" y="7084"/>
                    <a:pt x="11259" y="6989"/>
                  </a:cubicBezTo>
                  <a:cubicBezTo>
                    <a:pt x="11388" y="6899"/>
                    <a:pt x="11509" y="6814"/>
                    <a:pt x="11570" y="6698"/>
                  </a:cubicBezTo>
                  <a:lnTo>
                    <a:pt x="11603" y="6635"/>
                  </a:lnTo>
                  <a:lnTo>
                    <a:pt x="11675" y="6638"/>
                  </a:lnTo>
                  <a:cubicBezTo>
                    <a:pt x="11992" y="6654"/>
                    <a:pt x="12031" y="7052"/>
                    <a:pt x="12051" y="7266"/>
                  </a:cubicBezTo>
                  <a:lnTo>
                    <a:pt x="12056" y="7309"/>
                  </a:lnTo>
                  <a:cubicBezTo>
                    <a:pt x="12072" y="7454"/>
                    <a:pt x="12145" y="7683"/>
                    <a:pt x="12222" y="7832"/>
                  </a:cubicBezTo>
                  <a:cubicBezTo>
                    <a:pt x="12272" y="7926"/>
                    <a:pt x="12299" y="7926"/>
                    <a:pt x="12409" y="7927"/>
                  </a:cubicBezTo>
                  <a:cubicBezTo>
                    <a:pt x="12461" y="7927"/>
                    <a:pt x="12527" y="7929"/>
                    <a:pt x="12602" y="7943"/>
                  </a:cubicBezTo>
                  <a:cubicBezTo>
                    <a:pt x="12757" y="7975"/>
                    <a:pt x="12785" y="8004"/>
                    <a:pt x="12875" y="8155"/>
                  </a:cubicBezTo>
                  <a:lnTo>
                    <a:pt x="12894" y="8189"/>
                  </a:lnTo>
                  <a:cubicBezTo>
                    <a:pt x="12931" y="8255"/>
                    <a:pt x="12961" y="8307"/>
                    <a:pt x="13011" y="8345"/>
                  </a:cubicBezTo>
                  <a:cubicBezTo>
                    <a:pt x="13046" y="8370"/>
                    <a:pt x="13084" y="8377"/>
                    <a:pt x="13135" y="8377"/>
                  </a:cubicBezTo>
                  <a:cubicBezTo>
                    <a:pt x="13161" y="8377"/>
                    <a:pt x="13191" y="8376"/>
                    <a:pt x="13225" y="8373"/>
                  </a:cubicBezTo>
                  <a:cubicBezTo>
                    <a:pt x="13261" y="8370"/>
                    <a:pt x="13299" y="8366"/>
                    <a:pt x="13340" y="8366"/>
                  </a:cubicBezTo>
                  <a:cubicBezTo>
                    <a:pt x="13393" y="8366"/>
                    <a:pt x="13449" y="8372"/>
                    <a:pt x="13507" y="8392"/>
                  </a:cubicBezTo>
                  <a:cubicBezTo>
                    <a:pt x="13734" y="8465"/>
                    <a:pt x="13952" y="8804"/>
                    <a:pt x="13923" y="9040"/>
                  </a:cubicBezTo>
                  <a:cubicBezTo>
                    <a:pt x="13908" y="9159"/>
                    <a:pt x="13855" y="9264"/>
                    <a:pt x="13805" y="9366"/>
                  </a:cubicBezTo>
                  <a:cubicBezTo>
                    <a:pt x="13755" y="9469"/>
                    <a:pt x="13706" y="9567"/>
                    <a:pt x="13697" y="9672"/>
                  </a:cubicBezTo>
                  <a:cubicBezTo>
                    <a:pt x="13683" y="9844"/>
                    <a:pt x="13744" y="9934"/>
                    <a:pt x="13836" y="10069"/>
                  </a:cubicBezTo>
                  <a:cubicBezTo>
                    <a:pt x="13871" y="10120"/>
                    <a:pt x="13907" y="10172"/>
                    <a:pt x="13941" y="10233"/>
                  </a:cubicBezTo>
                  <a:cubicBezTo>
                    <a:pt x="14064" y="10450"/>
                    <a:pt x="14186" y="10737"/>
                    <a:pt x="14043" y="11038"/>
                  </a:cubicBezTo>
                  <a:cubicBezTo>
                    <a:pt x="13982" y="11166"/>
                    <a:pt x="13915" y="11292"/>
                    <a:pt x="13847" y="11417"/>
                  </a:cubicBezTo>
                  <a:cubicBezTo>
                    <a:pt x="13846" y="11419"/>
                    <a:pt x="13844" y="11422"/>
                    <a:pt x="13843" y="11425"/>
                  </a:cubicBezTo>
                  <a:cubicBezTo>
                    <a:pt x="13940" y="11457"/>
                    <a:pt x="14029" y="11483"/>
                    <a:pt x="14117" y="11510"/>
                  </a:cubicBezTo>
                  <a:cubicBezTo>
                    <a:pt x="14139" y="11461"/>
                    <a:pt x="14159" y="11413"/>
                    <a:pt x="14181" y="11361"/>
                  </a:cubicBezTo>
                  <a:cubicBezTo>
                    <a:pt x="14239" y="11229"/>
                    <a:pt x="14297" y="11093"/>
                    <a:pt x="14368" y="10970"/>
                  </a:cubicBezTo>
                  <a:cubicBezTo>
                    <a:pt x="14381" y="10948"/>
                    <a:pt x="14387" y="10933"/>
                    <a:pt x="14393" y="10920"/>
                  </a:cubicBezTo>
                  <a:cubicBezTo>
                    <a:pt x="14428" y="10840"/>
                    <a:pt x="14462" y="10810"/>
                    <a:pt x="14575" y="10762"/>
                  </a:cubicBezTo>
                  <a:cubicBezTo>
                    <a:pt x="14685" y="10715"/>
                    <a:pt x="14820" y="10691"/>
                    <a:pt x="14947" y="10671"/>
                  </a:cubicBezTo>
                  <a:cubicBezTo>
                    <a:pt x="14881" y="10570"/>
                    <a:pt x="14821" y="10462"/>
                    <a:pt x="14850" y="10362"/>
                  </a:cubicBezTo>
                  <a:cubicBezTo>
                    <a:pt x="14901" y="10177"/>
                    <a:pt x="15160" y="10050"/>
                    <a:pt x="15640" y="9971"/>
                  </a:cubicBezTo>
                  <a:cubicBezTo>
                    <a:pt x="15676" y="9965"/>
                    <a:pt x="15715" y="9960"/>
                    <a:pt x="15755" y="9954"/>
                  </a:cubicBezTo>
                  <a:cubicBezTo>
                    <a:pt x="15944" y="9929"/>
                    <a:pt x="16159" y="9901"/>
                    <a:pt x="16261" y="9770"/>
                  </a:cubicBezTo>
                  <a:cubicBezTo>
                    <a:pt x="16297" y="9725"/>
                    <a:pt x="16315" y="9661"/>
                    <a:pt x="16332" y="9585"/>
                  </a:cubicBezTo>
                  <a:cubicBezTo>
                    <a:pt x="16355" y="9490"/>
                    <a:pt x="16384" y="9383"/>
                    <a:pt x="16460" y="9292"/>
                  </a:cubicBezTo>
                  <a:cubicBezTo>
                    <a:pt x="16528" y="9214"/>
                    <a:pt x="16609" y="9178"/>
                    <a:pt x="16683" y="9145"/>
                  </a:cubicBezTo>
                  <a:cubicBezTo>
                    <a:pt x="16736" y="9121"/>
                    <a:pt x="16782" y="9101"/>
                    <a:pt x="16810" y="9069"/>
                  </a:cubicBezTo>
                  <a:cubicBezTo>
                    <a:pt x="16896" y="8967"/>
                    <a:pt x="16871" y="8831"/>
                    <a:pt x="16735" y="8665"/>
                  </a:cubicBezTo>
                  <a:cubicBezTo>
                    <a:pt x="16671" y="8586"/>
                    <a:pt x="16608" y="8528"/>
                    <a:pt x="16547" y="8470"/>
                  </a:cubicBezTo>
                  <a:cubicBezTo>
                    <a:pt x="16395" y="8331"/>
                    <a:pt x="16252" y="8197"/>
                    <a:pt x="16239" y="7862"/>
                  </a:cubicBezTo>
                  <a:cubicBezTo>
                    <a:pt x="16236" y="7799"/>
                    <a:pt x="16235" y="7738"/>
                    <a:pt x="16233" y="7678"/>
                  </a:cubicBezTo>
                  <a:cubicBezTo>
                    <a:pt x="16230" y="7451"/>
                    <a:pt x="16225" y="7255"/>
                    <a:pt x="16148" y="7041"/>
                  </a:cubicBezTo>
                  <a:cubicBezTo>
                    <a:pt x="16023" y="6699"/>
                    <a:pt x="15893" y="6373"/>
                    <a:pt x="15750" y="6044"/>
                  </a:cubicBezTo>
                  <a:cubicBezTo>
                    <a:pt x="15635" y="5782"/>
                    <a:pt x="15493" y="5455"/>
                    <a:pt x="15711" y="5134"/>
                  </a:cubicBezTo>
                  <a:cubicBezTo>
                    <a:pt x="15863" y="4908"/>
                    <a:pt x="16030" y="4831"/>
                    <a:pt x="16190" y="4831"/>
                  </a:cubicBezTo>
                  <a:cubicBezTo>
                    <a:pt x="16357" y="4831"/>
                    <a:pt x="16517" y="4915"/>
                    <a:pt x="16645" y="4999"/>
                  </a:cubicBezTo>
                  <a:cubicBezTo>
                    <a:pt x="16704" y="5035"/>
                    <a:pt x="16774" y="5095"/>
                    <a:pt x="16856" y="5161"/>
                  </a:cubicBezTo>
                  <a:cubicBezTo>
                    <a:pt x="17116" y="5375"/>
                    <a:pt x="17354" y="5552"/>
                    <a:pt x="17546" y="5552"/>
                  </a:cubicBezTo>
                  <a:cubicBezTo>
                    <a:pt x="17629" y="5552"/>
                    <a:pt x="17703" y="5520"/>
                    <a:pt x="17767" y="5444"/>
                  </a:cubicBezTo>
                  <a:cubicBezTo>
                    <a:pt x="17811" y="5393"/>
                    <a:pt x="17839" y="5343"/>
                    <a:pt x="17867" y="5294"/>
                  </a:cubicBezTo>
                  <a:cubicBezTo>
                    <a:pt x="17929" y="5186"/>
                    <a:pt x="17993" y="5073"/>
                    <a:pt x="18197" y="5005"/>
                  </a:cubicBezTo>
                  <a:cubicBezTo>
                    <a:pt x="18605" y="4872"/>
                    <a:pt x="18780" y="4759"/>
                    <a:pt x="18741" y="4442"/>
                  </a:cubicBezTo>
                  <a:cubicBezTo>
                    <a:pt x="18730" y="4356"/>
                    <a:pt x="18707" y="4274"/>
                    <a:pt x="18681" y="4188"/>
                  </a:cubicBezTo>
                  <a:cubicBezTo>
                    <a:pt x="18649" y="4074"/>
                    <a:pt x="18614" y="3956"/>
                    <a:pt x="18608" y="3820"/>
                  </a:cubicBezTo>
                  <a:cubicBezTo>
                    <a:pt x="18594" y="3514"/>
                    <a:pt x="18649" y="3372"/>
                    <a:pt x="18871" y="3134"/>
                  </a:cubicBezTo>
                  <a:cubicBezTo>
                    <a:pt x="18901" y="3103"/>
                    <a:pt x="18931" y="3073"/>
                    <a:pt x="18962" y="3042"/>
                  </a:cubicBezTo>
                  <a:cubicBezTo>
                    <a:pt x="19147" y="2853"/>
                    <a:pt x="19321" y="2674"/>
                    <a:pt x="19298" y="2424"/>
                  </a:cubicBezTo>
                  <a:cubicBezTo>
                    <a:pt x="19287" y="2312"/>
                    <a:pt x="19246" y="2195"/>
                    <a:pt x="19204" y="2069"/>
                  </a:cubicBezTo>
                  <a:cubicBezTo>
                    <a:pt x="19169" y="1970"/>
                    <a:pt x="19133" y="1867"/>
                    <a:pt x="19113" y="1763"/>
                  </a:cubicBezTo>
                  <a:cubicBezTo>
                    <a:pt x="19110" y="1747"/>
                    <a:pt x="19108" y="1729"/>
                    <a:pt x="19107" y="1711"/>
                  </a:cubicBezTo>
                  <a:cubicBezTo>
                    <a:pt x="19038" y="1729"/>
                    <a:pt x="18968" y="1743"/>
                    <a:pt x="18899" y="1754"/>
                  </a:cubicBezTo>
                  <a:cubicBezTo>
                    <a:pt x="18891" y="1862"/>
                    <a:pt x="18806" y="1897"/>
                    <a:pt x="18702" y="1897"/>
                  </a:cubicBezTo>
                  <a:cubicBezTo>
                    <a:pt x="18569" y="1897"/>
                    <a:pt x="18404" y="1839"/>
                    <a:pt x="18332" y="1804"/>
                  </a:cubicBezTo>
                  <a:cubicBezTo>
                    <a:pt x="17900" y="1597"/>
                    <a:pt x="18018" y="1150"/>
                    <a:pt x="17863" y="767"/>
                  </a:cubicBezTo>
                  <a:cubicBezTo>
                    <a:pt x="17707" y="386"/>
                    <a:pt x="17226" y="326"/>
                    <a:pt x="16854" y="304"/>
                  </a:cubicBezTo>
                  <a:cubicBezTo>
                    <a:pt x="16835" y="303"/>
                    <a:pt x="16816" y="303"/>
                    <a:pt x="16797" y="303"/>
                  </a:cubicBezTo>
                  <a:cubicBezTo>
                    <a:pt x="16714" y="303"/>
                    <a:pt x="16629" y="311"/>
                    <a:pt x="16545" y="311"/>
                  </a:cubicBezTo>
                  <a:cubicBezTo>
                    <a:pt x="16453" y="311"/>
                    <a:pt x="16364" y="301"/>
                    <a:pt x="16283" y="259"/>
                  </a:cubicBezTo>
                  <a:cubicBezTo>
                    <a:pt x="16153" y="192"/>
                    <a:pt x="16067" y="0"/>
                    <a:pt x="159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87;p37">
              <a:extLst>
                <a:ext uri="{FF2B5EF4-FFF2-40B4-BE49-F238E27FC236}">
                  <a16:creationId xmlns:a16="http://schemas.microsoft.com/office/drawing/2014/main" id="{F890B8CD-B081-5BC7-86C3-1026857D30B0}"/>
                </a:ext>
              </a:extLst>
            </p:cNvPr>
            <p:cNvSpPr/>
            <p:nvPr/>
          </p:nvSpPr>
          <p:spPr>
            <a:xfrm>
              <a:off x="5165625" y="1714759"/>
              <a:ext cx="1755829" cy="978832"/>
            </a:xfrm>
            <a:custGeom>
              <a:avLst/>
              <a:gdLst/>
              <a:ahLst/>
              <a:cxnLst/>
              <a:rect l="l" t="t" r="r" b="b"/>
              <a:pathLst>
                <a:path w="25376" h="14146" extrusionOk="0">
                  <a:moveTo>
                    <a:pt x="6015" y="1"/>
                  </a:moveTo>
                  <a:cubicBezTo>
                    <a:pt x="5996" y="1"/>
                    <a:pt x="5976" y="2"/>
                    <a:pt x="5955" y="5"/>
                  </a:cubicBezTo>
                  <a:cubicBezTo>
                    <a:pt x="5632" y="47"/>
                    <a:pt x="5315" y="171"/>
                    <a:pt x="4994" y="267"/>
                  </a:cubicBezTo>
                  <a:cubicBezTo>
                    <a:pt x="4997" y="289"/>
                    <a:pt x="4998" y="314"/>
                    <a:pt x="5001" y="334"/>
                  </a:cubicBezTo>
                  <a:cubicBezTo>
                    <a:pt x="5020" y="422"/>
                    <a:pt x="5052" y="515"/>
                    <a:pt x="5085" y="610"/>
                  </a:cubicBezTo>
                  <a:cubicBezTo>
                    <a:pt x="5130" y="742"/>
                    <a:pt x="5177" y="879"/>
                    <a:pt x="5191" y="1018"/>
                  </a:cubicBezTo>
                  <a:cubicBezTo>
                    <a:pt x="5224" y="1373"/>
                    <a:pt x="4994" y="1606"/>
                    <a:pt x="4791" y="1813"/>
                  </a:cubicBezTo>
                  <a:cubicBezTo>
                    <a:pt x="4761" y="1843"/>
                    <a:pt x="4733" y="1873"/>
                    <a:pt x="4705" y="1903"/>
                  </a:cubicBezTo>
                  <a:cubicBezTo>
                    <a:pt x="4523" y="2097"/>
                    <a:pt x="4490" y="2180"/>
                    <a:pt x="4501" y="2425"/>
                  </a:cubicBezTo>
                  <a:cubicBezTo>
                    <a:pt x="4506" y="2533"/>
                    <a:pt x="4536" y="2634"/>
                    <a:pt x="4565" y="2740"/>
                  </a:cubicBezTo>
                  <a:cubicBezTo>
                    <a:pt x="4592" y="2831"/>
                    <a:pt x="4619" y="2925"/>
                    <a:pt x="4633" y="3029"/>
                  </a:cubicBezTo>
                  <a:cubicBezTo>
                    <a:pt x="4702" y="3584"/>
                    <a:pt x="4241" y="3735"/>
                    <a:pt x="3936" y="3834"/>
                  </a:cubicBezTo>
                  <a:cubicBezTo>
                    <a:pt x="3814" y="3874"/>
                    <a:pt x="3784" y="3926"/>
                    <a:pt x="3731" y="4020"/>
                  </a:cubicBezTo>
                  <a:cubicBezTo>
                    <a:pt x="3701" y="4075"/>
                    <a:pt x="3665" y="4136"/>
                    <a:pt x="3609" y="4204"/>
                  </a:cubicBezTo>
                  <a:cubicBezTo>
                    <a:pt x="3492" y="4341"/>
                    <a:pt x="3361" y="4394"/>
                    <a:pt x="3226" y="4394"/>
                  </a:cubicBezTo>
                  <a:cubicBezTo>
                    <a:pt x="2924" y="4394"/>
                    <a:pt x="2602" y="4130"/>
                    <a:pt x="2382" y="3950"/>
                  </a:cubicBezTo>
                  <a:cubicBezTo>
                    <a:pt x="2310" y="3889"/>
                    <a:pt x="2244" y="3835"/>
                    <a:pt x="2192" y="3802"/>
                  </a:cubicBezTo>
                  <a:cubicBezTo>
                    <a:pt x="2060" y="3716"/>
                    <a:pt x="1953" y="3672"/>
                    <a:pt x="1862" y="3672"/>
                  </a:cubicBezTo>
                  <a:cubicBezTo>
                    <a:pt x="1748" y="3672"/>
                    <a:pt x="1657" y="3739"/>
                    <a:pt x="1565" y="3874"/>
                  </a:cubicBezTo>
                  <a:cubicBezTo>
                    <a:pt x="1427" y="4080"/>
                    <a:pt x="1499" y="4282"/>
                    <a:pt x="1624" y="4569"/>
                  </a:cubicBezTo>
                  <a:cubicBezTo>
                    <a:pt x="1770" y="4903"/>
                    <a:pt x="1902" y="5234"/>
                    <a:pt x="2027" y="5579"/>
                  </a:cubicBezTo>
                  <a:cubicBezTo>
                    <a:pt x="2118" y="5827"/>
                    <a:pt x="2123" y="6052"/>
                    <a:pt x="2128" y="6288"/>
                  </a:cubicBezTo>
                  <a:cubicBezTo>
                    <a:pt x="2128" y="6348"/>
                    <a:pt x="2129" y="6408"/>
                    <a:pt x="2133" y="6469"/>
                  </a:cubicBezTo>
                  <a:cubicBezTo>
                    <a:pt x="2142" y="6710"/>
                    <a:pt x="2227" y="6790"/>
                    <a:pt x="2368" y="6920"/>
                  </a:cubicBezTo>
                  <a:cubicBezTo>
                    <a:pt x="2432" y="6980"/>
                    <a:pt x="2503" y="7048"/>
                    <a:pt x="2578" y="7137"/>
                  </a:cubicBezTo>
                  <a:cubicBezTo>
                    <a:pt x="2785" y="7389"/>
                    <a:pt x="2812" y="7642"/>
                    <a:pt x="2650" y="7830"/>
                  </a:cubicBezTo>
                  <a:cubicBezTo>
                    <a:pt x="2589" y="7902"/>
                    <a:pt x="2511" y="7935"/>
                    <a:pt x="2442" y="7967"/>
                  </a:cubicBezTo>
                  <a:cubicBezTo>
                    <a:pt x="2384" y="7992"/>
                    <a:pt x="2333" y="8014"/>
                    <a:pt x="2300" y="8051"/>
                  </a:cubicBezTo>
                  <a:cubicBezTo>
                    <a:pt x="2256" y="8103"/>
                    <a:pt x="2239" y="8174"/>
                    <a:pt x="2219" y="8254"/>
                  </a:cubicBezTo>
                  <a:cubicBezTo>
                    <a:pt x="2198" y="8342"/>
                    <a:pt x="2173" y="8440"/>
                    <a:pt x="2107" y="8525"/>
                  </a:cubicBezTo>
                  <a:cubicBezTo>
                    <a:pt x="1949" y="8726"/>
                    <a:pt x="1675" y="8762"/>
                    <a:pt x="1453" y="8792"/>
                  </a:cubicBezTo>
                  <a:cubicBezTo>
                    <a:pt x="1416" y="8798"/>
                    <a:pt x="1380" y="8803"/>
                    <a:pt x="1345" y="8807"/>
                  </a:cubicBezTo>
                  <a:cubicBezTo>
                    <a:pt x="893" y="8881"/>
                    <a:pt x="749" y="8991"/>
                    <a:pt x="735" y="9038"/>
                  </a:cubicBezTo>
                  <a:cubicBezTo>
                    <a:pt x="738" y="9066"/>
                    <a:pt x="809" y="9171"/>
                    <a:pt x="840" y="9217"/>
                  </a:cubicBezTo>
                  <a:cubicBezTo>
                    <a:pt x="868" y="9258"/>
                    <a:pt x="892" y="9295"/>
                    <a:pt x="906" y="9322"/>
                  </a:cubicBezTo>
                  <a:lnTo>
                    <a:pt x="973" y="9457"/>
                  </a:lnTo>
                  <a:lnTo>
                    <a:pt x="823" y="9482"/>
                  </a:lnTo>
                  <a:cubicBezTo>
                    <a:pt x="787" y="9488"/>
                    <a:pt x="748" y="9494"/>
                    <a:pt x="707" y="9501"/>
                  </a:cubicBezTo>
                  <a:cubicBezTo>
                    <a:pt x="578" y="9520"/>
                    <a:pt x="434" y="9540"/>
                    <a:pt x="333" y="9584"/>
                  </a:cubicBezTo>
                  <a:cubicBezTo>
                    <a:pt x="286" y="9604"/>
                    <a:pt x="274" y="9612"/>
                    <a:pt x="271" y="9614"/>
                  </a:cubicBezTo>
                  <a:cubicBezTo>
                    <a:pt x="260" y="9643"/>
                    <a:pt x="249" y="9667"/>
                    <a:pt x="231" y="9697"/>
                  </a:cubicBezTo>
                  <a:cubicBezTo>
                    <a:pt x="167" y="9808"/>
                    <a:pt x="112" y="9938"/>
                    <a:pt x="57" y="10065"/>
                  </a:cubicBezTo>
                  <a:cubicBezTo>
                    <a:pt x="39" y="10108"/>
                    <a:pt x="20" y="10152"/>
                    <a:pt x="1" y="10196"/>
                  </a:cubicBezTo>
                  <a:cubicBezTo>
                    <a:pt x="192" y="10263"/>
                    <a:pt x="371" y="10346"/>
                    <a:pt x="556" y="10498"/>
                  </a:cubicBezTo>
                  <a:cubicBezTo>
                    <a:pt x="867" y="10756"/>
                    <a:pt x="1166" y="10823"/>
                    <a:pt x="1565" y="10876"/>
                  </a:cubicBezTo>
                  <a:cubicBezTo>
                    <a:pt x="2178" y="10959"/>
                    <a:pt x="2892" y="11118"/>
                    <a:pt x="3560" y="11118"/>
                  </a:cubicBezTo>
                  <a:cubicBezTo>
                    <a:pt x="3844" y="11118"/>
                    <a:pt x="4119" y="11090"/>
                    <a:pt x="4374" y="11014"/>
                  </a:cubicBezTo>
                  <a:cubicBezTo>
                    <a:pt x="4616" y="10944"/>
                    <a:pt x="4537" y="10905"/>
                    <a:pt x="4702" y="10771"/>
                  </a:cubicBezTo>
                  <a:cubicBezTo>
                    <a:pt x="4798" y="10692"/>
                    <a:pt x="4996" y="10658"/>
                    <a:pt x="5165" y="10658"/>
                  </a:cubicBezTo>
                  <a:cubicBezTo>
                    <a:pt x="5244" y="10658"/>
                    <a:pt x="5316" y="10665"/>
                    <a:pt x="5370" y="10679"/>
                  </a:cubicBezTo>
                  <a:cubicBezTo>
                    <a:pt x="5571" y="10730"/>
                    <a:pt x="5699" y="10953"/>
                    <a:pt x="5825" y="11118"/>
                  </a:cubicBezTo>
                  <a:cubicBezTo>
                    <a:pt x="6041" y="11400"/>
                    <a:pt x="6055" y="11372"/>
                    <a:pt x="6394" y="11380"/>
                  </a:cubicBezTo>
                  <a:cubicBezTo>
                    <a:pt x="6620" y="11386"/>
                    <a:pt x="6753" y="11534"/>
                    <a:pt x="6945" y="11579"/>
                  </a:cubicBezTo>
                  <a:cubicBezTo>
                    <a:pt x="6972" y="11585"/>
                    <a:pt x="6996" y="11588"/>
                    <a:pt x="7018" y="11588"/>
                  </a:cubicBezTo>
                  <a:cubicBezTo>
                    <a:pt x="7275" y="11588"/>
                    <a:pt x="7189" y="11187"/>
                    <a:pt x="7375" y="11003"/>
                  </a:cubicBezTo>
                  <a:cubicBezTo>
                    <a:pt x="7495" y="10884"/>
                    <a:pt x="7666" y="10795"/>
                    <a:pt x="7792" y="10680"/>
                  </a:cubicBezTo>
                  <a:cubicBezTo>
                    <a:pt x="7931" y="10555"/>
                    <a:pt x="8019" y="10503"/>
                    <a:pt x="8222" y="10503"/>
                  </a:cubicBezTo>
                  <a:cubicBezTo>
                    <a:pt x="8567" y="10503"/>
                    <a:pt x="8946" y="10655"/>
                    <a:pt x="9236" y="10834"/>
                  </a:cubicBezTo>
                  <a:cubicBezTo>
                    <a:pt x="9423" y="10950"/>
                    <a:pt x="9630" y="11047"/>
                    <a:pt x="9801" y="11179"/>
                  </a:cubicBezTo>
                  <a:cubicBezTo>
                    <a:pt x="9927" y="11276"/>
                    <a:pt x="10013" y="11417"/>
                    <a:pt x="10134" y="11516"/>
                  </a:cubicBezTo>
                  <a:cubicBezTo>
                    <a:pt x="10301" y="11651"/>
                    <a:pt x="10515" y="11682"/>
                    <a:pt x="10729" y="11682"/>
                  </a:cubicBezTo>
                  <a:cubicBezTo>
                    <a:pt x="10854" y="11682"/>
                    <a:pt x="10979" y="11672"/>
                    <a:pt x="11095" y="11665"/>
                  </a:cubicBezTo>
                  <a:cubicBezTo>
                    <a:pt x="11181" y="11660"/>
                    <a:pt x="11269" y="11657"/>
                    <a:pt x="11357" y="11657"/>
                  </a:cubicBezTo>
                  <a:cubicBezTo>
                    <a:pt x="11708" y="11657"/>
                    <a:pt x="12067" y="11703"/>
                    <a:pt x="12386" y="11843"/>
                  </a:cubicBezTo>
                  <a:cubicBezTo>
                    <a:pt x="12681" y="11970"/>
                    <a:pt x="12916" y="12166"/>
                    <a:pt x="13250" y="12191"/>
                  </a:cubicBezTo>
                  <a:cubicBezTo>
                    <a:pt x="13274" y="12193"/>
                    <a:pt x="13296" y="12193"/>
                    <a:pt x="13318" y="12193"/>
                  </a:cubicBezTo>
                  <a:cubicBezTo>
                    <a:pt x="13704" y="12193"/>
                    <a:pt x="13878" y="11931"/>
                    <a:pt x="14206" y="11769"/>
                  </a:cubicBezTo>
                  <a:cubicBezTo>
                    <a:pt x="14408" y="11670"/>
                    <a:pt x="14659" y="11646"/>
                    <a:pt x="14866" y="11548"/>
                  </a:cubicBezTo>
                  <a:cubicBezTo>
                    <a:pt x="15076" y="11449"/>
                    <a:pt x="15159" y="11312"/>
                    <a:pt x="15319" y="11184"/>
                  </a:cubicBezTo>
                  <a:cubicBezTo>
                    <a:pt x="15407" y="11115"/>
                    <a:pt x="15434" y="11123"/>
                    <a:pt x="15551" y="11101"/>
                  </a:cubicBezTo>
                  <a:cubicBezTo>
                    <a:pt x="15876" y="11046"/>
                    <a:pt x="16166" y="10922"/>
                    <a:pt x="16486" y="10847"/>
                  </a:cubicBezTo>
                  <a:cubicBezTo>
                    <a:pt x="16639" y="10810"/>
                    <a:pt x="16789" y="10782"/>
                    <a:pt x="16930" y="10782"/>
                  </a:cubicBezTo>
                  <a:cubicBezTo>
                    <a:pt x="17131" y="10782"/>
                    <a:pt x="17315" y="10838"/>
                    <a:pt x="17471" y="11008"/>
                  </a:cubicBezTo>
                  <a:cubicBezTo>
                    <a:pt x="17733" y="11297"/>
                    <a:pt x="17437" y="11405"/>
                    <a:pt x="17117" y="11471"/>
                  </a:cubicBezTo>
                  <a:cubicBezTo>
                    <a:pt x="17125" y="11739"/>
                    <a:pt x="17236" y="11863"/>
                    <a:pt x="17004" y="12039"/>
                  </a:cubicBezTo>
                  <a:cubicBezTo>
                    <a:pt x="16823" y="12175"/>
                    <a:pt x="16554" y="12203"/>
                    <a:pt x="16395" y="12338"/>
                  </a:cubicBezTo>
                  <a:cubicBezTo>
                    <a:pt x="16596" y="12518"/>
                    <a:pt x="16826" y="12639"/>
                    <a:pt x="17090" y="12639"/>
                  </a:cubicBezTo>
                  <a:cubicBezTo>
                    <a:pt x="17134" y="12639"/>
                    <a:pt x="17179" y="12635"/>
                    <a:pt x="17225" y="12628"/>
                  </a:cubicBezTo>
                  <a:cubicBezTo>
                    <a:pt x="17473" y="12592"/>
                    <a:pt x="17589" y="12398"/>
                    <a:pt x="17881" y="12387"/>
                  </a:cubicBezTo>
                  <a:cubicBezTo>
                    <a:pt x="17926" y="12166"/>
                    <a:pt x="17691" y="11971"/>
                    <a:pt x="17904" y="11747"/>
                  </a:cubicBezTo>
                  <a:cubicBezTo>
                    <a:pt x="17980" y="11667"/>
                    <a:pt x="18080" y="11638"/>
                    <a:pt x="18188" y="11638"/>
                  </a:cubicBezTo>
                  <a:cubicBezTo>
                    <a:pt x="18375" y="11638"/>
                    <a:pt x="18586" y="11726"/>
                    <a:pt x="18735" y="11784"/>
                  </a:cubicBezTo>
                  <a:cubicBezTo>
                    <a:pt x="19054" y="11912"/>
                    <a:pt x="19201" y="12183"/>
                    <a:pt x="19513" y="12313"/>
                  </a:cubicBezTo>
                  <a:cubicBezTo>
                    <a:pt x="19846" y="12453"/>
                    <a:pt x="20210" y="12457"/>
                    <a:pt x="20546" y="12562"/>
                  </a:cubicBezTo>
                  <a:cubicBezTo>
                    <a:pt x="20673" y="12943"/>
                    <a:pt x="21076" y="13005"/>
                    <a:pt x="21495" y="13005"/>
                  </a:cubicBezTo>
                  <a:cubicBezTo>
                    <a:pt x="21700" y="13005"/>
                    <a:pt x="21909" y="12990"/>
                    <a:pt x="22091" y="12990"/>
                  </a:cubicBezTo>
                  <a:cubicBezTo>
                    <a:pt x="22196" y="12990"/>
                    <a:pt x="22292" y="12995"/>
                    <a:pt x="22373" y="13011"/>
                  </a:cubicBezTo>
                  <a:cubicBezTo>
                    <a:pt x="22652" y="13066"/>
                    <a:pt x="22930" y="13074"/>
                    <a:pt x="23201" y="13149"/>
                  </a:cubicBezTo>
                  <a:cubicBezTo>
                    <a:pt x="23497" y="13234"/>
                    <a:pt x="23559" y="13358"/>
                    <a:pt x="23764" y="13577"/>
                  </a:cubicBezTo>
                  <a:cubicBezTo>
                    <a:pt x="24021" y="13850"/>
                    <a:pt x="24299" y="13944"/>
                    <a:pt x="24654" y="14029"/>
                  </a:cubicBezTo>
                  <a:cubicBezTo>
                    <a:pt x="24759" y="14054"/>
                    <a:pt x="24948" y="14146"/>
                    <a:pt x="25094" y="14146"/>
                  </a:cubicBezTo>
                  <a:cubicBezTo>
                    <a:pt x="25140" y="14146"/>
                    <a:pt x="25182" y="14137"/>
                    <a:pt x="25215" y="14114"/>
                  </a:cubicBezTo>
                  <a:cubicBezTo>
                    <a:pt x="25355" y="14020"/>
                    <a:pt x="25375" y="13513"/>
                    <a:pt x="25284" y="13395"/>
                  </a:cubicBezTo>
                  <a:lnTo>
                    <a:pt x="25284" y="13395"/>
                  </a:lnTo>
                  <a:lnTo>
                    <a:pt x="25240" y="13417"/>
                  </a:lnTo>
                  <a:cubicBezTo>
                    <a:pt x="25210" y="13419"/>
                    <a:pt x="25178" y="13419"/>
                    <a:pt x="25144" y="13419"/>
                  </a:cubicBezTo>
                  <a:cubicBezTo>
                    <a:pt x="25000" y="13419"/>
                    <a:pt x="24830" y="13402"/>
                    <a:pt x="24735" y="13309"/>
                  </a:cubicBezTo>
                  <a:cubicBezTo>
                    <a:pt x="24595" y="13174"/>
                    <a:pt x="24619" y="12973"/>
                    <a:pt x="24457" y="12843"/>
                  </a:cubicBezTo>
                  <a:cubicBezTo>
                    <a:pt x="24398" y="12795"/>
                    <a:pt x="24277" y="12755"/>
                    <a:pt x="24236" y="12694"/>
                  </a:cubicBezTo>
                  <a:cubicBezTo>
                    <a:pt x="24164" y="12584"/>
                    <a:pt x="24206" y="12445"/>
                    <a:pt x="24161" y="12326"/>
                  </a:cubicBezTo>
                  <a:cubicBezTo>
                    <a:pt x="24109" y="12188"/>
                    <a:pt x="23973" y="12090"/>
                    <a:pt x="23899" y="11968"/>
                  </a:cubicBezTo>
                  <a:cubicBezTo>
                    <a:pt x="23767" y="11750"/>
                    <a:pt x="23734" y="11439"/>
                    <a:pt x="23822" y="11204"/>
                  </a:cubicBezTo>
                  <a:cubicBezTo>
                    <a:pt x="23952" y="10850"/>
                    <a:pt x="24324" y="10740"/>
                    <a:pt x="24409" y="10360"/>
                  </a:cubicBezTo>
                  <a:cubicBezTo>
                    <a:pt x="24483" y="10029"/>
                    <a:pt x="24382" y="9774"/>
                    <a:pt x="24275" y="9477"/>
                  </a:cubicBezTo>
                  <a:cubicBezTo>
                    <a:pt x="24133" y="9080"/>
                    <a:pt x="24189" y="8743"/>
                    <a:pt x="24489" y="8406"/>
                  </a:cubicBezTo>
                  <a:cubicBezTo>
                    <a:pt x="24664" y="8208"/>
                    <a:pt x="24941" y="7857"/>
                    <a:pt x="24544" y="7639"/>
                  </a:cubicBezTo>
                  <a:cubicBezTo>
                    <a:pt x="24497" y="7613"/>
                    <a:pt x="24440" y="7606"/>
                    <a:pt x="24381" y="7606"/>
                  </a:cubicBezTo>
                  <a:cubicBezTo>
                    <a:pt x="24306" y="7606"/>
                    <a:pt x="24226" y="7618"/>
                    <a:pt x="24159" y="7618"/>
                  </a:cubicBezTo>
                  <a:cubicBezTo>
                    <a:pt x="24151" y="7618"/>
                    <a:pt x="24142" y="7617"/>
                    <a:pt x="24134" y="7617"/>
                  </a:cubicBezTo>
                  <a:cubicBezTo>
                    <a:pt x="23819" y="7598"/>
                    <a:pt x="23414" y="7495"/>
                    <a:pt x="23174" y="7277"/>
                  </a:cubicBezTo>
                  <a:cubicBezTo>
                    <a:pt x="23000" y="7118"/>
                    <a:pt x="22947" y="6963"/>
                    <a:pt x="22696" y="6936"/>
                  </a:cubicBezTo>
                  <a:cubicBezTo>
                    <a:pt x="22665" y="6933"/>
                    <a:pt x="22637" y="6932"/>
                    <a:pt x="22610" y="6932"/>
                  </a:cubicBezTo>
                  <a:cubicBezTo>
                    <a:pt x="22498" y="6932"/>
                    <a:pt x="22420" y="6954"/>
                    <a:pt x="22344" y="6954"/>
                  </a:cubicBezTo>
                  <a:cubicBezTo>
                    <a:pt x="22265" y="6954"/>
                    <a:pt x="22190" y="6930"/>
                    <a:pt x="22083" y="6834"/>
                  </a:cubicBezTo>
                  <a:cubicBezTo>
                    <a:pt x="21850" y="6626"/>
                    <a:pt x="21580" y="6035"/>
                    <a:pt x="21231" y="6035"/>
                  </a:cubicBezTo>
                  <a:cubicBezTo>
                    <a:pt x="21143" y="6035"/>
                    <a:pt x="21050" y="6072"/>
                    <a:pt x="20952" y="6163"/>
                  </a:cubicBezTo>
                  <a:cubicBezTo>
                    <a:pt x="20580" y="6503"/>
                    <a:pt x="20738" y="7176"/>
                    <a:pt x="20105" y="7222"/>
                  </a:cubicBezTo>
                  <a:cubicBezTo>
                    <a:pt x="20068" y="7224"/>
                    <a:pt x="20031" y="7225"/>
                    <a:pt x="19995" y="7225"/>
                  </a:cubicBezTo>
                  <a:cubicBezTo>
                    <a:pt x="19715" y="7225"/>
                    <a:pt x="19427" y="7159"/>
                    <a:pt x="19156" y="7137"/>
                  </a:cubicBezTo>
                  <a:cubicBezTo>
                    <a:pt x="19137" y="7135"/>
                    <a:pt x="19119" y="7135"/>
                    <a:pt x="19101" y="7135"/>
                  </a:cubicBezTo>
                  <a:cubicBezTo>
                    <a:pt x="18810" y="7135"/>
                    <a:pt x="18621" y="7340"/>
                    <a:pt x="18342" y="7402"/>
                  </a:cubicBezTo>
                  <a:cubicBezTo>
                    <a:pt x="18194" y="7436"/>
                    <a:pt x="18039" y="7447"/>
                    <a:pt x="17882" y="7447"/>
                  </a:cubicBezTo>
                  <a:cubicBezTo>
                    <a:pt x="17592" y="7447"/>
                    <a:pt x="17292" y="7409"/>
                    <a:pt x="17004" y="7409"/>
                  </a:cubicBezTo>
                  <a:cubicBezTo>
                    <a:pt x="16926" y="7409"/>
                    <a:pt x="16848" y="7412"/>
                    <a:pt x="16772" y="7419"/>
                  </a:cubicBezTo>
                  <a:cubicBezTo>
                    <a:pt x="16617" y="7434"/>
                    <a:pt x="16527" y="7449"/>
                    <a:pt x="16454" y="7449"/>
                  </a:cubicBezTo>
                  <a:cubicBezTo>
                    <a:pt x="16340" y="7449"/>
                    <a:pt x="16269" y="7412"/>
                    <a:pt x="16063" y="7277"/>
                  </a:cubicBezTo>
                  <a:cubicBezTo>
                    <a:pt x="15799" y="7104"/>
                    <a:pt x="15653" y="7099"/>
                    <a:pt x="15625" y="6804"/>
                  </a:cubicBezTo>
                  <a:cubicBezTo>
                    <a:pt x="15589" y="6414"/>
                    <a:pt x="15539" y="6146"/>
                    <a:pt x="15211" y="5882"/>
                  </a:cubicBezTo>
                  <a:cubicBezTo>
                    <a:pt x="15002" y="5714"/>
                    <a:pt x="14791" y="5561"/>
                    <a:pt x="14587" y="5386"/>
                  </a:cubicBezTo>
                  <a:cubicBezTo>
                    <a:pt x="14270" y="5118"/>
                    <a:pt x="14066" y="4878"/>
                    <a:pt x="14028" y="4464"/>
                  </a:cubicBezTo>
                  <a:cubicBezTo>
                    <a:pt x="13984" y="3987"/>
                    <a:pt x="13790" y="3649"/>
                    <a:pt x="13390" y="3360"/>
                  </a:cubicBezTo>
                  <a:cubicBezTo>
                    <a:pt x="12735" y="2886"/>
                    <a:pt x="12866" y="1636"/>
                    <a:pt x="11915" y="1636"/>
                  </a:cubicBezTo>
                  <a:cubicBezTo>
                    <a:pt x="11841" y="1636"/>
                    <a:pt x="11760" y="1644"/>
                    <a:pt x="11672" y="1660"/>
                  </a:cubicBezTo>
                  <a:cubicBezTo>
                    <a:pt x="11354" y="1718"/>
                    <a:pt x="11075" y="1744"/>
                    <a:pt x="10745" y="1744"/>
                  </a:cubicBezTo>
                  <a:cubicBezTo>
                    <a:pt x="10681" y="1744"/>
                    <a:pt x="10616" y="1744"/>
                    <a:pt x="10552" y="1744"/>
                  </a:cubicBezTo>
                  <a:cubicBezTo>
                    <a:pt x="10294" y="1744"/>
                    <a:pt x="10036" y="1745"/>
                    <a:pt x="9778" y="1755"/>
                  </a:cubicBezTo>
                  <a:cubicBezTo>
                    <a:pt x="9745" y="1757"/>
                    <a:pt x="9443" y="1834"/>
                    <a:pt x="9433" y="1834"/>
                  </a:cubicBezTo>
                  <a:cubicBezTo>
                    <a:pt x="9433" y="1834"/>
                    <a:pt x="9433" y="1834"/>
                    <a:pt x="9432" y="1834"/>
                  </a:cubicBezTo>
                  <a:cubicBezTo>
                    <a:pt x="9326" y="1785"/>
                    <a:pt x="9268" y="1514"/>
                    <a:pt x="9178" y="1423"/>
                  </a:cubicBezTo>
                  <a:cubicBezTo>
                    <a:pt x="9075" y="1318"/>
                    <a:pt x="8909" y="1253"/>
                    <a:pt x="8758" y="1239"/>
                  </a:cubicBezTo>
                  <a:cubicBezTo>
                    <a:pt x="8744" y="1238"/>
                    <a:pt x="8730" y="1237"/>
                    <a:pt x="8716" y="1237"/>
                  </a:cubicBezTo>
                  <a:cubicBezTo>
                    <a:pt x="8513" y="1237"/>
                    <a:pt x="8330" y="1377"/>
                    <a:pt x="8137" y="1377"/>
                  </a:cubicBezTo>
                  <a:cubicBezTo>
                    <a:pt x="8121" y="1377"/>
                    <a:pt x="8106" y="1376"/>
                    <a:pt x="8090" y="1374"/>
                  </a:cubicBezTo>
                  <a:cubicBezTo>
                    <a:pt x="7809" y="1340"/>
                    <a:pt x="7470" y="1045"/>
                    <a:pt x="7262" y="860"/>
                  </a:cubicBezTo>
                  <a:cubicBezTo>
                    <a:pt x="7067" y="689"/>
                    <a:pt x="6849" y="612"/>
                    <a:pt x="6636" y="468"/>
                  </a:cubicBezTo>
                  <a:cubicBezTo>
                    <a:pt x="6398" y="306"/>
                    <a:pt x="6303" y="1"/>
                    <a:pt x="60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888;p37">
              <a:extLst>
                <a:ext uri="{FF2B5EF4-FFF2-40B4-BE49-F238E27FC236}">
                  <a16:creationId xmlns:a16="http://schemas.microsoft.com/office/drawing/2014/main" id="{827ED600-5C65-1362-5E8C-775B74CAE51F}"/>
                </a:ext>
              </a:extLst>
            </p:cNvPr>
            <p:cNvSpPr/>
            <p:nvPr/>
          </p:nvSpPr>
          <p:spPr>
            <a:xfrm>
              <a:off x="3383513" y="1442347"/>
              <a:ext cx="161011" cy="134999"/>
            </a:xfrm>
            <a:custGeom>
              <a:avLst/>
              <a:gdLst/>
              <a:ahLst/>
              <a:cxnLst/>
              <a:rect l="l" t="t" r="r" b="b"/>
              <a:pathLst>
                <a:path w="2327" h="1951" extrusionOk="0">
                  <a:moveTo>
                    <a:pt x="388" y="0"/>
                  </a:moveTo>
                  <a:cubicBezTo>
                    <a:pt x="137" y="276"/>
                    <a:pt x="0" y="464"/>
                    <a:pt x="235" y="871"/>
                  </a:cubicBezTo>
                  <a:cubicBezTo>
                    <a:pt x="282" y="954"/>
                    <a:pt x="361" y="1042"/>
                    <a:pt x="444" y="1134"/>
                  </a:cubicBezTo>
                  <a:cubicBezTo>
                    <a:pt x="621" y="1332"/>
                    <a:pt x="824" y="1558"/>
                    <a:pt x="814" y="1840"/>
                  </a:cubicBezTo>
                  <a:cubicBezTo>
                    <a:pt x="813" y="1856"/>
                    <a:pt x="809" y="1870"/>
                    <a:pt x="808" y="1884"/>
                  </a:cubicBezTo>
                  <a:cubicBezTo>
                    <a:pt x="830" y="1879"/>
                    <a:pt x="850" y="1875"/>
                    <a:pt x="871" y="1873"/>
                  </a:cubicBezTo>
                  <a:cubicBezTo>
                    <a:pt x="876" y="1873"/>
                    <a:pt x="881" y="1872"/>
                    <a:pt x="886" y="1872"/>
                  </a:cubicBezTo>
                  <a:cubicBezTo>
                    <a:pt x="947" y="1872"/>
                    <a:pt x="1002" y="1897"/>
                    <a:pt x="1046" y="1915"/>
                  </a:cubicBezTo>
                  <a:cubicBezTo>
                    <a:pt x="1071" y="1926"/>
                    <a:pt x="1095" y="1936"/>
                    <a:pt x="1112" y="1939"/>
                  </a:cubicBezTo>
                  <a:cubicBezTo>
                    <a:pt x="1160" y="1947"/>
                    <a:pt x="1197" y="1950"/>
                    <a:pt x="1227" y="1950"/>
                  </a:cubicBezTo>
                  <a:cubicBezTo>
                    <a:pt x="1293" y="1950"/>
                    <a:pt x="1320" y="1935"/>
                    <a:pt x="1330" y="1926"/>
                  </a:cubicBezTo>
                  <a:cubicBezTo>
                    <a:pt x="1347" y="1912"/>
                    <a:pt x="1357" y="1886"/>
                    <a:pt x="1357" y="1845"/>
                  </a:cubicBezTo>
                  <a:cubicBezTo>
                    <a:pt x="1357" y="1795"/>
                    <a:pt x="1352" y="1754"/>
                    <a:pt x="1349" y="1719"/>
                  </a:cubicBezTo>
                  <a:cubicBezTo>
                    <a:pt x="1330" y="1545"/>
                    <a:pt x="1365" y="1442"/>
                    <a:pt x="1608" y="1399"/>
                  </a:cubicBezTo>
                  <a:cubicBezTo>
                    <a:pt x="1644" y="1391"/>
                    <a:pt x="1682" y="1387"/>
                    <a:pt x="1716" y="1382"/>
                  </a:cubicBezTo>
                  <a:cubicBezTo>
                    <a:pt x="1911" y="1352"/>
                    <a:pt x="2008" y="1332"/>
                    <a:pt x="2082" y="1191"/>
                  </a:cubicBezTo>
                  <a:cubicBezTo>
                    <a:pt x="2169" y="1024"/>
                    <a:pt x="2323" y="730"/>
                    <a:pt x="2326" y="563"/>
                  </a:cubicBezTo>
                  <a:cubicBezTo>
                    <a:pt x="2326" y="541"/>
                    <a:pt x="2320" y="518"/>
                    <a:pt x="2318" y="494"/>
                  </a:cubicBezTo>
                  <a:cubicBezTo>
                    <a:pt x="2309" y="549"/>
                    <a:pt x="2293" y="601"/>
                    <a:pt x="2270" y="646"/>
                  </a:cubicBezTo>
                  <a:cubicBezTo>
                    <a:pt x="2205" y="766"/>
                    <a:pt x="2097" y="812"/>
                    <a:pt x="1967" y="812"/>
                  </a:cubicBezTo>
                  <a:cubicBezTo>
                    <a:pt x="1629" y="812"/>
                    <a:pt x="1146" y="502"/>
                    <a:pt x="915" y="384"/>
                  </a:cubicBezTo>
                  <a:cubicBezTo>
                    <a:pt x="742" y="295"/>
                    <a:pt x="491" y="168"/>
                    <a:pt x="391" y="6"/>
                  </a:cubicBezTo>
                  <a:cubicBezTo>
                    <a:pt x="391" y="5"/>
                    <a:pt x="389" y="3"/>
                    <a:pt x="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89;p37">
              <a:extLst>
                <a:ext uri="{FF2B5EF4-FFF2-40B4-BE49-F238E27FC236}">
                  <a16:creationId xmlns:a16="http://schemas.microsoft.com/office/drawing/2014/main" id="{53B8C063-4565-C3F6-AAA4-327EF3FF8FC3}"/>
                </a:ext>
              </a:extLst>
            </p:cNvPr>
            <p:cNvSpPr/>
            <p:nvPr/>
          </p:nvSpPr>
          <p:spPr>
            <a:xfrm>
              <a:off x="3222641" y="1400554"/>
              <a:ext cx="1077673" cy="860924"/>
            </a:xfrm>
            <a:custGeom>
              <a:avLst/>
              <a:gdLst/>
              <a:ahLst/>
              <a:cxnLst/>
              <a:rect l="l" t="t" r="r" b="b"/>
              <a:pathLst>
                <a:path w="15575" h="12442" extrusionOk="0">
                  <a:moveTo>
                    <a:pt x="5688" y="0"/>
                  </a:moveTo>
                  <a:cubicBezTo>
                    <a:pt x="5649" y="41"/>
                    <a:pt x="5602" y="77"/>
                    <a:pt x="5537" y="108"/>
                  </a:cubicBezTo>
                  <a:cubicBezTo>
                    <a:pt x="5450" y="151"/>
                    <a:pt x="5345" y="176"/>
                    <a:pt x="5232" y="203"/>
                  </a:cubicBezTo>
                  <a:cubicBezTo>
                    <a:pt x="4945" y="268"/>
                    <a:pt x="4769" y="323"/>
                    <a:pt x="4759" y="512"/>
                  </a:cubicBezTo>
                  <a:cubicBezTo>
                    <a:pt x="4755" y="607"/>
                    <a:pt x="4783" y="708"/>
                    <a:pt x="4813" y="814"/>
                  </a:cubicBezTo>
                  <a:cubicBezTo>
                    <a:pt x="4844" y="927"/>
                    <a:pt x="4877" y="1043"/>
                    <a:pt x="4876" y="1170"/>
                  </a:cubicBezTo>
                  <a:cubicBezTo>
                    <a:pt x="4872" y="1390"/>
                    <a:pt x="4716" y="1691"/>
                    <a:pt x="4610" y="1890"/>
                  </a:cubicBezTo>
                  <a:cubicBezTo>
                    <a:pt x="4476" y="2149"/>
                    <a:pt x="4262" y="2181"/>
                    <a:pt x="4074" y="2207"/>
                  </a:cubicBezTo>
                  <a:cubicBezTo>
                    <a:pt x="4041" y="2212"/>
                    <a:pt x="4007" y="2218"/>
                    <a:pt x="3972" y="2224"/>
                  </a:cubicBezTo>
                  <a:cubicBezTo>
                    <a:pt x="3901" y="2237"/>
                    <a:pt x="3886" y="2248"/>
                    <a:pt x="3884" y="2250"/>
                  </a:cubicBezTo>
                  <a:cubicBezTo>
                    <a:pt x="3885" y="2249"/>
                    <a:pt x="3886" y="2249"/>
                    <a:pt x="3886" y="2249"/>
                  </a:cubicBezTo>
                  <a:cubicBezTo>
                    <a:pt x="3893" y="2249"/>
                    <a:pt x="3895" y="2277"/>
                    <a:pt x="3897" y="2300"/>
                  </a:cubicBezTo>
                  <a:cubicBezTo>
                    <a:pt x="3901" y="2342"/>
                    <a:pt x="3908" y="2392"/>
                    <a:pt x="3906" y="2452"/>
                  </a:cubicBezTo>
                  <a:cubicBezTo>
                    <a:pt x="3905" y="2560"/>
                    <a:pt x="3869" y="2645"/>
                    <a:pt x="3800" y="2703"/>
                  </a:cubicBezTo>
                  <a:cubicBezTo>
                    <a:pt x="3738" y="2754"/>
                    <a:pt x="3655" y="2779"/>
                    <a:pt x="3548" y="2779"/>
                  </a:cubicBezTo>
                  <a:cubicBezTo>
                    <a:pt x="3503" y="2779"/>
                    <a:pt x="3453" y="2774"/>
                    <a:pt x="3400" y="2766"/>
                  </a:cubicBezTo>
                  <a:cubicBezTo>
                    <a:pt x="3354" y="2758"/>
                    <a:pt x="3315" y="2740"/>
                    <a:pt x="3280" y="2725"/>
                  </a:cubicBezTo>
                  <a:cubicBezTo>
                    <a:pt x="3255" y="2714"/>
                    <a:pt x="3225" y="2701"/>
                    <a:pt x="3210" y="2701"/>
                  </a:cubicBezTo>
                  <a:cubicBezTo>
                    <a:pt x="3166" y="2704"/>
                    <a:pt x="3084" y="2748"/>
                    <a:pt x="3025" y="2780"/>
                  </a:cubicBezTo>
                  <a:cubicBezTo>
                    <a:pt x="3003" y="2792"/>
                    <a:pt x="2982" y="2802"/>
                    <a:pt x="2962" y="2813"/>
                  </a:cubicBezTo>
                  <a:cubicBezTo>
                    <a:pt x="2785" y="2959"/>
                    <a:pt x="2519" y="2994"/>
                    <a:pt x="2307" y="2994"/>
                  </a:cubicBezTo>
                  <a:cubicBezTo>
                    <a:pt x="2202" y="2994"/>
                    <a:pt x="2111" y="2985"/>
                    <a:pt x="2049" y="2977"/>
                  </a:cubicBezTo>
                  <a:cubicBezTo>
                    <a:pt x="1935" y="2963"/>
                    <a:pt x="1798" y="2927"/>
                    <a:pt x="1654" y="2889"/>
                  </a:cubicBezTo>
                  <a:cubicBezTo>
                    <a:pt x="1451" y="2836"/>
                    <a:pt x="1216" y="2774"/>
                    <a:pt x="1025" y="2774"/>
                  </a:cubicBezTo>
                  <a:cubicBezTo>
                    <a:pt x="930" y="2774"/>
                    <a:pt x="847" y="2789"/>
                    <a:pt x="783" y="2828"/>
                  </a:cubicBezTo>
                  <a:cubicBezTo>
                    <a:pt x="716" y="2869"/>
                    <a:pt x="670" y="2941"/>
                    <a:pt x="648" y="3045"/>
                  </a:cubicBezTo>
                  <a:cubicBezTo>
                    <a:pt x="617" y="3192"/>
                    <a:pt x="639" y="3354"/>
                    <a:pt x="659" y="3512"/>
                  </a:cubicBezTo>
                  <a:cubicBezTo>
                    <a:pt x="684" y="3699"/>
                    <a:pt x="710" y="3893"/>
                    <a:pt x="647" y="4072"/>
                  </a:cubicBezTo>
                  <a:cubicBezTo>
                    <a:pt x="619" y="4155"/>
                    <a:pt x="590" y="4224"/>
                    <a:pt x="564" y="4284"/>
                  </a:cubicBezTo>
                  <a:cubicBezTo>
                    <a:pt x="481" y="4482"/>
                    <a:pt x="451" y="4555"/>
                    <a:pt x="578" y="4850"/>
                  </a:cubicBezTo>
                  <a:cubicBezTo>
                    <a:pt x="887" y="5567"/>
                    <a:pt x="783" y="5962"/>
                    <a:pt x="150" y="6477"/>
                  </a:cubicBezTo>
                  <a:cubicBezTo>
                    <a:pt x="106" y="6513"/>
                    <a:pt x="52" y="6550"/>
                    <a:pt x="1" y="6590"/>
                  </a:cubicBezTo>
                  <a:cubicBezTo>
                    <a:pt x="212" y="6768"/>
                    <a:pt x="402" y="6968"/>
                    <a:pt x="720" y="7015"/>
                  </a:cubicBezTo>
                  <a:cubicBezTo>
                    <a:pt x="827" y="7030"/>
                    <a:pt x="913" y="7039"/>
                    <a:pt x="990" y="7039"/>
                  </a:cubicBezTo>
                  <a:cubicBezTo>
                    <a:pt x="1157" y="7039"/>
                    <a:pt x="1283" y="6999"/>
                    <a:pt x="1483" y="6903"/>
                  </a:cubicBezTo>
                  <a:cubicBezTo>
                    <a:pt x="1569" y="6863"/>
                    <a:pt x="1623" y="6840"/>
                    <a:pt x="1674" y="6840"/>
                  </a:cubicBezTo>
                  <a:cubicBezTo>
                    <a:pt x="1725" y="6840"/>
                    <a:pt x="1773" y="6863"/>
                    <a:pt x="1847" y="6913"/>
                  </a:cubicBezTo>
                  <a:cubicBezTo>
                    <a:pt x="2534" y="7377"/>
                    <a:pt x="1792" y="7648"/>
                    <a:pt x="1434" y="7907"/>
                  </a:cubicBezTo>
                  <a:cubicBezTo>
                    <a:pt x="1188" y="8086"/>
                    <a:pt x="1215" y="8315"/>
                    <a:pt x="1309" y="8585"/>
                  </a:cubicBezTo>
                  <a:cubicBezTo>
                    <a:pt x="1408" y="8866"/>
                    <a:pt x="1384" y="9164"/>
                    <a:pt x="1397" y="9473"/>
                  </a:cubicBezTo>
                  <a:cubicBezTo>
                    <a:pt x="1403" y="9609"/>
                    <a:pt x="1389" y="9767"/>
                    <a:pt x="1462" y="9888"/>
                  </a:cubicBezTo>
                  <a:cubicBezTo>
                    <a:pt x="1570" y="10066"/>
                    <a:pt x="1742" y="10119"/>
                    <a:pt x="1938" y="10119"/>
                  </a:cubicBezTo>
                  <a:cubicBezTo>
                    <a:pt x="2225" y="10119"/>
                    <a:pt x="2564" y="10005"/>
                    <a:pt x="2822" y="10005"/>
                  </a:cubicBezTo>
                  <a:cubicBezTo>
                    <a:pt x="2850" y="10005"/>
                    <a:pt x="2878" y="10006"/>
                    <a:pt x="2904" y="10009"/>
                  </a:cubicBezTo>
                  <a:cubicBezTo>
                    <a:pt x="3199" y="10044"/>
                    <a:pt x="3301" y="10260"/>
                    <a:pt x="3522" y="10337"/>
                  </a:cubicBezTo>
                  <a:cubicBezTo>
                    <a:pt x="3557" y="10349"/>
                    <a:pt x="3593" y="10354"/>
                    <a:pt x="3631" y="10354"/>
                  </a:cubicBezTo>
                  <a:cubicBezTo>
                    <a:pt x="3792" y="10354"/>
                    <a:pt x="3970" y="10262"/>
                    <a:pt x="4127" y="10262"/>
                  </a:cubicBezTo>
                  <a:cubicBezTo>
                    <a:pt x="4177" y="10262"/>
                    <a:pt x="4225" y="10272"/>
                    <a:pt x="4270" y="10296"/>
                  </a:cubicBezTo>
                  <a:cubicBezTo>
                    <a:pt x="4559" y="10453"/>
                    <a:pt x="4454" y="10955"/>
                    <a:pt x="4670" y="11129"/>
                  </a:cubicBezTo>
                  <a:cubicBezTo>
                    <a:pt x="4720" y="11170"/>
                    <a:pt x="4775" y="11187"/>
                    <a:pt x="4832" y="11187"/>
                  </a:cubicBezTo>
                  <a:cubicBezTo>
                    <a:pt x="5028" y="11187"/>
                    <a:pt x="5243" y="10981"/>
                    <a:pt x="5326" y="10847"/>
                  </a:cubicBezTo>
                  <a:cubicBezTo>
                    <a:pt x="5478" y="10602"/>
                    <a:pt x="5459" y="10318"/>
                    <a:pt x="5746" y="10207"/>
                  </a:cubicBezTo>
                  <a:cubicBezTo>
                    <a:pt x="5842" y="10169"/>
                    <a:pt x="5931" y="10154"/>
                    <a:pt x="6015" y="10154"/>
                  </a:cubicBezTo>
                  <a:cubicBezTo>
                    <a:pt x="6233" y="10154"/>
                    <a:pt x="6422" y="10253"/>
                    <a:pt x="6645" y="10316"/>
                  </a:cubicBezTo>
                  <a:cubicBezTo>
                    <a:pt x="6719" y="10338"/>
                    <a:pt x="6791" y="10346"/>
                    <a:pt x="6862" y="10346"/>
                  </a:cubicBezTo>
                  <a:cubicBezTo>
                    <a:pt x="7072" y="10346"/>
                    <a:pt x="7268" y="10271"/>
                    <a:pt x="7475" y="10230"/>
                  </a:cubicBezTo>
                  <a:cubicBezTo>
                    <a:pt x="7577" y="10210"/>
                    <a:pt x="7682" y="10199"/>
                    <a:pt x="7788" y="10199"/>
                  </a:cubicBezTo>
                  <a:cubicBezTo>
                    <a:pt x="8028" y="10199"/>
                    <a:pt x="8270" y="10254"/>
                    <a:pt x="8480" y="10371"/>
                  </a:cubicBezTo>
                  <a:cubicBezTo>
                    <a:pt x="9211" y="10778"/>
                    <a:pt x="9338" y="11661"/>
                    <a:pt x="10256" y="11825"/>
                  </a:cubicBezTo>
                  <a:cubicBezTo>
                    <a:pt x="10354" y="11843"/>
                    <a:pt x="10439" y="11851"/>
                    <a:pt x="10518" y="11851"/>
                  </a:cubicBezTo>
                  <a:cubicBezTo>
                    <a:pt x="10692" y="11851"/>
                    <a:pt x="10839" y="11812"/>
                    <a:pt x="11041" y="11750"/>
                  </a:cubicBezTo>
                  <a:cubicBezTo>
                    <a:pt x="11129" y="11723"/>
                    <a:pt x="11187" y="11711"/>
                    <a:pt x="11241" y="11711"/>
                  </a:cubicBezTo>
                  <a:cubicBezTo>
                    <a:pt x="11305" y="11711"/>
                    <a:pt x="11365" y="11728"/>
                    <a:pt x="11466" y="11760"/>
                  </a:cubicBezTo>
                  <a:cubicBezTo>
                    <a:pt x="11868" y="11885"/>
                    <a:pt x="12164" y="12152"/>
                    <a:pt x="12563" y="12266"/>
                  </a:cubicBezTo>
                  <a:cubicBezTo>
                    <a:pt x="13079" y="12415"/>
                    <a:pt x="13560" y="12403"/>
                    <a:pt x="14075" y="12423"/>
                  </a:cubicBezTo>
                  <a:cubicBezTo>
                    <a:pt x="14160" y="12426"/>
                    <a:pt x="14238" y="12441"/>
                    <a:pt x="14312" y="12441"/>
                  </a:cubicBezTo>
                  <a:cubicBezTo>
                    <a:pt x="14387" y="12441"/>
                    <a:pt x="14458" y="12425"/>
                    <a:pt x="14525" y="12365"/>
                  </a:cubicBezTo>
                  <a:cubicBezTo>
                    <a:pt x="14705" y="12205"/>
                    <a:pt x="14604" y="12004"/>
                    <a:pt x="14646" y="11811"/>
                  </a:cubicBezTo>
                  <a:cubicBezTo>
                    <a:pt x="14698" y="11578"/>
                    <a:pt x="14823" y="11499"/>
                    <a:pt x="14978" y="11491"/>
                  </a:cubicBezTo>
                  <a:cubicBezTo>
                    <a:pt x="14966" y="11468"/>
                    <a:pt x="14952" y="11443"/>
                    <a:pt x="14938" y="11416"/>
                  </a:cubicBezTo>
                  <a:cubicBezTo>
                    <a:pt x="14895" y="11341"/>
                    <a:pt x="14847" y="11256"/>
                    <a:pt x="14804" y="11152"/>
                  </a:cubicBezTo>
                  <a:cubicBezTo>
                    <a:pt x="14754" y="11030"/>
                    <a:pt x="14721" y="10900"/>
                    <a:pt x="14691" y="10773"/>
                  </a:cubicBezTo>
                  <a:cubicBezTo>
                    <a:pt x="14676" y="10710"/>
                    <a:pt x="14660" y="10647"/>
                    <a:pt x="14643" y="10586"/>
                  </a:cubicBezTo>
                  <a:cubicBezTo>
                    <a:pt x="14626" y="10528"/>
                    <a:pt x="14604" y="10467"/>
                    <a:pt x="14582" y="10406"/>
                  </a:cubicBezTo>
                  <a:cubicBezTo>
                    <a:pt x="14530" y="10263"/>
                    <a:pt x="14476" y="10116"/>
                    <a:pt x="14469" y="9967"/>
                  </a:cubicBezTo>
                  <a:cubicBezTo>
                    <a:pt x="14461" y="9829"/>
                    <a:pt x="14517" y="9689"/>
                    <a:pt x="14572" y="9554"/>
                  </a:cubicBezTo>
                  <a:cubicBezTo>
                    <a:pt x="14684" y="9278"/>
                    <a:pt x="14710" y="9164"/>
                    <a:pt x="14541" y="9068"/>
                  </a:cubicBezTo>
                  <a:cubicBezTo>
                    <a:pt x="14483" y="9035"/>
                    <a:pt x="14384" y="9021"/>
                    <a:pt x="14288" y="9007"/>
                  </a:cubicBezTo>
                  <a:cubicBezTo>
                    <a:pt x="14194" y="8994"/>
                    <a:pt x="14095" y="8980"/>
                    <a:pt x="14009" y="8946"/>
                  </a:cubicBezTo>
                  <a:lnTo>
                    <a:pt x="13987" y="8936"/>
                  </a:lnTo>
                  <a:cubicBezTo>
                    <a:pt x="13865" y="8888"/>
                    <a:pt x="13728" y="8833"/>
                    <a:pt x="13626" y="8717"/>
                  </a:cubicBezTo>
                  <a:cubicBezTo>
                    <a:pt x="13463" y="8527"/>
                    <a:pt x="13526" y="8412"/>
                    <a:pt x="13604" y="8312"/>
                  </a:cubicBezTo>
                  <a:cubicBezTo>
                    <a:pt x="13634" y="8276"/>
                    <a:pt x="13658" y="8243"/>
                    <a:pt x="13669" y="8197"/>
                  </a:cubicBezTo>
                  <a:cubicBezTo>
                    <a:pt x="13678" y="8153"/>
                    <a:pt x="13673" y="8091"/>
                    <a:pt x="13669" y="8026"/>
                  </a:cubicBezTo>
                  <a:cubicBezTo>
                    <a:pt x="13662" y="7954"/>
                    <a:pt x="13656" y="7873"/>
                    <a:pt x="13669" y="7794"/>
                  </a:cubicBezTo>
                  <a:cubicBezTo>
                    <a:pt x="13675" y="7757"/>
                    <a:pt x="13678" y="7724"/>
                    <a:pt x="13681" y="7692"/>
                  </a:cubicBezTo>
                  <a:cubicBezTo>
                    <a:pt x="13691" y="7575"/>
                    <a:pt x="13702" y="7429"/>
                    <a:pt x="13913" y="7372"/>
                  </a:cubicBezTo>
                  <a:cubicBezTo>
                    <a:pt x="13959" y="7360"/>
                    <a:pt x="14005" y="7355"/>
                    <a:pt x="14049" y="7355"/>
                  </a:cubicBezTo>
                  <a:cubicBezTo>
                    <a:pt x="14104" y="7355"/>
                    <a:pt x="14157" y="7362"/>
                    <a:pt x="14207" y="7369"/>
                  </a:cubicBezTo>
                  <a:cubicBezTo>
                    <a:pt x="14251" y="7375"/>
                    <a:pt x="14293" y="7380"/>
                    <a:pt x="14333" y="7380"/>
                  </a:cubicBezTo>
                  <a:cubicBezTo>
                    <a:pt x="14370" y="7380"/>
                    <a:pt x="14406" y="7375"/>
                    <a:pt x="14439" y="7361"/>
                  </a:cubicBezTo>
                  <a:cubicBezTo>
                    <a:pt x="14473" y="7349"/>
                    <a:pt x="14508" y="7316"/>
                    <a:pt x="14546" y="7280"/>
                  </a:cubicBezTo>
                  <a:cubicBezTo>
                    <a:pt x="14589" y="7239"/>
                    <a:pt x="14638" y="7192"/>
                    <a:pt x="14701" y="7165"/>
                  </a:cubicBezTo>
                  <a:cubicBezTo>
                    <a:pt x="14757" y="7141"/>
                    <a:pt x="14810" y="7137"/>
                    <a:pt x="14858" y="7137"/>
                  </a:cubicBezTo>
                  <a:cubicBezTo>
                    <a:pt x="14869" y="7137"/>
                    <a:pt x="14880" y="7137"/>
                    <a:pt x="14891" y="7137"/>
                  </a:cubicBezTo>
                  <a:cubicBezTo>
                    <a:pt x="14902" y="7138"/>
                    <a:pt x="14913" y="7138"/>
                    <a:pt x="14924" y="7138"/>
                  </a:cubicBezTo>
                  <a:cubicBezTo>
                    <a:pt x="14950" y="7138"/>
                    <a:pt x="14974" y="7136"/>
                    <a:pt x="14999" y="7129"/>
                  </a:cubicBezTo>
                  <a:cubicBezTo>
                    <a:pt x="15087" y="7104"/>
                    <a:pt x="15087" y="7104"/>
                    <a:pt x="15079" y="6958"/>
                  </a:cubicBezTo>
                  <a:lnTo>
                    <a:pt x="15076" y="6897"/>
                  </a:lnTo>
                  <a:cubicBezTo>
                    <a:pt x="15071" y="6772"/>
                    <a:pt x="15046" y="6651"/>
                    <a:pt x="15019" y="6522"/>
                  </a:cubicBezTo>
                  <a:cubicBezTo>
                    <a:pt x="14996" y="6408"/>
                    <a:pt x="14971" y="6288"/>
                    <a:pt x="14961" y="6165"/>
                  </a:cubicBezTo>
                  <a:cubicBezTo>
                    <a:pt x="14958" y="6125"/>
                    <a:pt x="14955" y="6091"/>
                    <a:pt x="14952" y="6059"/>
                  </a:cubicBezTo>
                  <a:cubicBezTo>
                    <a:pt x="14925" y="5802"/>
                    <a:pt x="14928" y="5674"/>
                    <a:pt x="15276" y="5532"/>
                  </a:cubicBezTo>
                  <a:cubicBezTo>
                    <a:pt x="15303" y="5521"/>
                    <a:pt x="15330" y="5512"/>
                    <a:pt x="15355" y="5501"/>
                  </a:cubicBezTo>
                  <a:cubicBezTo>
                    <a:pt x="15515" y="5443"/>
                    <a:pt x="15568" y="5412"/>
                    <a:pt x="15570" y="5349"/>
                  </a:cubicBezTo>
                  <a:cubicBezTo>
                    <a:pt x="15574" y="5258"/>
                    <a:pt x="15546" y="5162"/>
                    <a:pt x="15516" y="5059"/>
                  </a:cubicBezTo>
                  <a:cubicBezTo>
                    <a:pt x="15482" y="4943"/>
                    <a:pt x="15447" y="4822"/>
                    <a:pt x="15452" y="4690"/>
                  </a:cubicBezTo>
                  <a:cubicBezTo>
                    <a:pt x="15353" y="4574"/>
                    <a:pt x="15217" y="4477"/>
                    <a:pt x="15143" y="4350"/>
                  </a:cubicBezTo>
                  <a:cubicBezTo>
                    <a:pt x="14971" y="4047"/>
                    <a:pt x="14963" y="3669"/>
                    <a:pt x="14817" y="3355"/>
                  </a:cubicBezTo>
                  <a:cubicBezTo>
                    <a:pt x="14647" y="2995"/>
                    <a:pt x="14346" y="2618"/>
                    <a:pt x="14100" y="2304"/>
                  </a:cubicBezTo>
                  <a:cubicBezTo>
                    <a:pt x="13902" y="2050"/>
                    <a:pt x="13586" y="1912"/>
                    <a:pt x="13272" y="1912"/>
                  </a:cubicBezTo>
                  <a:cubicBezTo>
                    <a:pt x="13134" y="1912"/>
                    <a:pt x="12996" y="1938"/>
                    <a:pt x="12869" y="1994"/>
                  </a:cubicBezTo>
                  <a:cubicBezTo>
                    <a:pt x="12507" y="2150"/>
                    <a:pt x="12322" y="2605"/>
                    <a:pt x="11947" y="2605"/>
                  </a:cubicBezTo>
                  <a:cubicBezTo>
                    <a:pt x="11870" y="2605"/>
                    <a:pt x="11785" y="2586"/>
                    <a:pt x="11689" y="2541"/>
                  </a:cubicBezTo>
                  <a:cubicBezTo>
                    <a:pt x="11521" y="2463"/>
                    <a:pt x="11385" y="2282"/>
                    <a:pt x="11239" y="2157"/>
                  </a:cubicBezTo>
                  <a:cubicBezTo>
                    <a:pt x="10966" y="1922"/>
                    <a:pt x="10685" y="1751"/>
                    <a:pt x="10325" y="1668"/>
                  </a:cubicBezTo>
                  <a:cubicBezTo>
                    <a:pt x="10202" y="1639"/>
                    <a:pt x="10086" y="1629"/>
                    <a:pt x="9974" y="1629"/>
                  </a:cubicBezTo>
                  <a:cubicBezTo>
                    <a:pt x="9627" y="1629"/>
                    <a:pt x="9316" y="1731"/>
                    <a:pt x="8936" y="1731"/>
                  </a:cubicBezTo>
                  <a:cubicBezTo>
                    <a:pt x="8919" y="1731"/>
                    <a:pt x="8903" y="1731"/>
                    <a:pt x="8886" y="1730"/>
                  </a:cubicBezTo>
                  <a:cubicBezTo>
                    <a:pt x="8869" y="1731"/>
                    <a:pt x="8852" y="1732"/>
                    <a:pt x="8835" y="1732"/>
                  </a:cubicBezTo>
                  <a:cubicBezTo>
                    <a:pt x="8284" y="1732"/>
                    <a:pt x="7976" y="1215"/>
                    <a:pt x="7696" y="830"/>
                  </a:cubicBezTo>
                  <a:cubicBezTo>
                    <a:pt x="7564" y="650"/>
                    <a:pt x="7357" y="239"/>
                    <a:pt x="7131" y="174"/>
                  </a:cubicBezTo>
                  <a:cubicBezTo>
                    <a:pt x="7102" y="166"/>
                    <a:pt x="7073" y="163"/>
                    <a:pt x="7044" y="163"/>
                  </a:cubicBezTo>
                  <a:cubicBezTo>
                    <a:pt x="6878" y="163"/>
                    <a:pt x="6717" y="278"/>
                    <a:pt x="6562" y="306"/>
                  </a:cubicBezTo>
                  <a:cubicBezTo>
                    <a:pt x="6531" y="311"/>
                    <a:pt x="6502" y="314"/>
                    <a:pt x="6473" y="314"/>
                  </a:cubicBezTo>
                  <a:cubicBezTo>
                    <a:pt x="6239" y="314"/>
                    <a:pt x="6050" y="152"/>
                    <a:pt x="5842" y="57"/>
                  </a:cubicBezTo>
                  <a:cubicBezTo>
                    <a:pt x="5792" y="33"/>
                    <a:pt x="5740" y="16"/>
                    <a:pt x="5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90;p37">
              <a:extLst>
                <a:ext uri="{FF2B5EF4-FFF2-40B4-BE49-F238E27FC236}">
                  <a16:creationId xmlns:a16="http://schemas.microsoft.com/office/drawing/2014/main" id="{5E6DD3DA-C8F3-FF28-FF32-3EDB32695EEC}"/>
                </a:ext>
              </a:extLst>
            </p:cNvPr>
            <p:cNvSpPr/>
            <p:nvPr/>
          </p:nvSpPr>
          <p:spPr>
            <a:xfrm>
              <a:off x="2813024" y="1368725"/>
              <a:ext cx="611800" cy="490247"/>
            </a:xfrm>
            <a:custGeom>
              <a:avLst/>
              <a:gdLst/>
              <a:ahLst/>
              <a:cxnLst/>
              <a:rect l="l" t="t" r="r" b="b"/>
              <a:pathLst>
                <a:path w="8842" h="7085" extrusionOk="0">
                  <a:moveTo>
                    <a:pt x="6197" y="0"/>
                  </a:moveTo>
                  <a:cubicBezTo>
                    <a:pt x="6114" y="0"/>
                    <a:pt x="6010" y="33"/>
                    <a:pt x="5875" y="110"/>
                  </a:cubicBezTo>
                  <a:cubicBezTo>
                    <a:pt x="5690" y="217"/>
                    <a:pt x="5637" y="307"/>
                    <a:pt x="5412" y="308"/>
                  </a:cubicBezTo>
                  <a:cubicBezTo>
                    <a:pt x="5407" y="308"/>
                    <a:pt x="5402" y="308"/>
                    <a:pt x="5397" y="308"/>
                  </a:cubicBezTo>
                  <a:cubicBezTo>
                    <a:pt x="5305" y="308"/>
                    <a:pt x="5220" y="305"/>
                    <a:pt x="5140" y="305"/>
                  </a:cubicBezTo>
                  <a:cubicBezTo>
                    <a:pt x="4927" y="305"/>
                    <a:pt x="4745" y="330"/>
                    <a:pt x="4539" y="514"/>
                  </a:cubicBezTo>
                  <a:cubicBezTo>
                    <a:pt x="4259" y="763"/>
                    <a:pt x="4109" y="1064"/>
                    <a:pt x="4054" y="1428"/>
                  </a:cubicBezTo>
                  <a:cubicBezTo>
                    <a:pt x="4021" y="1640"/>
                    <a:pt x="4026" y="1872"/>
                    <a:pt x="3866" y="2015"/>
                  </a:cubicBezTo>
                  <a:cubicBezTo>
                    <a:pt x="3689" y="2175"/>
                    <a:pt x="3274" y="2342"/>
                    <a:pt x="3353" y="2673"/>
                  </a:cubicBezTo>
                  <a:cubicBezTo>
                    <a:pt x="3369" y="2741"/>
                    <a:pt x="3441" y="2755"/>
                    <a:pt x="3474" y="2807"/>
                  </a:cubicBezTo>
                  <a:cubicBezTo>
                    <a:pt x="3582" y="2971"/>
                    <a:pt x="3696" y="3158"/>
                    <a:pt x="3736" y="3356"/>
                  </a:cubicBezTo>
                  <a:cubicBezTo>
                    <a:pt x="3792" y="3633"/>
                    <a:pt x="3689" y="3925"/>
                    <a:pt x="3439" y="4088"/>
                  </a:cubicBezTo>
                  <a:cubicBezTo>
                    <a:pt x="3385" y="4124"/>
                    <a:pt x="3334" y="4137"/>
                    <a:pt x="3286" y="4137"/>
                  </a:cubicBezTo>
                  <a:cubicBezTo>
                    <a:pt x="3146" y="4137"/>
                    <a:pt x="3022" y="4024"/>
                    <a:pt x="2856" y="4024"/>
                  </a:cubicBezTo>
                  <a:cubicBezTo>
                    <a:pt x="2835" y="4024"/>
                    <a:pt x="2814" y="4026"/>
                    <a:pt x="2791" y="4030"/>
                  </a:cubicBezTo>
                  <a:cubicBezTo>
                    <a:pt x="2307" y="4118"/>
                    <a:pt x="2123" y="4783"/>
                    <a:pt x="1999" y="5166"/>
                  </a:cubicBezTo>
                  <a:cubicBezTo>
                    <a:pt x="1913" y="5440"/>
                    <a:pt x="1819" y="5709"/>
                    <a:pt x="1689" y="5969"/>
                  </a:cubicBezTo>
                  <a:cubicBezTo>
                    <a:pt x="1592" y="6163"/>
                    <a:pt x="1514" y="6253"/>
                    <a:pt x="1433" y="6253"/>
                  </a:cubicBezTo>
                  <a:cubicBezTo>
                    <a:pt x="1348" y="6253"/>
                    <a:pt x="1259" y="6154"/>
                    <a:pt x="1141" y="5975"/>
                  </a:cubicBezTo>
                  <a:cubicBezTo>
                    <a:pt x="1019" y="5790"/>
                    <a:pt x="845" y="5478"/>
                    <a:pt x="617" y="5407"/>
                  </a:cubicBezTo>
                  <a:cubicBezTo>
                    <a:pt x="570" y="5393"/>
                    <a:pt x="527" y="5386"/>
                    <a:pt x="486" y="5386"/>
                  </a:cubicBezTo>
                  <a:cubicBezTo>
                    <a:pt x="265" y="5386"/>
                    <a:pt x="143" y="5586"/>
                    <a:pt x="90" y="5784"/>
                  </a:cubicBezTo>
                  <a:cubicBezTo>
                    <a:pt x="71" y="5854"/>
                    <a:pt x="1" y="6065"/>
                    <a:pt x="20" y="6126"/>
                  </a:cubicBezTo>
                  <a:cubicBezTo>
                    <a:pt x="92" y="6352"/>
                    <a:pt x="553" y="6350"/>
                    <a:pt x="704" y="6535"/>
                  </a:cubicBezTo>
                  <a:cubicBezTo>
                    <a:pt x="854" y="6721"/>
                    <a:pt x="1012" y="6920"/>
                    <a:pt x="1249" y="6920"/>
                  </a:cubicBezTo>
                  <a:cubicBezTo>
                    <a:pt x="1319" y="6920"/>
                    <a:pt x="1395" y="6902"/>
                    <a:pt x="1480" y="6863"/>
                  </a:cubicBezTo>
                  <a:cubicBezTo>
                    <a:pt x="1689" y="6766"/>
                    <a:pt x="1787" y="6562"/>
                    <a:pt x="2020" y="6477"/>
                  </a:cubicBezTo>
                  <a:cubicBezTo>
                    <a:pt x="2134" y="6435"/>
                    <a:pt x="2277" y="6389"/>
                    <a:pt x="2408" y="6389"/>
                  </a:cubicBezTo>
                  <a:cubicBezTo>
                    <a:pt x="2435" y="6389"/>
                    <a:pt x="2462" y="6391"/>
                    <a:pt x="2487" y="6396"/>
                  </a:cubicBezTo>
                  <a:cubicBezTo>
                    <a:pt x="2650" y="6422"/>
                    <a:pt x="2801" y="6543"/>
                    <a:pt x="2969" y="6593"/>
                  </a:cubicBezTo>
                  <a:cubicBezTo>
                    <a:pt x="3177" y="6656"/>
                    <a:pt x="3401" y="6686"/>
                    <a:pt x="3605" y="6750"/>
                  </a:cubicBezTo>
                  <a:cubicBezTo>
                    <a:pt x="3889" y="6838"/>
                    <a:pt x="4170" y="7084"/>
                    <a:pt x="4481" y="7084"/>
                  </a:cubicBezTo>
                  <a:cubicBezTo>
                    <a:pt x="4509" y="7084"/>
                    <a:pt x="4537" y="7082"/>
                    <a:pt x="4565" y="7078"/>
                  </a:cubicBezTo>
                  <a:cubicBezTo>
                    <a:pt x="4771" y="7047"/>
                    <a:pt x="4785" y="6876"/>
                    <a:pt x="4950" y="6800"/>
                  </a:cubicBezTo>
                  <a:cubicBezTo>
                    <a:pt x="5002" y="6775"/>
                    <a:pt x="5090" y="6766"/>
                    <a:pt x="5184" y="6766"/>
                  </a:cubicBezTo>
                  <a:cubicBezTo>
                    <a:pt x="5321" y="6766"/>
                    <a:pt x="5471" y="6787"/>
                    <a:pt x="5543" y="6813"/>
                  </a:cubicBezTo>
                  <a:cubicBezTo>
                    <a:pt x="5612" y="6839"/>
                    <a:pt x="5673" y="6874"/>
                    <a:pt x="5731" y="6912"/>
                  </a:cubicBezTo>
                  <a:cubicBezTo>
                    <a:pt x="5742" y="6904"/>
                    <a:pt x="5753" y="6896"/>
                    <a:pt x="5762" y="6888"/>
                  </a:cubicBezTo>
                  <a:cubicBezTo>
                    <a:pt x="5822" y="6844"/>
                    <a:pt x="5878" y="6802"/>
                    <a:pt x="5927" y="6763"/>
                  </a:cubicBezTo>
                  <a:cubicBezTo>
                    <a:pt x="6487" y="6308"/>
                    <a:pt x="6562" y="6027"/>
                    <a:pt x="6291" y="5398"/>
                  </a:cubicBezTo>
                  <a:cubicBezTo>
                    <a:pt x="6132" y="5033"/>
                    <a:pt x="6175" y="4899"/>
                    <a:pt x="6277" y="4656"/>
                  </a:cubicBezTo>
                  <a:cubicBezTo>
                    <a:pt x="6300" y="4601"/>
                    <a:pt x="6327" y="4537"/>
                    <a:pt x="6355" y="4458"/>
                  </a:cubicBezTo>
                  <a:cubicBezTo>
                    <a:pt x="6399" y="4330"/>
                    <a:pt x="6379" y="4170"/>
                    <a:pt x="6357" y="4000"/>
                  </a:cubicBezTo>
                  <a:cubicBezTo>
                    <a:pt x="6333" y="3825"/>
                    <a:pt x="6310" y="3643"/>
                    <a:pt x="6349" y="3456"/>
                  </a:cubicBezTo>
                  <a:cubicBezTo>
                    <a:pt x="6385" y="3293"/>
                    <a:pt x="6463" y="3171"/>
                    <a:pt x="6586" y="3095"/>
                  </a:cubicBezTo>
                  <a:cubicBezTo>
                    <a:pt x="6688" y="3032"/>
                    <a:pt x="6811" y="3008"/>
                    <a:pt x="6943" y="3008"/>
                  </a:cubicBezTo>
                  <a:cubicBezTo>
                    <a:pt x="7161" y="3008"/>
                    <a:pt x="7406" y="3073"/>
                    <a:pt x="7632" y="3133"/>
                  </a:cubicBezTo>
                  <a:cubicBezTo>
                    <a:pt x="7768" y="3169"/>
                    <a:pt x="7897" y="3202"/>
                    <a:pt x="7996" y="3215"/>
                  </a:cubicBezTo>
                  <a:cubicBezTo>
                    <a:pt x="8068" y="3223"/>
                    <a:pt x="8145" y="3229"/>
                    <a:pt x="8223" y="3229"/>
                  </a:cubicBezTo>
                  <a:cubicBezTo>
                    <a:pt x="8424" y="3229"/>
                    <a:pt x="8627" y="3194"/>
                    <a:pt x="8741" y="3097"/>
                  </a:cubicBezTo>
                  <a:cubicBezTo>
                    <a:pt x="8800" y="3047"/>
                    <a:pt x="8832" y="2981"/>
                    <a:pt x="8835" y="2896"/>
                  </a:cubicBezTo>
                  <a:cubicBezTo>
                    <a:pt x="8841" y="2703"/>
                    <a:pt x="8678" y="2523"/>
                    <a:pt x="8523" y="2349"/>
                  </a:cubicBezTo>
                  <a:cubicBezTo>
                    <a:pt x="8430" y="2247"/>
                    <a:pt x="8345" y="2151"/>
                    <a:pt x="8286" y="2048"/>
                  </a:cubicBezTo>
                  <a:cubicBezTo>
                    <a:pt x="7952" y="1472"/>
                    <a:pt x="8239" y="1160"/>
                    <a:pt x="8516" y="859"/>
                  </a:cubicBezTo>
                  <a:cubicBezTo>
                    <a:pt x="8527" y="846"/>
                    <a:pt x="8540" y="834"/>
                    <a:pt x="8551" y="821"/>
                  </a:cubicBezTo>
                  <a:cubicBezTo>
                    <a:pt x="8529" y="769"/>
                    <a:pt x="8490" y="725"/>
                    <a:pt x="8389" y="696"/>
                  </a:cubicBezTo>
                  <a:cubicBezTo>
                    <a:pt x="8347" y="683"/>
                    <a:pt x="8309" y="677"/>
                    <a:pt x="8274" y="677"/>
                  </a:cubicBezTo>
                  <a:cubicBezTo>
                    <a:pt x="7995" y="677"/>
                    <a:pt x="7908" y="1038"/>
                    <a:pt x="7684" y="1165"/>
                  </a:cubicBezTo>
                  <a:cubicBezTo>
                    <a:pt x="7625" y="1198"/>
                    <a:pt x="7559" y="1212"/>
                    <a:pt x="7490" y="1212"/>
                  </a:cubicBezTo>
                  <a:cubicBezTo>
                    <a:pt x="7198" y="1212"/>
                    <a:pt x="6843" y="954"/>
                    <a:pt x="6706" y="746"/>
                  </a:cubicBezTo>
                  <a:cubicBezTo>
                    <a:pt x="6521" y="462"/>
                    <a:pt x="6509" y="0"/>
                    <a:pt x="6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91;p37">
              <a:extLst>
                <a:ext uri="{FF2B5EF4-FFF2-40B4-BE49-F238E27FC236}">
                  <a16:creationId xmlns:a16="http://schemas.microsoft.com/office/drawing/2014/main" id="{70B37C34-68D8-52D1-FCD6-A2180369E289}"/>
                </a:ext>
              </a:extLst>
            </p:cNvPr>
            <p:cNvSpPr/>
            <p:nvPr/>
          </p:nvSpPr>
          <p:spPr>
            <a:xfrm>
              <a:off x="4806933" y="2095320"/>
              <a:ext cx="330117" cy="309440"/>
            </a:xfrm>
            <a:custGeom>
              <a:avLst/>
              <a:gdLst/>
              <a:ahLst/>
              <a:cxnLst/>
              <a:rect l="l" t="t" r="r" b="b"/>
              <a:pathLst>
                <a:path w="4771" h="4472" extrusionOk="0">
                  <a:moveTo>
                    <a:pt x="2570" y="1"/>
                  </a:moveTo>
                  <a:cubicBezTo>
                    <a:pt x="2481" y="120"/>
                    <a:pt x="2360" y="205"/>
                    <a:pt x="2241" y="288"/>
                  </a:cubicBezTo>
                  <a:cubicBezTo>
                    <a:pt x="2120" y="373"/>
                    <a:pt x="2006" y="453"/>
                    <a:pt x="1947" y="556"/>
                  </a:cubicBezTo>
                  <a:cubicBezTo>
                    <a:pt x="1935" y="577"/>
                    <a:pt x="1933" y="602"/>
                    <a:pt x="1930" y="641"/>
                  </a:cubicBezTo>
                  <a:cubicBezTo>
                    <a:pt x="1926" y="696"/>
                    <a:pt x="1919" y="763"/>
                    <a:pt x="1874" y="831"/>
                  </a:cubicBezTo>
                  <a:cubicBezTo>
                    <a:pt x="1813" y="918"/>
                    <a:pt x="1701" y="1005"/>
                    <a:pt x="1490" y="1005"/>
                  </a:cubicBezTo>
                  <a:cubicBezTo>
                    <a:pt x="1406" y="1005"/>
                    <a:pt x="1306" y="991"/>
                    <a:pt x="1187" y="958"/>
                  </a:cubicBezTo>
                  <a:cubicBezTo>
                    <a:pt x="1113" y="937"/>
                    <a:pt x="986" y="925"/>
                    <a:pt x="856" y="925"/>
                  </a:cubicBezTo>
                  <a:cubicBezTo>
                    <a:pt x="674" y="925"/>
                    <a:pt x="488" y="949"/>
                    <a:pt x="439" y="1010"/>
                  </a:cubicBezTo>
                  <a:cubicBezTo>
                    <a:pt x="435" y="1013"/>
                    <a:pt x="426" y="1025"/>
                    <a:pt x="451" y="1071"/>
                  </a:cubicBezTo>
                  <a:cubicBezTo>
                    <a:pt x="487" y="1138"/>
                    <a:pt x="523" y="1198"/>
                    <a:pt x="558" y="1254"/>
                  </a:cubicBezTo>
                  <a:cubicBezTo>
                    <a:pt x="658" y="1416"/>
                    <a:pt x="752" y="1568"/>
                    <a:pt x="770" y="1822"/>
                  </a:cubicBezTo>
                  <a:lnTo>
                    <a:pt x="776" y="1910"/>
                  </a:lnTo>
                  <a:lnTo>
                    <a:pt x="693" y="1937"/>
                  </a:lnTo>
                  <a:cubicBezTo>
                    <a:pt x="599" y="1966"/>
                    <a:pt x="501" y="1976"/>
                    <a:pt x="406" y="1985"/>
                  </a:cubicBezTo>
                  <a:cubicBezTo>
                    <a:pt x="250" y="2001"/>
                    <a:pt x="117" y="2015"/>
                    <a:pt x="42" y="2106"/>
                  </a:cubicBezTo>
                  <a:cubicBezTo>
                    <a:pt x="31" y="2120"/>
                    <a:pt x="15" y="2153"/>
                    <a:pt x="1" y="2189"/>
                  </a:cubicBezTo>
                  <a:cubicBezTo>
                    <a:pt x="249" y="2231"/>
                    <a:pt x="493" y="2308"/>
                    <a:pt x="727" y="2448"/>
                  </a:cubicBezTo>
                  <a:cubicBezTo>
                    <a:pt x="961" y="2587"/>
                    <a:pt x="1122" y="2835"/>
                    <a:pt x="1345" y="2992"/>
                  </a:cubicBezTo>
                  <a:cubicBezTo>
                    <a:pt x="1786" y="3303"/>
                    <a:pt x="2362" y="3171"/>
                    <a:pt x="2829" y="3383"/>
                  </a:cubicBezTo>
                  <a:cubicBezTo>
                    <a:pt x="3160" y="3533"/>
                    <a:pt x="3383" y="3756"/>
                    <a:pt x="3623" y="4013"/>
                  </a:cubicBezTo>
                  <a:cubicBezTo>
                    <a:pt x="3860" y="4269"/>
                    <a:pt x="4159" y="4371"/>
                    <a:pt x="4478" y="4471"/>
                  </a:cubicBezTo>
                  <a:cubicBezTo>
                    <a:pt x="4485" y="4456"/>
                    <a:pt x="4493" y="4440"/>
                    <a:pt x="4501" y="4426"/>
                  </a:cubicBezTo>
                  <a:cubicBezTo>
                    <a:pt x="4567" y="4303"/>
                    <a:pt x="4633" y="4181"/>
                    <a:pt x="4692" y="4057"/>
                  </a:cubicBezTo>
                  <a:cubicBezTo>
                    <a:pt x="4771" y="3892"/>
                    <a:pt x="4743" y="3714"/>
                    <a:pt x="4598" y="3460"/>
                  </a:cubicBezTo>
                  <a:cubicBezTo>
                    <a:pt x="4567" y="3405"/>
                    <a:pt x="4534" y="3356"/>
                    <a:pt x="4503" y="3311"/>
                  </a:cubicBezTo>
                  <a:cubicBezTo>
                    <a:pt x="4405" y="3168"/>
                    <a:pt x="4305" y="3019"/>
                    <a:pt x="4325" y="2768"/>
                  </a:cubicBezTo>
                  <a:cubicBezTo>
                    <a:pt x="4338" y="2619"/>
                    <a:pt x="4401" y="2493"/>
                    <a:pt x="4457" y="2380"/>
                  </a:cubicBezTo>
                  <a:cubicBezTo>
                    <a:pt x="4501" y="2293"/>
                    <a:pt x="4542" y="2208"/>
                    <a:pt x="4553" y="2126"/>
                  </a:cubicBezTo>
                  <a:cubicBezTo>
                    <a:pt x="4570" y="1987"/>
                    <a:pt x="4407" y="1758"/>
                    <a:pt x="4291" y="1720"/>
                  </a:cubicBezTo>
                  <a:cubicBezTo>
                    <a:pt x="4259" y="1709"/>
                    <a:pt x="4226" y="1706"/>
                    <a:pt x="4191" y="1706"/>
                  </a:cubicBezTo>
                  <a:cubicBezTo>
                    <a:pt x="4160" y="1706"/>
                    <a:pt x="4128" y="1708"/>
                    <a:pt x="4095" y="1711"/>
                  </a:cubicBezTo>
                  <a:cubicBezTo>
                    <a:pt x="4059" y="1714"/>
                    <a:pt x="4022" y="1717"/>
                    <a:pt x="3984" y="1717"/>
                  </a:cubicBezTo>
                  <a:cubicBezTo>
                    <a:pt x="3901" y="1717"/>
                    <a:pt x="3813" y="1702"/>
                    <a:pt x="3729" y="1639"/>
                  </a:cubicBezTo>
                  <a:cubicBezTo>
                    <a:pt x="3643" y="1574"/>
                    <a:pt x="3598" y="1494"/>
                    <a:pt x="3552" y="1416"/>
                  </a:cubicBezTo>
                  <a:lnTo>
                    <a:pt x="3533" y="1384"/>
                  </a:lnTo>
                  <a:cubicBezTo>
                    <a:pt x="3510" y="1344"/>
                    <a:pt x="3485" y="1301"/>
                    <a:pt x="3477" y="1295"/>
                  </a:cubicBezTo>
                  <a:cubicBezTo>
                    <a:pt x="3469" y="1290"/>
                    <a:pt x="3428" y="1282"/>
                    <a:pt x="3411" y="1279"/>
                  </a:cubicBezTo>
                  <a:cubicBezTo>
                    <a:pt x="3356" y="1268"/>
                    <a:pt x="3307" y="1267"/>
                    <a:pt x="3260" y="1267"/>
                  </a:cubicBezTo>
                  <a:cubicBezTo>
                    <a:pt x="3133" y="1265"/>
                    <a:pt x="2989" y="1265"/>
                    <a:pt x="2876" y="1052"/>
                  </a:cubicBezTo>
                  <a:cubicBezTo>
                    <a:pt x="2798" y="901"/>
                    <a:pt x="2707" y="646"/>
                    <a:pt x="2685" y="450"/>
                  </a:cubicBezTo>
                  <a:lnTo>
                    <a:pt x="2680" y="403"/>
                  </a:lnTo>
                  <a:cubicBezTo>
                    <a:pt x="2669" y="288"/>
                    <a:pt x="2649" y="72"/>
                    <a:pt x="2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92;p37">
              <a:extLst>
                <a:ext uri="{FF2B5EF4-FFF2-40B4-BE49-F238E27FC236}">
                  <a16:creationId xmlns:a16="http://schemas.microsoft.com/office/drawing/2014/main" id="{C39EA337-9357-0E72-B6DA-69364002B2D5}"/>
                </a:ext>
              </a:extLst>
            </p:cNvPr>
            <p:cNvSpPr/>
            <p:nvPr/>
          </p:nvSpPr>
          <p:spPr>
            <a:xfrm>
              <a:off x="6115080" y="1832249"/>
              <a:ext cx="604258" cy="175963"/>
            </a:xfrm>
            <a:custGeom>
              <a:avLst/>
              <a:gdLst/>
              <a:ahLst/>
              <a:cxnLst/>
              <a:rect l="l" t="t" r="r" b="b"/>
              <a:pathLst>
                <a:path w="8733" h="2543" extrusionOk="0">
                  <a:moveTo>
                    <a:pt x="1425" y="0"/>
                  </a:moveTo>
                  <a:cubicBezTo>
                    <a:pt x="1290" y="0"/>
                    <a:pt x="1170" y="49"/>
                    <a:pt x="1084" y="202"/>
                  </a:cubicBezTo>
                  <a:cubicBezTo>
                    <a:pt x="987" y="374"/>
                    <a:pt x="956" y="489"/>
                    <a:pt x="794" y="598"/>
                  </a:cubicBezTo>
                  <a:cubicBezTo>
                    <a:pt x="614" y="721"/>
                    <a:pt x="404" y="795"/>
                    <a:pt x="338" y="1020"/>
                  </a:cubicBezTo>
                  <a:cubicBezTo>
                    <a:pt x="295" y="1168"/>
                    <a:pt x="338" y="1298"/>
                    <a:pt x="250" y="1425"/>
                  </a:cubicBezTo>
                  <a:cubicBezTo>
                    <a:pt x="162" y="1552"/>
                    <a:pt x="0" y="1601"/>
                    <a:pt x="109" y="1778"/>
                  </a:cubicBezTo>
                  <a:cubicBezTo>
                    <a:pt x="193" y="1917"/>
                    <a:pt x="394" y="1964"/>
                    <a:pt x="599" y="1964"/>
                  </a:cubicBezTo>
                  <a:cubicBezTo>
                    <a:pt x="778" y="1964"/>
                    <a:pt x="961" y="1928"/>
                    <a:pt x="1072" y="1885"/>
                  </a:cubicBezTo>
                  <a:cubicBezTo>
                    <a:pt x="1191" y="1836"/>
                    <a:pt x="1347" y="1795"/>
                    <a:pt x="1497" y="1795"/>
                  </a:cubicBezTo>
                  <a:cubicBezTo>
                    <a:pt x="1600" y="1795"/>
                    <a:pt x="1700" y="1815"/>
                    <a:pt x="1782" y="1866"/>
                  </a:cubicBezTo>
                  <a:cubicBezTo>
                    <a:pt x="1916" y="1949"/>
                    <a:pt x="1956" y="2140"/>
                    <a:pt x="2040" y="2272"/>
                  </a:cubicBezTo>
                  <a:cubicBezTo>
                    <a:pt x="2172" y="2478"/>
                    <a:pt x="2430" y="2535"/>
                    <a:pt x="2676" y="2535"/>
                  </a:cubicBezTo>
                  <a:cubicBezTo>
                    <a:pt x="2799" y="2535"/>
                    <a:pt x="2919" y="2521"/>
                    <a:pt x="3020" y="2504"/>
                  </a:cubicBezTo>
                  <a:cubicBezTo>
                    <a:pt x="3145" y="2484"/>
                    <a:pt x="3269" y="2476"/>
                    <a:pt x="3393" y="2476"/>
                  </a:cubicBezTo>
                  <a:cubicBezTo>
                    <a:pt x="3760" y="2476"/>
                    <a:pt x="4125" y="2542"/>
                    <a:pt x="4494" y="2542"/>
                  </a:cubicBezTo>
                  <a:cubicBezTo>
                    <a:pt x="4530" y="2542"/>
                    <a:pt x="4566" y="2542"/>
                    <a:pt x="4602" y="2540"/>
                  </a:cubicBezTo>
                  <a:cubicBezTo>
                    <a:pt x="4869" y="2529"/>
                    <a:pt x="5153" y="2517"/>
                    <a:pt x="5275" y="2278"/>
                  </a:cubicBezTo>
                  <a:cubicBezTo>
                    <a:pt x="5335" y="2159"/>
                    <a:pt x="5348" y="1886"/>
                    <a:pt x="5424" y="1798"/>
                  </a:cubicBezTo>
                  <a:cubicBezTo>
                    <a:pt x="5520" y="1689"/>
                    <a:pt x="5670" y="1662"/>
                    <a:pt x="5834" y="1662"/>
                  </a:cubicBezTo>
                  <a:cubicBezTo>
                    <a:pt x="5992" y="1662"/>
                    <a:pt x="6162" y="1687"/>
                    <a:pt x="6306" y="1687"/>
                  </a:cubicBezTo>
                  <a:cubicBezTo>
                    <a:pt x="6367" y="1687"/>
                    <a:pt x="6422" y="1682"/>
                    <a:pt x="6471" y="1670"/>
                  </a:cubicBezTo>
                  <a:cubicBezTo>
                    <a:pt x="6583" y="1641"/>
                    <a:pt x="6689" y="1579"/>
                    <a:pt x="6805" y="1579"/>
                  </a:cubicBezTo>
                  <a:cubicBezTo>
                    <a:pt x="6835" y="1579"/>
                    <a:pt x="6866" y="1583"/>
                    <a:pt x="6897" y="1593"/>
                  </a:cubicBezTo>
                  <a:cubicBezTo>
                    <a:pt x="7064" y="1645"/>
                    <a:pt x="7180" y="1817"/>
                    <a:pt x="7363" y="1833"/>
                  </a:cubicBezTo>
                  <a:cubicBezTo>
                    <a:pt x="7421" y="1728"/>
                    <a:pt x="7405" y="1596"/>
                    <a:pt x="7462" y="1488"/>
                  </a:cubicBezTo>
                  <a:cubicBezTo>
                    <a:pt x="7539" y="1340"/>
                    <a:pt x="7722" y="1209"/>
                    <a:pt x="7870" y="1143"/>
                  </a:cubicBezTo>
                  <a:cubicBezTo>
                    <a:pt x="8016" y="1077"/>
                    <a:pt x="8218" y="1025"/>
                    <a:pt x="8372" y="994"/>
                  </a:cubicBezTo>
                  <a:cubicBezTo>
                    <a:pt x="8403" y="988"/>
                    <a:pt x="8438" y="986"/>
                    <a:pt x="8475" y="986"/>
                  </a:cubicBezTo>
                  <a:cubicBezTo>
                    <a:pt x="8502" y="986"/>
                    <a:pt x="8529" y="987"/>
                    <a:pt x="8556" y="987"/>
                  </a:cubicBezTo>
                  <a:cubicBezTo>
                    <a:pt x="8623" y="987"/>
                    <a:pt x="8687" y="983"/>
                    <a:pt x="8732" y="953"/>
                  </a:cubicBezTo>
                  <a:cubicBezTo>
                    <a:pt x="8695" y="834"/>
                    <a:pt x="8624" y="721"/>
                    <a:pt x="8609" y="597"/>
                  </a:cubicBezTo>
                  <a:cubicBezTo>
                    <a:pt x="8599" y="509"/>
                    <a:pt x="8651" y="407"/>
                    <a:pt x="8627" y="321"/>
                  </a:cubicBezTo>
                  <a:cubicBezTo>
                    <a:pt x="8590" y="189"/>
                    <a:pt x="8452" y="145"/>
                    <a:pt x="8341" y="145"/>
                  </a:cubicBezTo>
                  <a:cubicBezTo>
                    <a:pt x="8306" y="145"/>
                    <a:pt x="8275" y="149"/>
                    <a:pt x="8249" y="156"/>
                  </a:cubicBezTo>
                  <a:cubicBezTo>
                    <a:pt x="8163" y="156"/>
                    <a:pt x="8076" y="157"/>
                    <a:pt x="7990" y="157"/>
                  </a:cubicBezTo>
                  <a:cubicBezTo>
                    <a:pt x="7753" y="157"/>
                    <a:pt x="7517" y="156"/>
                    <a:pt x="7281" y="156"/>
                  </a:cubicBezTo>
                  <a:cubicBezTo>
                    <a:pt x="7194" y="156"/>
                    <a:pt x="7108" y="156"/>
                    <a:pt x="7021" y="156"/>
                  </a:cubicBezTo>
                  <a:cubicBezTo>
                    <a:pt x="7019" y="156"/>
                    <a:pt x="7017" y="156"/>
                    <a:pt x="7015" y="156"/>
                  </a:cubicBezTo>
                  <a:cubicBezTo>
                    <a:pt x="6753" y="156"/>
                    <a:pt x="6528" y="52"/>
                    <a:pt x="6271" y="24"/>
                  </a:cubicBezTo>
                  <a:cubicBezTo>
                    <a:pt x="6120" y="8"/>
                    <a:pt x="5966" y="2"/>
                    <a:pt x="5811" y="2"/>
                  </a:cubicBezTo>
                  <a:cubicBezTo>
                    <a:pt x="5360" y="2"/>
                    <a:pt x="4899" y="57"/>
                    <a:pt x="4461" y="92"/>
                  </a:cubicBezTo>
                  <a:cubicBezTo>
                    <a:pt x="3901" y="136"/>
                    <a:pt x="3325" y="172"/>
                    <a:pt x="2755" y="172"/>
                  </a:cubicBezTo>
                  <a:cubicBezTo>
                    <a:pt x="2558" y="172"/>
                    <a:pt x="2361" y="167"/>
                    <a:pt x="2167" y="158"/>
                  </a:cubicBezTo>
                  <a:cubicBezTo>
                    <a:pt x="1939" y="147"/>
                    <a:pt x="1659" y="0"/>
                    <a:pt x="1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93;p37">
              <a:extLst>
                <a:ext uri="{FF2B5EF4-FFF2-40B4-BE49-F238E27FC236}">
                  <a16:creationId xmlns:a16="http://schemas.microsoft.com/office/drawing/2014/main" id="{CFF9D66B-DCBC-AD51-364C-34B21554A77E}"/>
                </a:ext>
              </a:extLst>
            </p:cNvPr>
            <p:cNvSpPr/>
            <p:nvPr/>
          </p:nvSpPr>
          <p:spPr>
            <a:xfrm>
              <a:off x="6776487" y="1926766"/>
              <a:ext cx="88843" cy="51827"/>
            </a:xfrm>
            <a:custGeom>
              <a:avLst/>
              <a:gdLst/>
              <a:ahLst/>
              <a:cxnLst/>
              <a:rect l="l" t="t" r="r" b="b"/>
              <a:pathLst>
                <a:path w="1284" h="749" extrusionOk="0">
                  <a:moveTo>
                    <a:pt x="651" y="0"/>
                  </a:moveTo>
                  <a:cubicBezTo>
                    <a:pt x="635" y="0"/>
                    <a:pt x="620" y="2"/>
                    <a:pt x="605" y="6"/>
                  </a:cubicBezTo>
                  <a:cubicBezTo>
                    <a:pt x="569" y="15"/>
                    <a:pt x="565" y="58"/>
                    <a:pt x="525" y="70"/>
                  </a:cubicBezTo>
                  <a:cubicBezTo>
                    <a:pt x="516" y="73"/>
                    <a:pt x="505" y="74"/>
                    <a:pt x="494" y="74"/>
                  </a:cubicBezTo>
                  <a:cubicBezTo>
                    <a:pt x="464" y="74"/>
                    <a:pt x="436" y="63"/>
                    <a:pt x="447" y="39"/>
                  </a:cubicBezTo>
                  <a:lnTo>
                    <a:pt x="447" y="39"/>
                  </a:lnTo>
                  <a:cubicBezTo>
                    <a:pt x="335" y="42"/>
                    <a:pt x="221" y="94"/>
                    <a:pt x="110" y="94"/>
                  </a:cubicBezTo>
                  <a:cubicBezTo>
                    <a:pt x="73" y="94"/>
                    <a:pt x="36" y="88"/>
                    <a:pt x="0" y="73"/>
                  </a:cubicBezTo>
                  <a:lnTo>
                    <a:pt x="0" y="73"/>
                  </a:lnTo>
                  <a:cubicBezTo>
                    <a:pt x="27" y="196"/>
                    <a:pt x="121" y="238"/>
                    <a:pt x="224" y="296"/>
                  </a:cubicBezTo>
                  <a:cubicBezTo>
                    <a:pt x="340" y="360"/>
                    <a:pt x="367" y="483"/>
                    <a:pt x="458" y="575"/>
                  </a:cubicBezTo>
                  <a:cubicBezTo>
                    <a:pt x="527" y="644"/>
                    <a:pt x="704" y="748"/>
                    <a:pt x="831" y="748"/>
                  </a:cubicBezTo>
                  <a:cubicBezTo>
                    <a:pt x="875" y="748"/>
                    <a:pt x="912" y="736"/>
                    <a:pt x="938" y="707"/>
                  </a:cubicBezTo>
                  <a:cubicBezTo>
                    <a:pt x="958" y="683"/>
                    <a:pt x="938" y="628"/>
                    <a:pt x="960" y="600"/>
                  </a:cubicBezTo>
                  <a:cubicBezTo>
                    <a:pt x="1031" y="512"/>
                    <a:pt x="1206" y="567"/>
                    <a:pt x="1283" y="478"/>
                  </a:cubicBezTo>
                  <a:cubicBezTo>
                    <a:pt x="1234" y="415"/>
                    <a:pt x="1145" y="335"/>
                    <a:pt x="1071" y="305"/>
                  </a:cubicBezTo>
                  <a:cubicBezTo>
                    <a:pt x="1020" y="283"/>
                    <a:pt x="943" y="298"/>
                    <a:pt x="896" y="266"/>
                  </a:cubicBezTo>
                  <a:cubicBezTo>
                    <a:pt x="817" y="216"/>
                    <a:pt x="842" y="128"/>
                    <a:pt x="794" y="65"/>
                  </a:cubicBezTo>
                  <a:cubicBezTo>
                    <a:pt x="762" y="24"/>
                    <a:pt x="706" y="0"/>
                    <a:pt x="6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Kotak Teks 19">
            <a:extLst>
              <a:ext uri="{FF2B5EF4-FFF2-40B4-BE49-F238E27FC236}">
                <a16:creationId xmlns:a16="http://schemas.microsoft.com/office/drawing/2014/main" id="{28EA2952-062E-ECCC-46BC-CABE211565A6}"/>
              </a:ext>
            </a:extLst>
          </p:cNvPr>
          <p:cNvSpPr txBox="1"/>
          <p:nvPr/>
        </p:nvSpPr>
        <p:spPr>
          <a:xfrm>
            <a:off x="7529289" y="7306584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Perencanaan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efisien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sangat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penting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untuk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memenuhi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kebutuhan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energi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pada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semakin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meningkat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Seiring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bertambahnya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jumlah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penduduk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pesatnya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perkembangan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industri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kebutuhan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pun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semakin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meningkat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Tanpa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perencanaan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tepat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sangatlah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berisiko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mengalami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pemadaman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kekurangan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pasokan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kegagalan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Oleh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karena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itu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perencanaan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efisien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terencana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sangat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penting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untuk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menjamin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keandalan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ketersediaan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pasokan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memadai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n-US" sz="12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6955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86;p25">
            <a:extLst>
              <a:ext uri="{FF2B5EF4-FFF2-40B4-BE49-F238E27FC236}">
                <a16:creationId xmlns:a16="http://schemas.microsoft.com/office/drawing/2014/main" id="{5B3F021F-DA15-AD4F-2888-940CFA23D087}"/>
              </a:ext>
            </a:extLst>
          </p:cNvPr>
          <p:cNvSpPr txBox="1">
            <a:spLocks/>
          </p:cNvSpPr>
          <p:nvPr/>
        </p:nvSpPr>
        <p:spPr>
          <a:xfrm>
            <a:off x="543598" y="889764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Latar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Belakang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Persegi Panjang: Sudut Lengkung 6">
            <a:extLst>
              <a:ext uri="{FF2B5EF4-FFF2-40B4-BE49-F238E27FC236}">
                <a16:creationId xmlns:a16="http://schemas.microsoft.com/office/drawing/2014/main" id="{4AF364BA-F9E6-960E-B0AD-58F12E908F77}"/>
              </a:ext>
            </a:extLst>
          </p:cNvPr>
          <p:cNvSpPr/>
          <p:nvPr/>
        </p:nvSpPr>
        <p:spPr>
          <a:xfrm>
            <a:off x="0" y="6259511"/>
            <a:ext cx="3708399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Latar</a:t>
            </a:r>
            <a:r>
              <a:rPr lang="en-US" sz="28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Belakang</a:t>
            </a:r>
            <a:endParaRPr lang="en-ID" sz="28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8" name="Persegi Panjang: Sudut Lengkung 7">
            <a:extLst>
              <a:ext uri="{FF2B5EF4-FFF2-40B4-BE49-F238E27FC236}">
                <a16:creationId xmlns:a16="http://schemas.microsoft.com/office/drawing/2014/main" id="{8B0CF616-22A2-C328-3CCB-ED5D59B35E07}"/>
              </a:ext>
            </a:extLst>
          </p:cNvPr>
          <p:cNvSpPr/>
          <p:nvPr/>
        </p:nvSpPr>
        <p:spPr>
          <a:xfrm>
            <a:off x="4241800" y="6743699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Lingkup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dan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Metodologi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9" name="Persegi Panjang: Sudut Lengkung 8">
            <a:extLst>
              <a:ext uri="{FF2B5EF4-FFF2-40B4-BE49-F238E27FC236}">
                <a16:creationId xmlns:a16="http://schemas.microsoft.com/office/drawing/2014/main" id="{F79350FD-2AD2-BA36-0373-62844E21531A}"/>
              </a:ext>
            </a:extLst>
          </p:cNvPr>
          <p:cNvSpPr/>
          <p:nvPr/>
        </p:nvSpPr>
        <p:spPr>
          <a:xfrm>
            <a:off x="8483601" y="6743698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Tujuan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Perencanaan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3" name="Kotak Teks 2">
            <a:extLst>
              <a:ext uri="{FF2B5EF4-FFF2-40B4-BE49-F238E27FC236}">
                <a16:creationId xmlns:a16="http://schemas.microsoft.com/office/drawing/2014/main" id="{1BFCE1E8-7835-307E-E071-7C1C74941C89}"/>
              </a:ext>
            </a:extLst>
          </p:cNvPr>
          <p:cNvSpPr txBox="1"/>
          <p:nvPr/>
        </p:nvSpPr>
        <p:spPr>
          <a:xfrm>
            <a:off x="5194301" y="226136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Perencanaan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efisien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sangat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penting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untuk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memenuhi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kebutuhan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energi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pada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semakin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meningkat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Seiring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bertambahnya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jumlah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penduduk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pesatnya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perkembangan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industri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kebutuhan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pun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semakin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meningkat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Tanpa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perencanaan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tepat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sangatlah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berisiko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mengalami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pemadaman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kekurangan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pasokan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kegagalan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Oleh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karena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itu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perencanaan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efisien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terencana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sangat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penting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untuk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menjamin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keandalan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ketersediaan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pasokan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memadai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n-US" sz="1200" dirty="0">
              <a:latin typeface="Montserrat" pitchFamily="2" charset="77"/>
            </a:endParaRPr>
          </a:p>
        </p:txBody>
      </p:sp>
      <p:grpSp>
        <p:nvGrpSpPr>
          <p:cNvPr id="21" name="Google Shape;885;p37">
            <a:extLst>
              <a:ext uri="{FF2B5EF4-FFF2-40B4-BE49-F238E27FC236}">
                <a16:creationId xmlns:a16="http://schemas.microsoft.com/office/drawing/2014/main" id="{916E8EF6-94E4-8F7A-40C0-8BA80E6EFBFC}"/>
              </a:ext>
            </a:extLst>
          </p:cNvPr>
          <p:cNvGrpSpPr/>
          <p:nvPr/>
        </p:nvGrpSpPr>
        <p:grpSpPr>
          <a:xfrm>
            <a:off x="680228" y="3027308"/>
            <a:ext cx="4125686" cy="1330431"/>
            <a:chOff x="2813024" y="1368725"/>
            <a:chExt cx="4108430" cy="1324866"/>
          </a:xfrm>
        </p:grpSpPr>
        <p:sp>
          <p:nvSpPr>
            <p:cNvPr id="22" name="Google Shape;886;p37">
              <a:extLst>
                <a:ext uri="{FF2B5EF4-FFF2-40B4-BE49-F238E27FC236}">
                  <a16:creationId xmlns:a16="http://schemas.microsoft.com/office/drawing/2014/main" id="{CD5F6224-F03C-984F-33AF-E1EA8308AE9C}"/>
                </a:ext>
              </a:extLst>
            </p:cNvPr>
            <p:cNvSpPr/>
            <p:nvPr/>
          </p:nvSpPr>
          <p:spPr>
            <a:xfrm>
              <a:off x="4174033" y="1618927"/>
              <a:ext cx="1336937" cy="796434"/>
            </a:xfrm>
            <a:custGeom>
              <a:avLst/>
              <a:gdLst/>
              <a:ahLst/>
              <a:cxnLst/>
              <a:rect l="l" t="t" r="r" b="b"/>
              <a:pathLst>
                <a:path w="19322" h="11510" extrusionOk="0">
                  <a:moveTo>
                    <a:pt x="15900" y="0"/>
                  </a:moveTo>
                  <a:cubicBezTo>
                    <a:pt x="15898" y="0"/>
                    <a:pt x="15896" y="0"/>
                    <a:pt x="15894" y="0"/>
                  </a:cubicBezTo>
                  <a:cubicBezTo>
                    <a:pt x="15419" y="16"/>
                    <a:pt x="15160" y="924"/>
                    <a:pt x="14995" y="1277"/>
                  </a:cubicBezTo>
                  <a:cubicBezTo>
                    <a:pt x="14909" y="1456"/>
                    <a:pt x="14846" y="1627"/>
                    <a:pt x="14644" y="1680"/>
                  </a:cubicBezTo>
                  <a:cubicBezTo>
                    <a:pt x="14357" y="1755"/>
                    <a:pt x="14067" y="1682"/>
                    <a:pt x="13797" y="1832"/>
                  </a:cubicBezTo>
                  <a:cubicBezTo>
                    <a:pt x="13595" y="1945"/>
                    <a:pt x="13545" y="2121"/>
                    <a:pt x="13386" y="2278"/>
                  </a:cubicBezTo>
                  <a:cubicBezTo>
                    <a:pt x="13168" y="2493"/>
                    <a:pt x="12897" y="2555"/>
                    <a:pt x="12608" y="2599"/>
                  </a:cubicBezTo>
                  <a:cubicBezTo>
                    <a:pt x="11898" y="2704"/>
                    <a:pt x="11182" y="2626"/>
                    <a:pt x="10575" y="3070"/>
                  </a:cubicBezTo>
                  <a:cubicBezTo>
                    <a:pt x="10362" y="3225"/>
                    <a:pt x="10175" y="3365"/>
                    <a:pt x="9902" y="3388"/>
                  </a:cubicBezTo>
                  <a:cubicBezTo>
                    <a:pt x="9880" y="3390"/>
                    <a:pt x="9858" y="3391"/>
                    <a:pt x="9836" y="3391"/>
                  </a:cubicBezTo>
                  <a:cubicBezTo>
                    <a:pt x="9541" y="3391"/>
                    <a:pt x="9319" y="3204"/>
                    <a:pt x="9037" y="3150"/>
                  </a:cubicBezTo>
                  <a:cubicBezTo>
                    <a:pt x="8959" y="3135"/>
                    <a:pt x="8878" y="3133"/>
                    <a:pt x="8796" y="3133"/>
                  </a:cubicBezTo>
                  <a:cubicBezTo>
                    <a:pt x="8745" y="3133"/>
                    <a:pt x="8693" y="3134"/>
                    <a:pt x="8641" y="3134"/>
                  </a:cubicBezTo>
                  <a:cubicBezTo>
                    <a:pt x="8515" y="3134"/>
                    <a:pt x="8390" y="3127"/>
                    <a:pt x="8273" y="3082"/>
                  </a:cubicBezTo>
                  <a:cubicBezTo>
                    <a:pt x="8020" y="2987"/>
                    <a:pt x="7896" y="2715"/>
                    <a:pt x="7642" y="2620"/>
                  </a:cubicBezTo>
                  <a:cubicBezTo>
                    <a:pt x="7549" y="2585"/>
                    <a:pt x="7393" y="2562"/>
                    <a:pt x="7258" y="2562"/>
                  </a:cubicBezTo>
                  <a:cubicBezTo>
                    <a:pt x="7190" y="2562"/>
                    <a:pt x="7128" y="2568"/>
                    <a:pt x="7081" y="2580"/>
                  </a:cubicBezTo>
                  <a:cubicBezTo>
                    <a:pt x="6914" y="2626"/>
                    <a:pt x="6919" y="2685"/>
                    <a:pt x="6803" y="2825"/>
                  </a:cubicBezTo>
                  <a:cubicBezTo>
                    <a:pt x="6627" y="3037"/>
                    <a:pt x="6491" y="2988"/>
                    <a:pt x="6240" y="3065"/>
                  </a:cubicBezTo>
                  <a:cubicBezTo>
                    <a:pt x="6027" y="3034"/>
                    <a:pt x="5846" y="3034"/>
                    <a:pt x="5644" y="2949"/>
                  </a:cubicBezTo>
                  <a:cubicBezTo>
                    <a:pt x="5482" y="2882"/>
                    <a:pt x="5374" y="2743"/>
                    <a:pt x="5219" y="2670"/>
                  </a:cubicBezTo>
                  <a:cubicBezTo>
                    <a:pt x="5009" y="2572"/>
                    <a:pt x="4775" y="2558"/>
                    <a:pt x="4541" y="2558"/>
                  </a:cubicBezTo>
                  <a:cubicBezTo>
                    <a:pt x="4455" y="2558"/>
                    <a:pt x="4369" y="2560"/>
                    <a:pt x="4284" y="2560"/>
                  </a:cubicBezTo>
                  <a:cubicBezTo>
                    <a:pt x="4243" y="2560"/>
                    <a:pt x="4202" y="2560"/>
                    <a:pt x="4162" y="2558"/>
                  </a:cubicBezTo>
                  <a:cubicBezTo>
                    <a:pt x="4142" y="2327"/>
                    <a:pt x="3937" y="2261"/>
                    <a:pt x="3716" y="2261"/>
                  </a:cubicBezTo>
                  <a:cubicBezTo>
                    <a:pt x="3571" y="2261"/>
                    <a:pt x="3419" y="2290"/>
                    <a:pt x="3308" y="2318"/>
                  </a:cubicBezTo>
                  <a:cubicBezTo>
                    <a:pt x="2951" y="2410"/>
                    <a:pt x="2699" y="2607"/>
                    <a:pt x="2318" y="2607"/>
                  </a:cubicBezTo>
                  <a:cubicBezTo>
                    <a:pt x="2296" y="2607"/>
                    <a:pt x="2274" y="2607"/>
                    <a:pt x="2251" y="2605"/>
                  </a:cubicBezTo>
                  <a:cubicBezTo>
                    <a:pt x="2093" y="2594"/>
                    <a:pt x="1992" y="2532"/>
                    <a:pt x="1926" y="2434"/>
                  </a:cubicBezTo>
                  <a:cubicBezTo>
                    <a:pt x="1856" y="2491"/>
                    <a:pt x="1765" y="2525"/>
                    <a:pt x="1683" y="2557"/>
                  </a:cubicBezTo>
                  <a:lnTo>
                    <a:pt x="1611" y="2585"/>
                  </a:lnTo>
                  <a:cubicBezTo>
                    <a:pt x="1404" y="2668"/>
                    <a:pt x="1404" y="2668"/>
                    <a:pt x="1424" y="2880"/>
                  </a:cubicBezTo>
                  <a:cubicBezTo>
                    <a:pt x="1429" y="2914"/>
                    <a:pt x="1432" y="2951"/>
                    <a:pt x="1435" y="2991"/>
                  </a:cubicBezTo>
                  <a:cubicBezTo>
                    <a:pt x="1445" y="3101"/>
                    <a:pt x="1467" y="3208"/>
                    <a:pt x="1489" y="3321"/>
                  </a:cubicBezTo>
                  <a:cubicBezTo>
                    <a:pt x="1517" y="3452"/>
                    <a:pt x="1544" y="3589"/>
                    <a:pt x="1550" y="3732"/>
                  </a:cubicBezTo>
                  <a:lnTo>
                    <a:pt x="1553" y="3790"/>
                  </a:lnTo>
                  <a:cubicBezTo>
                    <a:pt x="1561" y="3943"/>
                    <a:pt x="1572" y="4118"/>
                    <a:pt x="1308" y="4190"/>
                  </a:cubicBezTo>
                  <a:cubicBezTo>
                    <a:pt x="1257" y="4203"/>
                    <a:pt x="1210" y="4206"/>
                    <a:pt x="1170" y="4206"/>
                  </a:cubicBezTo>
                  <a:cubicBezTo>
                    <a:pt x="1158" y="4206"/>
                    <a:pt x="1147" y="4206"/>
                    <a:pt x="1136" y="4205"/>
                  </a:cubicBezTo>
                  <a:cubicBezTo>
                    <a:pt x="1090" y="4205"/>
                    <a:pt x="1064" y="4205"/>
                    <a:pt x="1040" y="4215"/>
                  </a:cubicBezTo>
                  <a:cubicBezTo>
                    <a:pt x="1014" y="4227"/>
                    <a:pt x="982" y="4257"/>
                    <a:pt x="949" y="4287"/>
                  </a:cubicBezTo>
                  <a:cubicBezTo>
                    <a:pt x="901" y="4334"/>
                    <a:pt x="846" y="4386"/>
                    <a:pt x="772" y="4416"/>
                  </a:cubicBezTo>
                  <a:cubicBezTo>
                    <a:pt x="707" y="4440"/>
                    <a:pt x="644" y="4448"/>
                    <a:pt x="584" y="4448"/>
                  </a:cubicBezTo>
                  <a:cubicBezTo>
                    <a:pt x="530" y="4448"/>
                    <a:pt x="477" y="4442"/>
                    <a:pt x="428" y="4436"/>
                  </a:cubicBezTo>
                  <a:cubicBezTo>
                    <a:pt x="384" y="4430"/>
                    <a:pt x="341" y="4425"/>
                    <a:pt x="300" y="4425"/>
                  </a:cubicBezTo>
                  <a:cubicBezTo>
                    <a:pt x="273" y="4425"/>
                    <a:pt x="246" y="4427"/>
                    <a:pt x="221" y="4434"/>
                  </a:cubicBezTo>
                  <a:cubicBezTo>
                    <a:pt x="163" y="4450"/>
                    <a:pt x="163" y="4450"/>
                    <a:pt x="154" y="4555"/>
                  </a:cubicBezTo>
                  <a:cubicBezTo>
                    <a:pt x="152" y="4591"/>
                    <a:pt x="148" y="4630"/>
                    <a:pt x="141" y="4674"/>
                  </a:cubicBezTo>
                  <a:cubicBezTo>
                    <a:pt x="132" y="4726"/>
                    <a:pt x="138" y="4787"/>
                    <a:pt x="143" y="4853"/>
                  </a:cubicBezTo>
                  <a:cubicBezTo>
                    <a:pt x="149" y="4932"/>
                    <a:pt x="156" y="5013"/>
                    <a:pt x="138" y="5090"/>
                  </a:cubicBezTo>
                  <a:cubicBezTo>
                    <a:pt x="116" y="5186"/>
                    <a:pt x="68" y="5248"/>
                    <a:pt x="32" y="5294"/>
                  </a:cubicBezTo>
                  <a:cubicBezTo>
                    <a:pt x="21" y="5310"/>
                    <a:pt x="2" y="5333"/>
                    <a:pt x="0" y="5341"/>
                  </a:cubicBezTo>
                  <a:cubicBezTo>
                    <a:pt x="0" y="5341"/>
                    <a:pt x="3" y="5361"/>
                    <a:pt x="47" y="5413"/>
                  </a:cubicBezTo>
                  <a:cubicBezTo>
                    <a:pt x="112" y="5488"/>
                    <a:pt x="218" y="5531"/>
                    <a:pt x="320" y="5572"/>
                  </a:cubicBezTo>
                  <a:lnTo>
                    <a:pt x="342" y="5581"/>
                  </a:lnTo>
                  <a:cubicBezTo>
                    <a:pt x="403" y="5604"/>
                    <a:pt x="488" y="5617"/>
                    <a:pt x="571" y="5630"/>
                  </a:cubicBezTo>
                  <a:cubicBezTo>
                    <a:pt x="687" y="5645"/>
                    <a:pt x="806" y="5663"/>
                    <a:pt x="901" y="5716"/>
                  </a:cubicBezTo>
                  <a:cubicBezTo>
                    <a:pt x="1258" y="5918"/>
                    <a:pt x="1126" y="6244"/>
                    <a:pt x="1031" y="6483"/>
                  </a:cubicBezTo>
                  <a:cubicBezTo>
                    <a:pt x="985" y="6594"/>
                    <a:pt x="938" y="6710"/>
                    <a:pt x="943" y="6798"/>
                  </a:cubicBezTo>
                  <a:cubicBezTo>
                    <a:pt x="949" y="6914"/>
                    <a:pt x="996" y="7046"/>
                    <a:pt x="1043" y="7175"/>
                  </a:cubicBezTo>
                  <a:cubicBezTo>
                    <a:pt x="1067" y="7240"/>
                    <a:pt x="1089" y="7305"/>
                    <a:pt x="1108" y="7368"/>
                  </a:cubicBezTo>
                  <a:cubicBezTo>
                    <a:pt x="1126" y="7432"/>
                    <a:pt x="1142" y="7498"/>
                    <a:pt x="1159" y="7564"/>
                  </a:cubicBezTo>
                  <a:cubicBezTo>
                    <a:pt x="1188" y="7683"/>
                    <a:pt x="1219" y="7805"/>
                    <a:pt x="1261" y="7910"/>
                  </a:cubicBezTo>
                  <a:cubicBezTo>
                    <a:pt x="1299" y="8001"/>
                    <a:pt x="1341" y="8078"/>
                    <a:pt x="1384" y="8150"/>
                  </a:cubicBezTo>
                  <a:cubicBezTo>
                    <a:pt x="1424" y="8224"/>
                    <a:pt x="1464" y="8295"/>
                    <a:pt x="1490" y="8371"/>
                  </a:cubicBezTo>
                  <a:cubicBezTo>
                    <a:pt x="1545" y="8387"/>
                    <a:pt x="1602" y="8404"/>
                    <a:pt x="1658" y="8423"/>
                  </a:cubicBezTo>
                  <a:cubicBezTo>
                    <a:pt x="2072" y="8564"/>
                    <a:pt x="2557" y="8602"/>
                    <a:pt x="2935" y="8826"/>
                  </a:cubicBezTo>
                  <a:cubicBezTo>
                    <a:pt x="3126" y="8939"/>
                    <a:pt x="3159" y="9112"/>
                    <a:pt x="3313" y="9295"/>
                  </a:cubicBezTo>
                  <a:cubicBezTo>
                    <a:pt x="3465" y="9476"/>
                    <a:pt x="3762" y="9634"/>
                    <a:pt x="4027" y="9634"/>
                  </a:cubicBezTo>
                  <a:cubicBezTo>
                    <a:pt x="4107" y="9634"/>
                    <a:pt x="4183" y="9620"/>
                    <a:pt x="4253" y="9589"/>
                  </a:cubicBezTo>
                  <a:cubicBezTo>
                    <a:pt x="4504" y="9476"/>
                    <a:pt x="4449" y="9272"/>
                    <a:pt x="4536" y="9066"/>
                  </a:cubicBezTo>
                  <a:cubicBezTo>
                    <a:pt x="4544" y="9066"/>
                    <a:pt x="4552" y="9066"/>
                    <a:pt x="4560" y="9066"/>
                  </a:cubicBezTo>
                  <a:cubicBezTo>
                    <a:pt x="4589" y="9066"/>
                    <a:pt x="4619" y="9066"/>
                    <a:pt x="4651" y="9066"/>
                  </a:cubicBezTo>
                  <a:cubicBezTo>
                    <a:pt x="4851" y="9066"/>
                    <a:pt x="5107" y="9055"/>
                    <a:pt x="5212" y="8897"/>
                  </a:cubicBezTo>
                  <a:cubicBezTo>
                    <a:pt x="5313" y="8746"/>
                    <a:pt x="5202" y="8651"/>
                    <a:pt x="5361" y="8560"/>
                  </a:cubicBezTo>
                  <a:cubicBezTo>
                    <a:pt x="5385" y="8546"/>
                    <a:pt x="5427" y="8542"/>
                    <a:pt x="5477" y="8542"/>
                  </a:cubicBezTo>
                  <a:cubicBezTo>
                    <a:pt x="5579" y="8542"/>
                    <a:pt x="5710" y="8561"/>
                    <a:pt x="5760" y="8561"/>
                  </a:cubicBezTo>
                  <a:cubicBezTo>
                    <a:pt x="5915" y="8561"/>
                    <a:pt x="6112" y="8541"/>
                    <a:pt x="6299" y="8541"/>
                  </a:cubicBezTo>
                  <a:cubicBezTo>
                    <a:pt x="6428" y="8541"/>
                    <a:pt x="6551" y="8550"/>
                    <a:pt x="6652" y="8583"/>
                  </a:cubicBezTo>
                  <a:cubicBezTo>
                    <a:pt x="6739" y="8611"/>
                    <a:pt x="6743" y="8647"/>
                    <a:pt x="6833" y="8702"/>
                  </a:cubicBezTo>
                  <a:cubicBezTo>
                    <a:pt x="7043" y="8831"/>
                    <a:pt x="7244" y="8894"/>
                    <a:pt x="7490" y="8939"/>
                  </a:cubicBezTo>
                  <a:cubicBezTo>
                    <a:pt x="7961" y="9029"/>
                    <a:pt x="8447" y="8996"/>
                    <a:pt x="8917" y="9044"/>
                  </a:cubicBezTo>
                  <a:cubicBezTo>
                    <a:pt x="8949" y="8966"/>
                    <a:pt x="8977" y="8895"/>
                    <a:pt x="9015" y="8848"/>
                  </a:cubicBezTo>
                  <a:cubicBezTo>
                    <a:pt x="9148" y="8685"/>
                    <a:pt x="9352" y="8665"/>
                    <a:pt x="9531" y="8647"/>
                  </a:cubicBezTo>
                  <a:cubicBezTo>
                    <a:pt x="9582" y="8643"/>
                    <a:pt x="9634" y="8636"/>
                    <a:pt x="9681" y="8629"/>
                  </a:cubicBezTo>
                  <a:cubicBezTo>
                    <a:pt x="9655" y="8484"/>
                    <a:pt x="9593" y="8385"/>
                    <a:pt x="9515" y="8257"/>
                  </a:cubicBezTo>
                  <a:cubicBezTo>
                    <a:pt x="9477" y="8197"/>
                    <a:pt x="9438" y="8135"/>
                    <a:pt x="9399" y="8061"/>
                  </a:cubicBezTo>
                  <a:cubicBezTo>
                    <a:pt x="9317" y="7907"/>
                    <a:pt x="9372" y="7802"/>
                    <a:pt x="9411" y="7753"/>
                  </a:cubicBezTo>
                  <a:cubicBezTo>
                    <a:pt x="9518" y="7621"/>
                    <a:pt x="9762" y="7585"/>
                    <a:pt x="9982" y="7585"/>
                  </a:cubicBezTo>
                  <a:cubicBezTo>
                    <a:pt x="10168" y="7585"/>
                    <a:pt x="10337" y="7611"/>
                    <a:pt x="10395" y="7626"/>
                  </a:cubicBezTo>
                  <a:cubicBezTo>
                    <a:pt x="10472" y="7648"/>
                    <a:pt x="10561" y="7667"/>
                    <a:pt x="10640" y="7667"/>
                  </a:cubicBezTo>
                  <a:cubicBezTo>
                    <a:pt x="10723" y="7667"/>
                    <a:pt x="10796" y="7647"/>
                    <a:pt x="10836" y="7589"/>
                  </a:cubicBezTo>
                  <a:cubicBezTo>
                    <a:pt x="10847" y="7571"/>
                    <a:pt x="10850" y="7548"/>
                    <a:pt x="10853" y="7507"/>
                  </a:cubicBezTo>
                  <a:cubicBezTo>
                    <a:pt x="10858" y="7457"/>
                    <a:pt x="10862" y="7396"/>
                    <a:pt x="10898" y="7331"/>
                  </a:cubicBezTo>
                  <a:cubicBezTo>
                    <a:pt x="10982" y="7182"/>
                    <a:pt x="11123" y="7084"/>
                    <a:pt x="11259" y="6989"/>
                  </a:cubicBezTo>
                  <a:cubicBezTo>
                    <a:pt x="11388" y="6899"/>
                    <a:pt x="11509" y="6814"/>
                    <a:pt x="11570" y="6698"/>
                  </a:cubicBezTo>
                  <a:lnTo>
                    <a:pt x="11603" y="6635"/>
                  </a:lnTo>
                  <a:lnTo>
                    <a:pt x="11675" y="6638"/>
                  </a:lnTo>
                  <a:cubicBezTo>
                    <a:pt x="11992" y="6654"/>
                    <a:pt x="12031" y="7052"/>
                    <a:pt x="12051" y="7266"/>
                  </a:cubicBezTo>
                  <a:lnTo>
                    <a:pt x="12056" y="7309"/>
                  </a:lnTo>
                  <a:cubicBezTo>
                    <a:pt x="12072" y="7454"/>
                    <a:pt x="12145" y="7683"/>
                    <a:pt x="12222" y="7832"/>
                  </a:cubicBezTo>
                  <a:cubicBezTo>
                    <a:pt x="12272" y="7926"/>
                    <a:pt x="12299" y="7926"/>
                    <a:pt x="12409" y="7927"/>
                  </a:cubicBezTo>
                  <a:cubicBezTo>
                    <a:pt x="12461" y="7927"/>
                    <a:pt x="12527" y="7929"/>
                    <a:pt x="12602" y="7943"/>
                  </a:cubicBezTo>
                  <a:cubicBezTo>
                    <a:pt x="12757" y="7975"/>
                    <a:pt x="12785" y="8004"/>
                    <a:pt x="12875" y="8155"/>
                  </a:cubicBezTo>
                  <a:lnTo>
                    <a:pt x="12894" y="8189"/>
                  </a:lnTo>
                  <a:cubicBezTo>
                    <a:pt x="12931" y="8255"/>
                    <a:pt x="12961" y="8307"/>
                    <a:pt x="13011" y="8345"/>
                  </a:cubicBezTo>
                  <a:cubicBezTo>
                    <a:pt x="13046" y="8370"/>
                    <a:pt x="13084" y="8377"/>
                    <a:pt x="13135" y="8377"/>
                  </a:cubicBezTo>
                  <a:cubicBezTo>
                    <a:pt x="13161" y="8377"/>
                    <a:pt x="13191" y="8376"/>
                    <a:pt x="13225" y="8373"/>
                  </a:cubicBezTo>
                  <a:cubicBezTo>
                    <a:pt x="13261" y="8370"/>
                    <a:pt x="13299" y="8366"/>
                    <a:pt x="13340" y="8366"/>
                  </a:cubicBezTo>
                  <a:cubicBezTo>
                    <a:pt x="13393" y="8366"/>
                    <a:pt x="13449" y="8372"/>
                    <a:pt x="13507" y="8392"/>
                  </a:cubicBezTo>
                  <a:cubicBezTo>
                    <a:pt x="13734" y="8465"/>
                    <a:pt x="13952" y="8804"/>
                    <a:pt x="13923" y="9040"/>
                  </a:cubicBezTo>
                  <a:cubicBezTo>
                    <a:pt x="13908" y="9159"/>
                    <a:pt x="13855" y="9264"/>
                    <a:pt x="13805" y="9366"/>
                  </a:cubicBezTo>
                  <a:cubicBezTo>
                    <a:pt x="13755" y="9469"/>
                    <a:pt x="13706" y="9567"/>
                    <a:pt x="13697" y="9672"/>
                  </a:cubicBezTo>
                  <a:cubicBezTo>
                    <a:pt x="13683" y="9844"/>
                    <a:pt x="13744" y="9934"/>
                    <a:pt x="13836" y="10069"/>
                  </a:cubicBezTo>
                  <a:cubicBezTo>
                    <a:pt x="13871" y="10120"/>
                    <a:pt x="13907" y="10172"/>
                    <a:pt x="13941" y="10233"/>
                  </a:cubicBezTo>
                  <a:cubicBezTo>
                    <a:pt x="14064" y="10450"/>
                    <a:pt x="14186" y="10737"/>
                    <a:pt x="14043" y="11038"/>
                  </a:cubicBezTo>
                  <a:cubicBezTo>
                    <a:pt x="13982" y="11166"/>
                    <a:pt x="13915" y="11292"/>
                    <a:pt x="13847" y="11417"/>
                  </a:cubicBezTo>
                  <a:cubicBezTo>
                    <a:pt x="13846" y="11419"/>
                    <a:pt x="13844" y="11422"/>
                    <a:pt x="13843" y="11425"/>
                  </a:cubicBezTo>
                  <a:cubicBezTo>
                    <a:pt x="13940" y="11457"/>
                    <a:pt x="14029" y="11483"/>
                    <a:pt x="14117" y="11510"/>
                  </a:cubicBezTo>
                  <a:cubicBezTo>
                    <a:pt x="14139" y="11461"/>
                    <a:pt x="14159" y="11413"/>
                    <a:pt x="14181" y="11361"/>
                  </a:cubicBezTo>
                  <a:cubicBezTo>
                    <a:pt x="14239" y="11229"/>
                    <a:pt x="14297" y="11093"/>
                    <a:pt x="14368" y="10970"/>
                  </a:cubicBezTo>
                  <a:cubicBezTo>
                    <a:pt x="14381" y="10948"/>
                    <a:pt x="14387" y="10933"/>
                    <a:pt x="14393" y="10920"/>
                  </a:cubicBezTo>
                  <a:cubicBezTo>
                    <a:pt x="14428" y="10840"/>
                    <a:pt x="14462" y="10810"/>
                    <a:pt x="14575" y="10762"/>
                  </a:cubicBezTo>
                  <a:cubicBezTo>
                    <a:pt x="14685" y="10715"/>
                    <a:pt x="14820" y="10691"/>
                    <a:pt x="14947" y="10671"/>
                  </a:cubicBezTo>
                  <a:cubicBezTo>
                    <a:pt x="14881" y="10570"/>
                    <a:pt x="14821" y="10462"/>
                    <a:pt x="14850" y="10362"/>
                  </a:cubicBezTo>
                  <a:cubicBezTo>
                    <a:pt x="14901" y="10177"/>
                    <a:pt x="15160" y="10050"/>
                    <a:pt x="15640" y="9971"/>
                  </a:cubicBezTo>
                  <a:cubicBezTo>
                    <a:pt x="15676" y="9965"/>
                    <a:pt x="15715" y="9960"/>
                    <a:pt x="15755" y="9954"/>
                  </a:cubicBezTo>
                  <a:cubicBezTo>
                    <a:pt x="15944" y="9929"/>
                    <a:pt x="16159" y="9901"/>
                    <a:pt x="16261" y="9770"/>
                  </a:cubicBezTo>
                  <a:cubicBezTo>
                    <a:pt x="16297" y="9725"/>
                    <a:pt x="16315" y="9661"/>
                    <a:pt x="16332" y="9585"/>
                  </a:cubicBezTo>
                  <a:cubicBezTo>
                    <a:pt x="16355" y="9490"/>
                    <a:pt x="16384" y="9383"/>
                    <a:pt x="16460" y="9292"/>
                  </a:cubicBezTo>
                  <a:cubicBezTo>
                    <a:pt x="16528" y="9214"/>
                    <a:pt x="16609" y="9178"/>
                    <a:pt x="16683" y="9145"/>
                  </a:cubicBezTo>
                  <a:cubicBezTo>
                    <a:pt x="16736" y="9121"/>
                    <a:pt x="16782" y="9101"/>
                    <a:pt x="16810" y="9069"/>
                  </a:cubicBezTo>
                  <a:cubicBezTo>
                    <a:pt x="16896" y="8967"/>
                    <a:pt x="16871" y="8831"/>
                    <a:pt x="16735" y="8665"/>
                  </a:cubicBezTo>
                  <a:cubicBezTo>
                    <a:pt x="16671" y="8586"/>
                    <a:pt x="16608" y="8528"/>
                    <a:pt x="16547" y="8470"/>
                  </a:cubicBezTo>
                  <a:cubicBezTo>
                    <a:pt x="16395" y="8331"/>
                    <a:pt x="16252" y="8197"/>
                    <a:pt x="16239" y="7862"/>
                  </a:cubicBezTo>
                  <a:cubicBezTo>
                    <a:pt x="16236" y="7799"/>
                    <a:pt x="16235" y="7738"/>
                    <a:pt x="16233" y="7678"/>
                  </a:cubicBezTo>
                  <a:cubicBezTo>
                    <a:pt x="16230" y="7451"/>
                    <a:pt x="16225" y="7255"/>
                    <a:pt x="16148" y="7041"/>
                  </a:cubicBezTo>
                  <a:cubicBezTo>
                    <a:pt x="16023" y="6699"/>
                    <a:pt x="15893" y="6373"/>
                    <a:pt x="15750" y="6044"/>
                  </a:cubicBezTo>
                  <a:cubicBezTo>
                    <a:pt x="15635" y="5782"/>
                    <a:pt x="15493" y="5455"/>
                    <a:pt x="15711" y="5134"/>
                  </a:cubicBezTo>
                  <a:cubicBezTo>
                    <a:pt x="15863" y="4908"/>
                    <a:pt x="16030" y="4831"/>
                    <a:pt x="16190" y="4831"/>
                  </a:cubicBezTo>
                  <a:cubicBezTo>
                    <a:pt x="16357" y="4831"/>
                    <a:pt x="16517" y="4915"/>
                    <a:pt x="16645" y="4999"/>
                  </a:cubicBezTo>
                  <a:cubicBezTo>
                    <a:pt x="16704" y="5035"/>
                    <a:pt x="16774" y="5095"/>
                    <a:pt x="16856" y="5161"/>
                  </a:cubicBezTo>
                  <a:cubicBezTo>
                    <a:pt x="17116" y="5375"/>
                    <a:pt x="17354" y="5552"/>
                    <a:pt x="17546" y="5552"/>
                  </a:cubicBezTo>
                  <a:cubicBezTo>
                    <a:pt x="17629" y="5552"/>
                    <a:pt x="17703" y="5520"/>
                    <a:pt x="17767" y="5444"/>
                  </a:cubicBezTo>
                  <a:cubicBezTo>
                    <a:pt x="17811" y="5393"/>
                    <a:pt x="17839" y="5343"/>
                    <a:pt x="17867" y="5294"/>
                  </a:cubicBezTo>
                  <a:cubicBezTo>
                    <a:pt x="17929" y="5186"/>
                    <a:pt x="17993" y="5073"/>
                    <a:pt x="18197" y="5005"/>
                  </a:cubicBezTo>
                  <a:cubicBezTo>
                    <a:pt x="18605" y="4872"/>
                    <a:pt x="18780" y="4759"/>
                    <a:pt x="18741" y="4442"/>
                  </a:cubicBezTo>
                  <a:cubicBezTo>
                    <a:pt x="18730" y="4356"/>
                    <a:pt x="18707" y="4274"/>
                    <a:pt x="18681" y="4188"/>
                  </a:cubicBezTo>
                  <a:cubicBezTo>
                    <a:pt x="18649" y="4074"/>
                    <a:pt x="18614" y="3956"/>
                    <a:pt x="18608" y="3820"/>
                  </a:cubicBezTo>
                  <a:cubicBezTo>
                    <a:pt x="18594" y="3514"/>
                    <a:pt x="18649" y="3372"/>
                    <a:pt x="18871" y="3134"/>
                  </a:cubicBezTo>
                  <a:cubicBezTo>
                    <a:pt x="18901" y="3103"/>
                    <a:pt x="18931" y="3073"/>
                    <a:pt x="18962" y="3042"/>
                  </a:cubicBezTo>
                  <a:cubicBezTo>
                    <a:pt x="19147" y="2853"/>
                    <a:pt x="19321" y="2674"/>
                    <a:pt x="19298" y="2424"/>
                  </a:cubicBezTo>
                  <a:cubicBezTo>
                    <a:pt x="19287" y="2312"/>
                    <a:pt x="19246" y="2195"/>
                    <a:pt x="19204" y="2069"/>
                  </a:cubicBezTo>
                  <a:cubicBezTo>
                    <a:pt x="19169" y="1970"/>
                    <a:pt x="19133" y="1867"/>
                    <a:pt x="19113" y="1763"/>
                  </a:cubicBezTo>
                  <a:cubicBezTo>
                    <a:pt x="19110" y="1747"/>
                    <a:pt x="19108" y="1729"/>
                    <a:pt x="19107" y="1711"/>
                  </a:cubicBezTo>
                  <a:cubicBezTo>
                    <a:pt x="19038" y="1729"/>
                    <a:pt x="18968" y="1743"/>
                    <a:pt x="18899" y="1754"/>
                  </a:cubicBezTo>
                  <a:cubicBezTo>
                    <a:pt x="18891" y="1862"/>
                    <a:pt x="18806" y="1897"/>
                    <a:pt x="18702" y="1897"/>
                  </a:cubicBezTo>
                  <a:cubicBezTo>
                    <a:pt x="18569" y="1897"/>
                    <a:pt x="18404" y="1839"/>
                    <a:pt x="18332" y="1804"/>
                  </a:cubicBezTo>
                  <a:cubicBezTo>
                    <a:pt x="17900" y="1597"/>
                    <a:pt x="18018" y="1150"/>
                    <a:pt x="17863" y="767"/>
                  </a:cubicBezTo>
                  <a:cubicBezTo>
                    <a:pt x="17707" y="386"/>
                    <a:pt x="17226" y="326"/>
                    <a:pt x="16854" y="304"/>
                  </a:cubicBezTo>
                  <a:cubicBezTo>
                    <a:pt x="16835" y="303"/>
                    <a:pt x="16816" y="303"/>
                    <a:pt x="16797" y="303"/>
                  </a:cubicBezTo>
                  <a:cubicBezTo>
                    <a:pt x="16714" y="303"/>
                    <a:pt x="16629" y="311"/>
                    <a:pt x="16545" y="311"/>
                  </a:cubicBezTo>
                  <a:cubicBezTo>
                    <a:pt x="16453" y="311"/>
                    <a:pt x="16364" y="301"/>
                    <a:pt x="16283" y="259"/>
                  </a:cubicBezTo>
                  <a:cubicBezTo>
                    <a:pt x="16153" y="192"/>
                    <a:pt x="16067" y="0"/>
                    <a:pt x="159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87;p37">
              <a:extLst>
                <a:ext uri="{FF2B5EF4-FFF2-40B4-BE49-F238E27FC236}">
                  <a16:creationId xmlns:a16="http://schemas.microsoft.com/office/drawing/2014/main" id="{6223B620-B6CE-AE67-8FC5-41940ED16994}"/>
                </a:ext>
              </a:extLst>
            </p:cNvPr>
            <p:cNvSpPr/>
            <p:nvPr/>
          </p:nvSpPr>
          <p:spPr>
            <a:xfrm>
              <a:off x="5165625" y="1714759"/>
              <a:ext cx="1755829" cy="978832"/>
            </a:xfrm>
            <a:custGeom>
              <a:avLst/>
              <a:gdLst/>
              <a:ahLst/>
              <a:cxnLst/>
              <a:rect l="l" t="t" r="r" b="b"/>
              <a:pathLst>
                <a:path w="25376" h="14146" extrusionOk="0">
                  <a:moveTo>
                    <a:pt x="6015" y="1"/>
                  </a:moveTo>
                  <a:cubicBezTo>
                    <a:pt x="5996" y="1"/>
                    <a:pt x="5976" y="2"/>
                    <a:pt x="5955" y="5"/>
                  </a:cubicBezTo>
                  <a:cubicBezTo>
                    <a:pt x="5632" y="47"/>
                    <a:pt x="5315" y="171"/>
                    <a:pt x="4994" y="267"/>
                  </a:cubicBezTo>
                  <a:cubicBezTo>
                    <a:pt x="4997" y="289"/>
                    <a:pt x="4998" y="314"/>
                    <a:pt x="5001" y="334"/>
                  </a:cubicBezTo>
                  <a:cubicBezTo>
                    <a:pt x="5020" y="422"/>
                    <a:pt x="5052" y="515"/>
                    <a:pt x="5085" y="610"/>
                  </a:cubicBezTo>
                  <a:cubicBezTo>
                    <a:pt x="5130" y="742"/>
                    <a:pt x="5177" y="879"/>
                    <a:pt x="5191" y="1018"/>
                  </a:cubicBezTo>
                  <a:cubicBezTo>
                    <a:pt x="5224" y="1373"/>
                    <a:pt x="4994" y="1606"/>
                    <a:pt x="4791" y="1813"/>
                  </a:cubicBezTo>
                  <a:cubicBezTo>
                    <a:pt x="4761" y="1843"/>
                    <a:pt x="4733" y="1873"/>
                    <a:pt x="4705" y="1903"/>
                  </a:cubicBezTo>
                  <a:cubicBezTo>
                    <a:pt x="4523" y="2097"/>
                    <a:pt x="4490" y="2180"/>
                    <a:pt x="4501" y="2425"/>
                  </a:cubicBezTo>
                  <a:cubicBezTo>
                    <a:pt x="4506" y="2533"/>
                    <a:pt x="4536" y="2634"/>
                    <a:pt x="4565" y="2740"/>
                  </a:cubicBezTo>
                  <a:cubicBezTo>
                    <a:pt x="4592" y="2831"/>
                    <a:pt x="4619" y="2925"/>
                    <a:pt x="4633" y="3029"/>
                  </a:cubicBezTo>
                  <a:cubicBezTo>
                    <a:pt x="4702" y="3584"/>
                    <a:pt x="4241" y="3735"/>
                    <a:pt x="3936" y="3834"/>
                  </a:cubicBezTo>
                  <a:cubicBezTo>
                    <a:pt x="3814" y="3874"/>
                    <a:pt x="3784" y="3926"/>
                    <a:pt x="3731" y="4020"/>
                  </a:cubicBezTo>
                  <a:cubicBezTo>
                    <a:pt x="3701" y="4075"/>
                    <a:pt x="3665" y="4136"/>
                    <a:pt x="3609" y="4204"/>
                  </a:cubicBezTo>
                  <a:cubicBezTo>
                    <a:pt x="3492" y="4341"/>
                    <a:pt x="3361" y="4394"/>
                    <a:pt x="3226" y="4394"/>
                  </a:cubicBezTo>
                  <a:cubicBezTo>
                    <a:pt x="2924" y="4394"/>
                    <a:pt x="2602" y="4130"/>
                    <a:pt x="2382" y="3950"/>
                  </a:cubicBezTo>
                  <a:cubicBezTo>
                    <a:pt x="2310" y="3889"/>
                    <a:pt x="2244" y="3835"/>
                    <a:pt x="2192" y="3802"/>
                  </a:cubicBezTo>
                  <a:cubicBezTo>
                    <a:pt x="2060" y="3716"/>
                    <a:pt x="1953" y="3672"/>
                    <a:pt x="1862" y="3672"/>
                  </a:cubicBezTo>
                  <a:cubicBezTo>
                    <a:pt x="1748" y="3672"/>
                    <a:pt x="1657" y="3739"/>
                    <a:pt x="1565" y="3874"/>
                  </a:cubicBezTo>
                  <a:cubicBezTo>
                    <a:pt x="1427" y="4080"/>
                    <a:pt x="1499" y="4282"/>
                    <a:pt x="1624" y="4569"/>
                  </a:cubicBezTo>
                  <a:cubicBezTo>
                    <a:pt x="1770" y="4903"/>
                    <a:pt x="1902" y="5234"/>
                    <a:pt x="2027" y="5579"/>
                  </a:cubicBezTo>
                  <a:cubicBezTo>
                    <a:pt x="2118" y="5827"/>
                    <a:pt x="2123" y="6052"/>
                    <a:pt x="2128" y="6288"/>
                  </a:cubicBezTo>
                  <a:cubicBezTo>
                    <a:pt x="2128" y="6348"/>
                    <a:pt x="2129" y="6408"/>
                    <a:pt x="2133" y="6469"/>
                  </a:cubicBezTo>
                  <a:cubicBezTo>
                    <a:pt x="2142" y="6710"/>
                    <a:pt x="2227" y="6790"/>
                    <a:pt x="2368" y="6920"/>
                  </a:cubicBezTo>
                  <a:cubicBezTo>
                    <a:pt x="2432" y="6980"/>
                    <a:pt x="2503" y="7048"/>
                    <a:pt x="2578" y="7137"/>
                  </a:cubicBezTo>
                  <a:cubicBezTo>
                    <a:pt x="2785" y="7389"/>
                    <a:pt x="2812" y="7642"/>
                    <a:pt x="2650" y="7830"/>
                  </a:cubicBezTo>
                  <a:cubicBezTo>
                    <a:pt x="2589" y="7902"/>
                    <a:pt x="2511" y="7935"/>
                    <a:pt x="2442" y="7967"/>
                  </a:cubicBezTo>
                  <a:cubicBezTo>
                    <a:pt x="2384" y="7992"/>
                    <a:pt x="2333" y="8014"/>
                    <a:pt x="2300" y="8051"/>
                  </a:cubicBezTo>
                  <a:cubicBezTo>
                    <a:pt x="2256" y="8103"/>
                    <a:pt x="2239" y="8174"/>
                    <a:pt x="2219" y="8254"/>
                  </a:cubicBezTo>
                  <a:cubicBezTo>
                    <a:pt x="2198" y="8342"/>
                    <a:pt x="2173" y="8440"/>
                    <a:pt x="2107" y="8525"/>
                  </a:cubicBezTo>
                  <a:cubicBezTo>
                    <a:pt x="1949" y="8726"/>
                    <a:pt x="1675" y="8762"/>
                    <a:pt x="1453" y="8792"/>
                  </a:cubicBezTo>
                  <a:cubicBezTo>
                    <a:pt x="1416" y="8798"/>
                    <a:pt x="1380" y="8803"/>
                    <a:pt x="1345" y="8807"/>
                  </a:cubicBezTo>
                  <a:cubicBezTo>
                    <a:pt x="893" y="8881"/>
                    <a:pt x="749" y="8991"/>
                    <a:pt x="735" y="9038"/>
                  </a:cubicBezTo>
                  <a:cubicBezTo>
                    <a:pt x="738" y="9066"/>
                    <a:pt x="809" y="9171"/>
                    <a:pt x="840" y="9217"/>
                  </a:cubicBezTo>
                  <a:cubicBezTo>
                    <a:pt x="868" y="9258"/>
                    <a:pt x="892" y="9295"/>
                    <a:pt x="906" y="9322"/>
                  </a:cubicBezTo>
                  <a:lnTo>
                    <a:pt x="973" y="9457"/>
                  </a:lnTo>
                  <a:lnTo>
                    <a:pt x="823" y="9482"/>
                  </a:lnTo>
                  <a:cubicBezTo>
                    <a:pt x="787" y="9488"/>
                    <a:pt x="748" y="9494"/>
                    <a:pt x="707" y="9501"/>
                  </a:cubicBezTo>
                  <a:cubicBezTo>
                    <a:pt x="578" y="9520"/>
                    <a:pt x="434" y="9540"/>
                    <a:pt x="333" y="9584"/>
                  </a:cubicBezTo>
                  <a:cubicBezTo>
                    <a:pt x="286" y="9604"/>
                    <a:pt x="274" y="9612"/>
                    <a:pt x="271" y="9614"/>
                  </a:cubicBezTo>
                  <a:cubicBezTo>
                    <a:pt x="260" y="9643"/>
                    <a:pt x="249" y="9667"/>
                    <a:pt x="231" y="9697"/>
                  </a:cubicBezTo>
                  <a:cubicBezTo>
                    <a:pt x="167" y="9808"/>
                    <a:pt x="112" y="9938"/>
                    <a:pt x="57" y="10065"/>
                  </a:cubicBezTo>
                  <a:cubicBezTo>
                    <a:pt x="39" y="10108"/>
                    <a:pt x="20" y="10152"/>
                    <a:pt x="1" y="10196"/>
                  </a:cubicBezTo>
                  <a:cubicBezTo>
                    <a:pt x="192" y="10263"/>
                    <a:pt x="371" y="10346"/>
                    <a:pt x="556" y="10498"/>
                  </a:cubicBezTo>
                  <a:cubicBezTo>
                    <a:pt x="867" y="10756"/>
                    <a:pt x="1166" y="10823"/>
                    <a:pt x="1565" y="10876"/>
                  </a:cubicBezTo>
                  <a:cubicBezTo>
                    <a:pt x="2178" y="10959"/>
                    <a:pt x="2892" y="11118"/>
                    <a:pt x="3560" y="11118"/>
                  </a:cubicBezTo>
                  <a:cubicBezTo>
                    <a:pt x="3844" y="11118"/>
                    <a:pt x="4119" y="11090"/>
                    <a:pt x="4374" y="11014"/>
                  </a:cubicBezTo>
                  <a:cubicBezTo>
                    <a:pt x="4616" y="10944"/>
                    <a:pt x="4537" y="10905"/>
                    <a:pt x="4702" y="10771"/>
                  </a:cubicBezTo>
                  <a:cubicBezTo>
                    <a:pt x="4798" y="10692"/>
                    <a:pt x="4996" y="10658"/>
                    <a:pt x="5165" y="10658"/>
                  </a:cubicBezTo>
                  <a:cubicBezTo>
                    <a:pt x="5244" y="10658"/>
                    <a:pt x="5316" y="10665"/>
                    <a:pt x="5370" y="10679"/>
                  </a:cubicBezTo>
                  <a:cubicBezTo>
                    <a:pt x="5571" y="10730"/>
                    <a:pt x="5699" y="10953"/>
                    <a:pt x="5825" y="11118"/>
                  </a:cubicBezTo>
                  <a:cubicBezTo>
                    <a:pt x="6041" y="11400"/>
                    <a:pt x="6055" y="11372"/>
                    <a:pt x="6394" y="11380"/>
                  </a:cubicBezTo>
                  <a:cubicBezTo>
                    <a:pt x="6620" y="11386"/>
                    <a:pt x="6753" y="11534"/>
                    <a:pt x="6945" y="11579"/>
                  </a:cubicBezTo>
                  <a:cubicBezTo>
                    <a:pt x="6972" y="11585"/>
                    <a:pt x="6996" y="11588"/>
                    <a:pt x="7018" y="11588"/>
                  </a:cubicBezTo>
                  <a:cubicBezTo>
                    <a:pt x="7275" y="11588"/>
                    <a:pt x="7189" y="11187"/>
                    <a:pt x="7375" y="11003"/>
                  </a:cubicBezTo>
                  <a:cubicBezTo>
                    <a:pt x="7495" y="10884"/>
                    <a:pt x="7666" y="10795"/>
                    <a:pt x="7792" y="10680"/>
                  </a:cubicBezTo>
                  <a:cubicBezTo>
                    <a:pt x="7931" y="10555"/>
                    <a:pt x="8019" y="10503"/>
                    <a:pt x="8222" y="10503"/>
                  </a:cubicBezTo>
                  <a:cubicBezTo>
                    <a:pt x="8567" y="10503"/>
                    <a:pt x="8946" y="10655"/>
                    <a:pt x="9236" y="10834"/>
                  </a:cubicBezTo>
                  <a:cubicBezTo>
                    <a:pt x="9423" y="10950"/>
                    <a:pt x="9630" y="11047"/>
                    <a:pt x="9801" y="11179"/>
                  </a:cubicBezTo>
                  <a:cubicBezTo>
                    <a:pt x="9927" y="11276"/>
                    <a:pt x="10013" y="11417"/>
                    <a:pt x="10134" y="11516"/>
                  </a:cubicBezTo>
                  <a:cubicBezTo>
                    <a:pt x="10301" y="11651"/>
                    <a:pt x="10515" y="11682"/>
                    <a:pt x="10729" y="11682"/>
                  </a:cubicBezTo>
                  <a:cubicBezTo>
                    <a:pt x="10854" y="11682"/>
                    <a:pt x="10979" y="11672"/>
                    <a:pt x="11095" y="11665"/>
                  </a:cubicBezTo>
                  <a:cubicBezTo>
                    <a:pt x="11181" y="11660"/>
                    <a:pt x="11269" y="11657"/>
                    <a:pt x="11357" y="11657"/>
                  </a:cubicBezTo>
                  <a:cubicBezTo>
                    <a:pt x="11708" y="11657"/>
                    <a:pt x="12067" y="11703"/>
                    <a:pt x="12386" y="11843"/>
                  </a:cubicBezTo>
                  <a:cubicBezTo>
                    <a:pt x="12681" y="11970"/>
                    <a:pt x="12916" y="12166"/>
                    <a:pt x="13250" y="12191"/>
                  </a:cubicBezTo>
                  <a:cubicBezTo>
                    <a:pt x="13274" y="12193"/>
                    <a:pt x="13296" y="12193"/>
                    <a:pt x="13318" y="12193"/>
                  </a:cubicBezTo>
                  <a:cubicBezTo>
                    <a:pt x="13704" y="12193"/>
                    <a:pt x="13878" y="11931"/>
                    <a:pt x="14206" y="11769"/>
                  </a:cubicBezTo>
                  <a:cubicBezTo>
                    <a:pt x="14408" y="11670"/>
                    <a:pt x="14659" y="11646"/>
                    <a:pt x="14866" y="11548"/>
                  </a:cubicBezTo>
                  <a:cubicBezTo>
                    <a:pt x="15076" y="11449"/>
                    <a:pt x="15159" y="11312"/>
                    <a:pt x="15319" y="11184"/>
                  </a:cubicBezTo>
                  <a:cubicBezTo>
                    <a:pt x="15407" y="11115"/>
                    <a:pt x="15434" y="11123"/>
                    <a:pt x="15551" y="11101"/>
                  </a:cubicBezTo>
                  <a:cubicBezTo>
                    <a:pt x="15876" y="11046"/>
                    <a:pt x="16166" y="10922"/>
                    <a:pt x="16486" y="10847"/>
                  </a:cubicBezTo>
                  <a:cubicBezTo>
                    <a:pt x="16639" y="10810"/>
                    <a:pt x="16789" y="10782"/>
                    <a:pt x="16930" y="10782"/>
                  </a:cubicBezTo>
                  <a:cubicBezTo>
                    <a:pt x="17131" y="10782"/>
                    <a:pt x="17315" y="10838"/>
                    <a:pt x="17471" y="11008"/>
                  </a:cubicBezTo>
                  <a:cubicBezTo>
                    <a:pt x="17733" y="11297"/>
                    <a:pt x="17437" y="11405"/>
                    <a:pt x="17117" y="11471"/>
                  </a:cubicBezTo>
                  <a:cubicBezTo>
                    <a:pt x="17125" y="11739"/>
                    <a:pt x="17236" y="11863"/>
                    <a:pt x="17004" y="12039"/>
                  </a:cubicBezTo>
                  <a:cubicBezTo>
                    <a:pt x="16823" y="12175"/>
                    <a:pt x="16554" y="12203"/>
                    <a:pt x="16395" y="12338"/>
                  </a:cubicBezTo>
                  <a:cubicBezTo>
                    <a:pt x="16596" y="12518"/>
                    <a:pt x="16826" y="12639"/>
                    <a:pt x="17090" y="12639"/>
                  </a:cubicBezTo>
                  <a:cubicBezTo>
                    <a:pt x="17134" y="12639"/>
                    <a:pt x="17179" y="12635"/>
                    <a:pt x="17225" y="12628"/>
                  </a:cubicBezTo>
                  <a:cubicBezTo>
                    <a:pt x="17473" y="12592"/>
                    <a:pt x="17589" y="12398"/>
                    <a:pt x="17881" y="12387"/>
                  </a:cubicBezTo>
                  <a:cubicBezTo>
                    <a:pt x="17926" y="12166"/>
                    <a:pt x="17691" y="11971"/>
                    <a:pt x="17904" y="11747"/>
                  </a:cubicBezTo>
                  <a:cubicBezTo>
                    <a:pt x="17980" y="11667"/>
                    <a:pt x="18080" y="11638"/>
                    <a:pt x="18188" y="11638"/>
                  </a:cubicBezTo>
                  <a:cubicBezTo>
                    <a:pt x="18375" y="11638"/>
                    <a:pt x="18586" y="11726"/>
                    <a:pt x="18735" y="11784"/>
                  </a:cubicBezTo>
                  <a:cubicBezTo>
                    <a:pt x="19054" y="11912"/>
                    <a:pt x="19201" y="12183"/>
                    <a:pt x="19513" y="12313"/>
                  </a:cubicBezTo>
                  <a:cubicBezTo>
                    <a:pt x="19846" y="12453"/>
                    <a:pt x="20210" y="12457"/>
                    <a:pt x="20546" y="12562"/>
                  </a:cubicBezTo>
                  <a:cubicBezTo>
                    <a:pt x="20673" y="12943"/>
                    <a:pt x="21076" y="13005"/>
                    <a:pt x="21495" y="13005"/>
                  </a:cubicBezTo>
                  <a:cubicBezTo>
                    <a:pt x="21700" y="13005"/>
                    <a:pt x="21909" y="12990"/>
                    <a:pt x="22091" y="12990"/>
                  </a:cubicBezTo>
                  <a:cubicBezTo>
                    <a:pt x="22196" y="12990"/>
                    <a:pt x="22292" y="12995"/>
                    <a:pt x="22373" y="13011"/>
                  </a:cubicBezTo>
                  <a:cubicBezTo>
                    <a:pt x="22652" y="13066"/>
                    <a:pt x="22930" y="13074"/>
                    <a:pt x="23201" y="13149"/>
                  </a:cubicBezTo>
                  <a:cubicBezTo>
                    <a:pt x="23497" y="13234"/>
                    <a:pt x="23559" y="13358"/>
                    <a:pt x="23764" y="13577"/>
                  </a:cubicBezTo>
                  <a:cubicBezTo>
                    <a:pt x="24021" y="13850"/>
                    <a:pt x="24299" y="13944"/>
                    <a:pt x="24654" y="14029"/>
                  </a:cubicBezTo>
                  <a:cubicBezTo>
                    <a:pt x="24759" y="14054"/>
                    <a:pt x="24948" y="14146"/>
                    <a:pt x="25094" y="14146"/>
                  </a:cubicBezTo>
                  <a:cubicBezTo>
                    <a:pt x="25140" y="14146"/>
                    <a:pt x="25182" y="14137"/>
                    <a:pt x="25215" y="14114"/>
                  </a:cubicBezTo>
                  <a:cubicBezTo>
                    <a:pt x="25355" y="14020"/>
                    <a:pt x="25375" y="13513"/>
                    <a:pt x="25284" y="13395"/>
                  </a:cubicBezTo>
                  <a:lnTo>
                    <a:pt x="25284" y="13395"/>
                  </a:lnTo>
                  <a:lnTo>
                    <a:pt x="25240" y="13417"/>
                  </a:lnTo>
                  <a:cubicBezTo>
                    <a:pt x="25210" y="13419"/>
                    <a:pt x="25178" y="13419"/>
                    <a:pt x="25144" y="13419"/>
                  </a:cubicBezTo>
                  <a:cubicBezTo>
                    <a:pt x="25000" y="13419"/>
                    <a:pt x="24830" y="13402"/>
                    <a:pt x="24735" y="13309"/>
                  </a:cubicBezTo>
                  <a:cubicBezTo>
                    <a:pt x="24595" y="13174"/>
                    <a:pt x="24619" y="12973"/>
                    <a:pt x="24457" y="12843"/>
                  </a:cubicBezTo>
                  <a:cubicBezTo>
                    <a:pt x="24398" y="12795"/>
                    <a:pt x="24277" y="12755"/>
                    <a:pt x="24236" y="12694"/>
                  </a:cubicBezTo>
                  <a:cubicBezTo>
                    <a:pt x="24164" y="12584"/>
                    <a:pt x="24206" y="12445"/>
                    <a:pt x="24161" y="12326"/>
                  </a:cubicBezTo>
                  <a:cubicBezTo>
                    <a:pt x="24109" y="12188"/>
                    <a:pt x="23973" y="12090"/>
                    <a:pt x="23899" y="11968"/>
                  </a:cubicBezTo>
                  <a:cubicBezTo>
                    <a:pt x="23767" y="11750"/>
                    <a:pt x="23734" y="11439"/>
                    <a:pt x="23822" y="11204"/>
                  </a:cubicBezTo>
                  <a:cubicBezTo>
                    <a:pt x="23952" y="10850"/>
                    <a:pt x="24324" y="10740"/>
                    <a:pt x="24409" y="10360"/>
                  </a:cubicBezTo>
                  <a:cubicBezTo>
                    <a:pt x="24483" y="10029"/>
                    <a:pt x="24382" y="9774"/>
                    <a:pt x="24275" y="9477"/>
                  </a:cubicBezTo>
                  <a:cubicBezTo>
                    <a:pt x="24133" y="9080"/>
                    <a:pt x="24189" y="8743"/>
                    <a:pt x="24489" y="8406"/>
                  </a:cubicBezTo>
                  <a:cubicBezTo>
                    <a:pt x="24664" y="8208"/>
                    <a:pt x="24941" y="7857"/>
                    <a:pt x="24544" y="7639"/>
                  </a:cubicBezTo>
                  <a:cubicBezTo>
                    <a:pt x="24497" y="7613"/>
                    <a:pt x="24440" y="7606"/>
                    <a:pt x="24381" y="7606"/>
                  </a:cubicBezTo>
                  <a:cubicBezTo>
                    <a:pt x="24306" y="7606"/>
                    <a:pt x="24226" y="7618"/>
                    <a:pt x="24159" y="7618"/>
                  </a:cubicBezTo>
                  <a:cubicBezTo>
                    <a:pt x="24151" y="7618"/>
                    <a:pt x="24142" y="7617"/>
                    <a:pt x="24134" y="7617"/>
                  </a:cubicBezTo>
                  <a:cubicBezTo>
                    <a:pt x="23819" y="7598"/>
                    <a:pt x="23414" y="7495"/>
                    <a:pt x="23174" y="7277"/>
                  </a:cubicBezTo>
                  <a:cubicBezTo>
                    <a:pt x="23000" y="7118"/>
                    <a:pt x="22947" y="6963"/>
                    <a:pt x="22696" y="6936"/>
                  </a:cubicBezTo>
                  <a:cubicBezTo>
                    <a:pt x="22665" y="6933"/>
                    <a:pt x="22637" y="6932"/>
                    <a:pt x="22610" y="6932"/>
                  </a:cubicBezTo>
                  <a:cubicBezTo>
                    <a:pt x="22498" y="6932"/>
                    <a:pt x="22420" y="6954"/>
                    <a:pt x="22344" y="6954"/>
                  </a:cubicBezTo>
                  <a:cubicBezTo>
                    <a:pt x="22265" y="6954"/>
                    <a:pt x="22190" y="6930"/>
                    <a:pt x="22083" y="6834"/>
                  </a:cubicBezTo>
                  <a:cubicBezTo>
                    <a:pt x="21850" y="6626"/>
                    <a:pt x="21580" y="6035"/>
                    <a:pt x="21231" y="6035"/>
                  </a:cubicBezTo>
                  <a:cubicBezTo>
                    <a:pt x="21143" y="6035"/>
                    <a:pt x="21050" y="6072"/>
                    <a:pt x="20952" y="6163"/>
                  </a:cubicBezTo>
                  <a:cubicBezTo>
                    <a:pt x="20580" y="6503"/>
                    <a:pt x="20738" y="7176"/>
                    <a:pt x="20105" y="7222"/>
                  </a:cubicBezTo>
                  <a:cubicBezTo>
                    <a:pt x="20068" y="7224"/>
                    <a:pt x="20031" y="7225"/>
                    <a:pt x="19995" y="7225"/>
                  </a:cubicBezTo>
                  <a:cubicBezTo>
                    <a:pt x="19715" y="7225"/>
                    <a:pt x="19427" y="7159"/>
                    <a:pt x="19156" y="7137"/>
                  </a:cubicBezTo>
                  <a:cubicBezTo>
                    <a:pt x="19137" y="7135"/>
                    <a:pt x="19119" y="7135"/>
                    <a:pt x="19101" y="7135"/>
                  </a:cubicBezTo>
                  <a:cubicBezTo>
                    <a:pt x="18810" y="7135"/>
                    <a:pt x="18621" y="7340"/>
                    <a:pt x="18342" y="7402"/>
                  </a:cubicBezTo>
                  <a:cubicBezTo>
                    <a:pt x="18194" y="7436"/>
                    <a:pt x="18039" y="7447"/>
                    <a:pt x="17882" y="7447"/>
                  </a:cubicBezTo>
                  <a:cubicBezTo>
                    <a:pt x="17592" y="7447"/>
                    <a:pt x="17292" y="7409"/>
                    <a:pt x="17004" y="7409"/>
                  </a:cubicBezTo>
                  <a:cubicBezTo>
                    <a:pt x="16926" y="7409"/>
                    <a:pt x="16848" y="7412"/>
                    <a:pt x="16772" y="7419"/>
                  </a:cubicBezTo>
                  <a:cubicBezTo>
                    <a:pt x="16617" y="7434"/>
                    <a:pt x="16527" y="7449"/>
                    <a:pt x="16454" y="7449"/>
                  </a:cubicBezTo>
                  <a:cubicBezTo>
                    <a:pt x="16340" y="7449"/>
                    <a:pt x="16269" y="7412"/>
                    <a:pt x="16063" y="7277"/>
                  </a:cubicBezTo>
                  <a:cubicBezTo>
                    <a:pt x="15799" y="7104"/>
                    <a:pt x="15653" y="7099"/>
                    <a:pt x="15625" y="6804"/>
                  </a:cubicBezTo>
                  <a:cubicBezTo>
                    <a:pt x="15589" y="6414"/>
                    <a:pt x="15539" y="6146"/>
                    <a:pt x="15211" y="5882"/>
                  </a:cubicBezTo>
                  <a:cubicBezTo>
                    <a:pt x="15002" y="5714"/>
                    <a:pt x="14791" y="5561"/>
                    <a:pt x="14587" y="5386"/>
                  </a:cubicBezTo>
                  <a:cubicBezTo>
                    <a:pt x="14270" y="5118"/>
                    <a:pt x="14066" y="4878"/>
                    <a:pt x="14028" y="4464"/>
                  </a:cubicBezTo>
                  <a:cubicBezTo>
                    <a:pt x="13984" y="3987"/>
                    <a:pt x="13790" y="3649"/>
                    <a:pt x="13390" y="3360"/>
                  </a:cubicBezTo>
                  <a:cubicBezTo>
                    <a:pt x="12735" y="2886"/>
                    <a:pt x="12866" y="1636"/>
                    <a:pt x="11915" y="1636"/>
                  </a:cubicBezTo>
                  <a:cubicBezTo>
                    <a:pt x="11841" y="1636"/>
                    <a:pt x="11760" y="1644"/>
                    <a:pt x="11672" y="1660"/>
                  </a:cubicBezTo>
                  <a:cubicBezTo>
                    <a:pt x="11354" y="1718"/>
                    <a:pt x="11075" y="1744"/>
                    <a:pt x="10745" y="1744"/>
                  </a:cubicBezTo>
                  <a:cubicBezTo>
                    <a:pt x="10681" y="1744"/>
                    <a:pt x="10616" y="1744"/>
                    <a:pt x="10552" y="1744"/>
                  </a:cubicBezTo>
                  <a:cubicBezTo>
                    <a:pt x="10294" y="1744"/>
                    <a:pt x="10036" y="1745"/>
                    <a:pt x="9778" y="1755"/>
                  </a:cubicBezTo>
                  <a:cubicBezTo>
                    <a:pt x="9745" y="1757"/>
                    <a:pt x="9443" y="1834"/>
                    <a:pt x="9433" y="1834"/>
                  </a:cubicBezTo>
                  <a:cubicBezTo>
                    <a:pt x="9433" y="1834"/>
                    <a:pt x="9433" y="1834"/>
                    <a:pt x="9432" y="1834"/>
                  </a:cubicBezTo>
                  <a:cubicBezTo>
                    <a:pt x="9326" y="1785"/>
                    <a:pt x="9268" y="1514"/>
                    <a:pt x="9178" y="1423"/>
                  </a:cubicBezTo>
                  <a:cubicBezTo>
                    <a:pt x="9075" y="1318"/>
                    <a:pt x="8909" y="1253"/>
                    <a:pt x="8758" y="1239"/>
                  </a:cubicBezTo>
                  <a:cubicBezTo>
                    <a:pt x="8744" y="1238"/>
                    <a:pt x="8730" y="1237"/>
                    <a:pt x="8716" y="1237"/>
                  </a:cubicBezTo>
                  <a:cubicBezTo>
                    <a:pt x="8513" y="1237"/>
                    <a:pt x="8330" y="1377"/>
                    <a:pt x="8137" y="1377"/>
                  </a:cubicBezTo>
                  <a:cubicBezTo>
                    <a:pt x="8121" y="1377"/>
                    <a:pt x="8106" y="1376"/>
                    <a:pt x="8090" y="1374"/>
                  </a:cubicBezTo>
                  <a:cubicBezTo>
                    <a:pt x="7809" y="1340"/>
                    <a:pt x="7470" y="1045"/>
                    <a:pt x="7262" y="860"/>
                  </a:cubicBezTo>
                  <a:cubicBezTo>
                    <a:pt x="7067" y="689"/>
                    <a:pt x="6849" y="612"/>
                    <a:pt x="6636" y="468"/>
                  </a:cubicBezTo>
                  <a:cubicBezTo>
                    <a:pt x="6398" y="306"/>
                    <a:pt x="6303" y="1"/>
                    <a:pt x="60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888;p37">
              <a:extLst>
                <a:ext uri="{FF2B5EF4-FFF2-40B4-BE49-F238E27FC236}">
                  <a16:creationId xmlns:a16="http://schemas.microsoft.com/office/drawing/2014/main" id="{4574A4CF-91CB-8426-3A61-B7AD70F88D42}"/>
                </a:ext>
              </a:extLst>
            </p:cNvPr>
            <p:cNvSpPr/>
            <p:nvPr/>
          </p:nvSpPr>
          <p:spPr>
            <a:xfrm>
              <a:off x="3383513" y="1442347"/>
              <a:ext cx="161011" cy="134999"/>
            </a:xfrm>
            <a:custGeom>
              <a:avLst/>
              <a:gdLst/>
              <a:ahLst/>
              <a:cxnLst/>
              <a:rect l="l" t="t" r="r" b="b"/>
              <a:pathLst>
                <a:path w="2327" h="1951" extrusionOk="0">
                  <a:moveTo>
                    <a:pt x="388" y="0"/>
                  </a:moveTo>
                  <a:cubicBezTo>
                    <a:pt x="137" y="276"/>
                    <a:pt x="0" y="464"/>
                    <a:pt x="235" y="871"/>
                  </a:cubicBezTo>
                  <a:cubicBezTo>
                    <a:pt x="282" y="954"/>
                    <a:pt x="361" y="1042"/>
                    <a:pt x="444" y="1134"/>
                  </a:cubicBezTo>
                  <a:cubicBezTo>
                    <a:pt x="621" y="1332"/>
                    <a:pt x="824" y="1558"/>
                    <a:pt x="814" y="1840"/>
                  </a:cubicBezTo>
                  <a:cubicBezTo>
                    <a:pt x="813" y="1856"/>
                    <a:pt x="809" y="1870"/>
                    <a:pt x="808" y="1884"/>
                  </a:cubicBezTo>
                  <a:cubicBezTo>
                    <a:pt x="830" y="1879"/>
                    <a:pt x="850" y="1875"/>
                    <a:pt x="871" y="1873"/>
                  </a:cubicBezTo>
                  <a:cubicBezTo>
                    <a:pt x="876" y="1873"/>
                    <a:pt x="881" y="1872"/>
                    <a:pt x="886" y="1872"/>
                  </a:cubicBezTo>
                  <a:cubicBezTo>
                    <a:pt x="947" y="1872"/>
                    <a:pt x="1002" y="1897"/>
                    <a:pt x="1046" y="1915"/>
                  </a:cubicBezTo>
                  <a:cubicBezTo>
                    <a:pt x="1071" y="1926"/>
                    <a:pt x="1095" y="1936"/>
                    <a:pt x="1112" y="1939"/>
                  </a:cubicBezTo>
                  <a:cubicBezTo>
                    <a:pt x="1160" y="1947"/>
                    <a:pt x="1197" y="1950"/>
                    <a:pt x="1227" y="1950"/>
                  </a:cubicBezTo>
                  <a:cubicBezTo>
                    <a:pt x="1293" y="1950"/>
                    <a:pt x="1320" y="1935"/>
                    <a:pt x="1330" y="1926"/>
                  </a:cubicBezTo>
                  <a:cubicBezTo>
                    <a:pt x="1347" y="1912"/>
                    <a:pt x="1357" y="1886"/>
                    <a:pt x="1357" y="1845"/>
                  </a:cubicBezTo>
                  <a:cubicBezTo>
                    <a:pt x="1357" y="1795"/>
                    <a:pt x="1352" y="1754"/>
                    <a:pt x="1349" y="1719"/>
                  </a:cubicBezTo>
                  <a:cubicBezTo>
                    <a:pt x="1330" y="1545"/>
                    <a:pt x="1365" y="1442"/>
                    <a:pt x="1608" y="1399"/>
                  </a:cubicBezTo>
                  <a:cubicBezTo>
                    <a:pt x="1644" y="1391"/>
                    <a:pt x="1682" y="1387"/>
                    <a:pt x="1716" y="1382"/>
                  </a:cubicBezTo>
                  <a:cubicBezTo>
                    <a:pt x="1911" y="1352"/>
                    <a:pt x="2008" y="1332"/>
                    <a:pt x="2082" y="1191"/>
                  </a:cubicBezTo>
                  <a:cubicBezTo>
                    <a:pt x="2169" y="1024"/>
                    <a:pt x="2323" y="730"/>
                    <a:pt x="2326" y="563"/>
                  </a:cubicBezTo>
                  <a:cubicBezTo>
                    <a:pt x="2326" y="541"/>
                    <a:pt x="2320" y="518"/>
                    <a:pt x="2318" y="494"/>
                  </a:cubicBezTo>
                  <a:cubicBezTo>
                    <a:pt x="2309" y="549"/>
                    <a:pt x="2293" y="601"/>
                    <a:pt x="2270" y="646"/>
                  </a:cubicBezTo>
                  <a:cubicBezTo>
                    <a:pt x="2205" y="766"/>
                    <a:pt x="2097" y="812"/>
                    <a:pt x="1967" y="812"/>
                  </a:cubicBezTo>
                  <a:cubicBezTo>
                    <a:pt x="1629" y="812"/>
                    <a:pt x="1146" y="502"/>
                    <a:pt x="915" y="384"/>
                  </a:cubicBezTo>
                  <a:cubicBezTo>
                    <a:pt x="742" y="295"/>
                    <a:pt x="491" y="168"/>
                    <a:pt x="391" y="6"/>
                  </a:cubicBezTo>
                  <a:cubicBezTo>
                    <a:pt x="391" y="5"/>
                    <a:pt x="389" y="3"/>
                    <a:pt x="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9;p37">
              <a:extLst>
                <a:ext uri="{FF2B5EF4-FFF2-40B4-BE49-F238E27FC236}">
                  <a16:creationId xmlns:a16="http://schemas.microsoft.com/office/drawing/2014/main" id="{142B0F8F-2E42-03B9-269A-DF8571700104}"/>
                </a:ext>
              </a:extLst>
            </p:cNvPr>
            <p:cNvSpPr/>
            <p:nvPr/>
          </p:nvSpPr>
          <p:spPr>
            <a:xfrm>
              <a:off x="3222641" y="1400554"/>
              <a:ext cx="1077673" cy="860924"/>
            </a:xfrm>
            <a:custGeom>
              <a:avLst/>
              <a:gdLst/>
              <a:ahLst/>
              <a:cxnLst/>
              <a:rect l="l" t="t" r="r" b="b"/>
              <a:pathLst>
                <a:path w="15575" h="12442" extrusionOk="0">
                  <a:moveTo>
                    <a:pt x="5688" y="0"/>
                  </a:moveTo>
                  <a:cubicBezTo>
                    <a:pt x="5649" y="41"/>
                    <a:pt x="5602" y="77"/>
                    <a:pt x="5537" y="108"/>
                  </a:cubicBezTo>
                  <a:cubicBezTo>
                    <a:pt x="5450" y="151"/>
                    <a:pt x="5345" y="176"/>
                    <a:pt x="5232" y="203"/>
                  </a:cubicBezTo>
                  <a:cubicBezTo>
                    <a:pt x="4945" y="268"/>
                    <a:pt x="4769" y="323"/>
                    <a:pt x="4759" y="512"/>
                  </a:cubicBezTo>
                  <a:cubicBezTo>
                    <a:pt x="4755" y="607"/>
                    <a:pt x="4783" y="708"/>
                    <a:pt x="4813" y="814"/>
                  </a:cubicBezTo>
                  <a:cubicBezTo>
                    <a:pt x="4844" y="927"/>
                    <a:pt x="4877" y="1043"/>
                    <a:pt x="4876" y="1170"/>
                  </a:cubicBezTo>
                  <a:cubicBezTo>
                    <a:pt x="4872" y="1390"/>
                    <a:pt x="4716" y="1691"/>
                    <a:pt x="4610" y="1890"/>
                  </a:cubicBezTo>
                  <a:cubicBezTo>
                    <a:pt x="4476" y="2149"/>
                    <a:pt x="4262" y="2181"/>
                    <a:pt x="4074" y="2207"/>
                  </a:cubicBezTo>
                  <a:cubicBezTo>
                    <a:pt x="4041" y="2212"/>
                    <a:pt x="4007" y="2218"/>
                    <a:pt x="3972" y="2224"/>
                  </a:cubicBezTo>
                  <a:cubicBezTo>
                    <a:pt x="3901" y="2237"/>
                    <a:pt x="3886" y="2248"/>
                    <a:pt x="3884" y="2250"/>
                  </a:cubicBezTo>
                  <a:cubicBezTo>
                    <a:pt x="3885" y="2249"/>
                    <a:pt x="3886" y="2249"/>
                    <a:pt x="3886" y="2249"/>
                  </a:cubicBezTo>
                  <a:cubicBezTo>
                    <a:pt x="3893" y="2249"/>
                    <a:pt x="3895" y="2277"/>
                    <a:pt x="3897" y="2300"/>
                  </a:cubicBezTo>
                  <a:cubicBezTo>
                    <a:pt x="3901" y="2342"/>
                    <a:pt x="3908" y="2392"/>
                    <a:pt x="3906" y="2452"/>
                  </a:cubicBezTo>
                  <a:cubicBezTo>
                    <a:pt x="3905" y="2560"/>
                    <a:pt x="3869" y="2645"/>
                    <a:pt x="3800" y="2703"/>
                  </a:cubicBezTo>
                  <a:cubicBezTo>
                    <a:pt x="3738" y="2754"/>
                    <a:pt x="3655" y="2779"/>
                    <a:pt x="3548" y="2779"/>
                  </a:cubicBezTo>
                  <a:cubicBezTo>
                    <a:pt x="3503" y="2779"/>
                    <a:pt x="3453" y="2774"/>
                    <a:pt x="3400" y="2766"/>
                  </a:cubicBezTo>
                  <a:cubicBezTo>
                    <a:pt x="3354" y="2758"/>
                    <a:pt x="3315" y="2740"/>
                    <a:pt x="3280" y="2725"/>
                  </a:cubicBezTo>
                  <a:cubicBezTo>
                    <a:pt x="3255" y="2714"/>
                    <a:pt x="3225" y="2701"/>
                    <a:pt x="3210" y="2701"/>
                  </a:cubicBezTo>
                  <a:cubicBezTo>
                    <a:pt x="3166" y="2704"/>
                    <a:pt x="3084" y="2748"/>
                    <a:pt x="3025" y="2780"/>
                  </a:cubicBezTo>
                  <a:cubicBezTo>
                    <a:pt x="3003" y="2792"/>
                    <a:pt x="2982" y="2802"/>
                    <a:pt x="2962" y="2813"/>
                  </a:cubicBezTo>
                  <a:cubicBezTo>
                    <a:pt x="2785" y="2959"/>
                    <a:pt x="2519" y="2994"/>
                    <a:pt x="2307" y="2994"/>
                  </a:cubicBezTo>
                  <a:cubicBezTo>
                    <a:pt x="2202" y="2994"/>
                    <a:pt x="2111" y="2985"/>
                    <a:pt x="2049" y="2977"/>
                  </a:cubicBezTo>
                  <a:cubicBezTo>
                    <a:pt x="1935" y="2963"/>
                    <a:pt x="1798" y="2927"/>
                    <a:pt x="1654" y="2889"/>
                  </a:cubicBezTo>
                  <a:cubicBezTo>
                    <a:pt x="1451" y="2836"/>
                    <a:pt x="1216" y="2774"/>
                    <a:pt x="1025" y="2774"/>
                  </a:cubicBezTo>
                  <a:cubicBezTo>
                    <a:pt x="930" y="2774"/>
                    <a:pt x="847" y="2789"/>
                    <a:pt x="783" y="2828"/>
                  </a:cubicBezTo>
                  <a:cubicBezTo>
                    <a:pt x="716" y="2869"/>
                    <a:pt x="670" y="2941"/>
                    <a:pt x="648" y="3045"/>
                  </a:cubicBezTo>
                  <a:cubicBezTo>
                    <a:pt x="617" y="3192"/>
                    <a:pt x="639" y="3354"/>
                    <a:pt x="659" y="3512"/>
                  </a:cubicBezTo>
                  <a:cubicBezTo>
                    <a:pt x="684" y="3699"/>
                    <a:pt x="710" y="3893"/>
                    <a:pt x="647" y="4072"/>
                  </a:cubicBezTo>
                  <a:cubicBezTo>
                    <a:pt x="619" y="4155"/>
                    <a:pt x="590" y="4224"/>
                    <a:pt x="564" y="4284"/>
                  </a:cubicBezTo>
                  <a:cubicBezTo>
                    <a:pt x="481" y="4482"/>
                    <a:pt x="451" y="4555"/>
                    <a:pt x="578" y="4850"/>
                  </a:cubicBezTo>
                  <a:cubicBezTo>
                    <a:pt x="887" y="5567"/>
                    <a:pt x="783" y="5962"/>
                    <a:pt x="150" y="6477"/>
                  </a:cubicBezTo>
                  <a:cubicBezTo>
                    <a:pt x="106" y="6513"/>
                    <a:pt x="52" y="6550"/>
                    <a:pt x="1" y="6590"/>
                  </a:cubicBezTo>
                  <a:cubicBezTo>
                    <a:pt x="212" y="6768"/>
                    <a:pt x="402" y="6968"/>
                    <a:pt x="720" y="7015"/>
                  </a:cubicBezTo>
                  <a:cubicBezTo>
                    <a:pt x="827" y="7030"/>
                    <a:pt x="913" y="7039"/>
                    <a:pt x="990" y="7039"/>
                  </a:cubicBezTo>
                  <a:cubicBezTo>
                    <a:pt x="1157" y="7039"/>
                    <a:pt x="1283" y="6999"/>
                    <a:pt x="1483" y="6903"/>
                  </a:cubicBezTo>
                  <a:cubicBezTo>
                    <a:pt x="1569" y="6863"/>
                    <a:pt x="1623" y="6840"/>
                    <a:pt x="1674" y="6840"/>
                  </a:cubicBezTo>
                  <a:cubicBezTo>
                    <a:pt x="1725" y="6840"/>
                    <a:pt x="1773" y="6863"/>
                    <a:pt x="1847" y="6913"/>
                  </a:cubicBezTo>
                  <a:cubicBezTo>
                    <a:pt x="2534" y="7377"/>
                    <a:pt x="1792" y="7648"/>
                    <a:pt x="1434" y="7907"/>
                  </a:cubicBezTo>
                  <a:cubicBezTo>
                    <a:pt x="1188" y="8086"/>
                    <a:pt x="1215" y="8315"/>
                    <a:pt x="1309" y="8585"/>
                  </a:cubicBezTo>
                  <a:cubicBezTo>
                    <a:pt x="1408" y="8866"/>
                    <a:pt x="1384" y="9164"/>
                    <a:pt x="1397" y="9473"/>
                  </a:cubicBezTo>
                  <a:cubicBezTo>
                    <a:pt x="1403" y="9609"/>
                    <a:pt x="1389" y="9767"/>
                    <a:pt x="1462" y="9888"/>
                  </a:cubicBezTo>
                  <a:cubicBezTo>
                    <a:pt x="1570" y="10066"/>
                    <a:pt x="1742" y="10119"/>
                    <a:pt x="1938" y="10119"/>
                  </a:cubicBezTo>
                  <a:cubicBezTo>
                    <a:pt x="2225" y="10119"/>
                    <a:pt x="2564" y="10005"/>
                    <a:pt x="2822" y="10005"/>
                  </a:cubicBezTo>
                  <a:cubicBezTo>
                    <a:pt x="2850" y="10005"/>
                    <a:pt x="2878" y="10006"/>
                    <a:pt x="2904" y="10009"/>
                  </a:cubicBezTo>
                  <a:cubicBezTo>
                    <a:pt x="3199" y="10044"/>
                    <a:pt x="3301" y="10260"/>
                    <a:pt x="3522" y="10337"/>
                  </a:cubicBezTo>
                  <a:cubicBezTo>
                    <a:pt x="3557" y="10349"/>
                    <a:pt x="3593" y="10354"/>
                    <a:pt x="3631" y="10354"/>
                  </a:cubicBezTo>
                  <a:cubicBezTo>
                    <a:pt x="3792" y="10354"/>
                    <a:pt x="3970" y="10262"/>
                    <a:pt x="4127" y="10262"/>
                  </a:cubicBezTo>
                  <a:cubicBezTo>
                    <a:pt x="4177" y="10262"/>
                    <a:pt x="4225" y="10272"/>
                    <a:pt x="4270" y="10296"/>
                  </a:cubicBezTo>
                  <a:cubicBezTo>
                    <a:pt x="4559" y="10453"/>
                    <a:pt x="4454" y="10955"/>
                    <a:pt x="4670" y="11129"/>
                  </a:cubicBezTo>
                  <a:cubicBezTo>
                    <a:pt x="4720" y="11170"/>
                    <a:pt x="4775" y="11187"/>
                    <a:pt x="4832" y="11187"/>
                  </a:cubicBezTo>
                  <a:cubicBezTo>
                    <a:pt x="5028" y="11187"/>
                    <a:pt x="5243" y="10981"/>
                    <a:pt x="5326" y="10847"/>
                  </a:cubicBezTo>
                  <a:cubicBezTo>
                    <a:pt x="5478" y="10602"/>
                    <a:pt x="5459" y="10318"/>
                    <a:pt x="5746" y="10207"/>
                  </a:cubicBezTo>
                  <a:cubicBezTo>
                    <a:pt x="5842" y="10169"/>
                    <a:pt x="5931" y="10154"/>
                    <a:pt x="6015" y="10154"/>
                  </a:cubicBezTo>
                  <a:cubicBezTo>
                    <a:pt x="6233" y="10154"/>
                    <a:pt x="6422" y="10253"/>
                    <a:pt x="6645" y="10316"/>
                  </a:cubicBezTo>
                  <a:cubicBezTo>
                    <a:pt x="6719" y="10338"/>
                    <a:pt x="6791" y="10346"/>
                    <a:pt x="6862" y="10346"/>
                  </a:cubicBezTo>
                  <a:cubicBezTo>
                    <a:pt x="7072" y="10346"/>
                    <a:pt x="7268" y="10271"/>
                    <a:pt x="7475" y="10230"/>
                  </a:cubicBezTo>
                  <a:cubicBezTo>
                    <a:pt x="7577" y="10210"/>
                    <a:pt x="7682" y="10199"/>
                    <a:pt x="7788" y="10199"/>
                  </a:cubicBezTo>
                  <a:cubicBezTo>
                    <a:pt x="8028" y="10199"/>
                    <a:pt x="8270" y="10254"/>
                    <a:pt x="8480" y="10371"/>
                  </a:cubicBezTo>
                  <a:cubicBezTo>
                    <a:pt x="9211" y="10778"/>
                    <a:pt x="9338" y="11661"/>
                    <a:pt x="10256" y="11825"/>
                  </a:cubicBezTo>
                  <a:cubicBezTo>
                    <a:pt x="10354" y="11843"/>
                    <a:pt x="10439" y="11851"/>
                    <a:pt x="10518" y="11851"/>
                  </a:cubicBezTo>
                  <a:cubicBezTo>
                    <a:pt x="10692" y="11851"/>
                    <a:pt x="10839" y="11812"/>
                    <a:pt x="11041" y="11750"/>
                  </a:cubicBezTo>
                  <a:cubicBezTo>
                    <a:pt x="11129" y="11723"/>
                    <a:pt x="11187" y="11711"/>
                    <a:pt x="11241" y="11711"/>
                  </a:cubicBezTo>
                  <a:cubicBezTo>
                    <a:pt x="11305" y="11711"/>
                    <a:pt x="11365" y="11728"/>
                    <a:pt x="11466" y="11760"/>
                  </a:cubicBezTo>
                  <a:cubicBezTo>
                    <a:pt x="11868" y="11885"/>
                    <a:pt x="12164" y="12152"/>
                    <a:pt x="12563" y="12266"/>
                  </a:cubicBezTo>
                  <a:cubicBezTo>
                    <a:pt x="13079" y="12415"/>
                    <a:pt x="13560" y="12403"/>
                    <a:pt x="14075" y="12423"/>
                  </a:cubicBezTo>
                  <a:cubicBezTo>
                    <a:pt x="14160" y="12426"/>
                    <a:pt x="14238" y="12441"/>
                    <a:pt x="14312" y="12441"/>
                  </a:cubicBezTo>
                  <a:cubicBezTo>
                    <a:pt x="14387" y="12441"/>
                    <a:pt x="14458" y="12425"/>
                    <a:pt x="14525" y="12365"/>
                  </a:cubicBezTo>
                  <a:cubicBezTo>
                    <a:pt x="14705" y="12205"/>
                    <a:pt x="14604" y="12004"/>
                    <a:pt x="14646" y="11811"/>
                  </a:cubicBezTo>
                  <a:cubicBezTo>
                    <a:pt x="14698" y="11578"/>
                    <a:pt x="14823" y="11499"/>
                    <a:pt x="14978" y="11491"/>
                  </a:cubicBezTo>
                  <a:cubicBezTo>
                    <a:pt x="14966" y="11468"/>
                    <a:pt x="14952" y="11443"/>
                    <a:pt x="14938" y="11416"/>
                  </a:cubicBezTo>
                  <a:cubicBezTo>
                    <a:pt x="14895" y="11341"/>
                    <a:pt x="14847" y="11256"/>
                    <a:pt x="14804" y="11152"/>
                  </a:cubicBezTo>
                  <a:cubicBezTo>
                    <a:pt x="14754" y="11030"/>
                    <a:pt x="14721" y="10900"/>
                    <a:pt x="14691" y="10773"/>
                  </a:cubicBezTo>
                  <a:cubicBezTo>
                    <a:pt x="14676" y="10710"/>
                    <a:pt x="14660" y="10647"/>
                    <a:pt x="14643" y="10586"/>
                  </a:cubicBezTo>
                  <a:cubicBezTo>
                    <a:pt x="14626" y="10528"/>
                    <a:pt x="14604" y="10467"/>
                    <a:pt x="14582" y="10406"/>
                  </a:cubicBezTo>
                  <a:cubicBezTo>
                    <a:pt x="14530" y="10263"/>
                    <a:pt x="14476" y="10116"/>
                    <a:pt x="14469" y="9967"/>
                  </a:cubicBezTo>
                  <a:cubicBezTo>
                    <a:pt x="14461" y="9829"/>
                    <a:pt x="14517" y="9689"/>
                    <a:pt x="14572" y="9554"/>
                  </a:cubicBezTo>
                  <a:cubicBezTo>
                    <a:pt x="14684" y="9278"/>
                    <a:pt x="14710" y="9164"/>
                    <a:pt x="14541" y="9068"/>
                  </a:cubicBezTo>
                  <a:cubicBezTo>
                    <a:pt x="14483" y="9035"/>
                    <a:pt x="14384" y="9021"/>
                    <a:pt x="14288" y="9007"/>
                  </a:cubicBezTo>
                  <a:cubicBezTo>
                    <a:pt x="14194" y="8994"/>
                    <a:pt x="14095" y="8980"/>
                    <a:pt x="14009" y="8946"/>
                  </a:cubicBezTo>
                  <a:lnTo>
                    <a:pt x="13987" y="8936"/>
                  </a:lnTo>
                  <a:cubicBezTo>
                    <a:pt x="13865" y="8888"/>
                    <a:pt x="13728" y="8833"/>
                    <a:pt x="13626" y="8717"/>
                  </a:cubicBezTo>
                  <a:cubicBezTo>
                    <a:pt x="13463" y="8527"/>
                    <a:pt x="13526" y="8412"/>
                    <a:pt x="13604" y="8312"/>
                  </a:cubicBezTo>
                  <a:cubicBezTo>
                    <a:pt x="13634" y="8276"/>
                    <a:pt x="13658" y="8243"/>
                    <a:pt x="13669" y="8197"/>
                  </a:cubicBezTo>
                  <a:cubicBezTo>
                    <a:pt x="13678" y="8153"/>
                    <a:pt x="13673" y="8091"/>
                    <a:pt x="13669" y="8026"/>
                  </a:cubicBezTo>
                  <a:cubicBezTo>
                    <a:pt x="13662" y="7954"/>
                    <a:pt x="13656" y="7873"/>
                    <a:pt x="13669" y="7794"/>
                  </a:cubicBezTo>
                  <a:cubicBezTo>
                    <a:pt x="13675" y="7757"/>
                    <a:pt x="13678" y="7724"/>
                    <a:pt x="13681" y="7692"/>
                  </a:cubicBezTo>
                  <a:cubicBezTo>
                    <a:pt x="13691" y="7575"/>
                    <a:pt x="13702" y="7429"/>
                    <a:pt x="13913" y="7372"/>
                  </a:cubicBezTo>
                  <a:cubicBezTo>
                    <a:pt x="13959" y="7360"/>
                    <a:pt x="14005" y="7355"/>
                    <a:pt x="14049" y="7355"/>
                  </a:cubicBezTo>
                  <a:cubicBezTo>
                    <a:pt x="14104" y="7355"/>
                    <a:pt x="14157" y="7362"/>
                    <a:pt x="14207" y="7369"/>
                  </a:cubicBezTo>
                  <a:cubicBezTo>
                    <a:pt x="14251" y="7375"/>
                    <a:pt x="14293" y="7380"/>
                    <a:pt x="14333" y="7380"/>
                  </a:cubicBezTo>
                  <a:cubicBezTo>
                    <a:pt x="14370" y="7380"/>
                    <a:pt x="14406" y="7375"/>
                    <a:pt x="14439" y="7361"/>
                  </a:cubicBezTo>
                  <a:cubicBezTo>
                    <a:pt x="14473" y="7349"/>
                    <a:pt x="14508" y="7316"/>
                    <a:pt x="14546" y="7280"/>
                  </a:cubicBezTo>
                  <a:cubicBezTo>
                    <a:pt x="14589" y="7239"/>
                    <a:pt x="14638" y="7192"/>
                    <a:pt x="14701" y="7165"/>
                  </a:cubicBezTo>
                  <a:cubicBezTo>
                    <a:pt x="14757" y="7141"/>
                    <a:pt x="14810" y="7137"/>
                    <a:pt x="14858" y="7137"/>
                  </a:cubicBezTo>
                  <a:cubicBezTo>
                    <a:pt x="14869" y="7137"/>
                    <a:pt x="14880" y="7137"/>
                    <a:pt x="14891" y="7137"/>
                  </a:cubicBezTo>
                  <a:cubicBezTo>
                    <a:pt x="14902" y="7138"/>
                    <a:pt x="14913" y="7138"/>
                    <a:pt x="14924" y="7138"/>
                  </a:cubicBezTo>
                  <a:cubicBezTo>
                    <a:pt x="14950" y="7138"/>
                    <a:pt x="14974" y="7136"/>
                    <a:pt x="14999" y="7129"/>
                  </a:cubicBezTo>
                  <a:cubicBezTo>
                    <a:pt x="15087" y="7104"/>
                    <a:pt x="15087" y="7104"/>
                    <a:pt x="15079" y="6958"/>
                  </a:cubicBezTo>
                  <a:lnTo>
                    <a:pt x="15076" y="6897"/>
                  </a:lnTo>
                  <a:cubicBezTo>
                    <a:pt x="15071" y="6772"/>
                    <a:pt x="15046" y="6651"/>
                    <a:pt x="15019" y="6522"/>
                  </a:cubicBezTo>
                  <a:cubicBezTo>
                    <a:pt x="14996" y="6408"/>
                    <a:pt x="14971" y="6288"/>
                    <a:pt x="14961" y="6165"/>
                  </a:cubicBezTo>
                  <a:cubicBezTo>
                    <a:pt x="14958" y="6125"/>
                    <a:pt x="14955" y="6091"/>
                    <a:pt x="14952" y="6059"/>
                  </a:cubicBezTo>
                  <a:cubicBezTo>
                    <a:pt x="14925" y="5802"/>
                    <a:pt x="14928" y="5674"/>
                    <a:pt x="15276" y="5532"/>
                  </a:cubicBezTo>
                  <a:cubicBezTo>
                    <a:pt x="15303" y="5521"/>
                    <a:pt x="15330" y="5512"/>
                    <a:pt x="15355" y="5501"/>
                  </a:cubicBezTo>
                  <a:cubicBezTo>
                    <a:pt x="15515" y="5443"/>
                    <a:pt x="15568" y="5412"/>
                    <a:pt x="15570" y="5349"/>
                  </a:cubicBezTo>
                  <a:cubicBezTo>
                    <a:pt x="15574" y="5258"/>
                    <a:pt x="15546" y="5162"/>
                    <a:pt x="15516" y="5059"/>
                  </a:cubicBezTo>
                  <a:cubicBezTo>
                    <a:pt x="15482" y="4943"/>
                    <a:pt x="15447" y="4822"/>
                    <a:pt x="15452" y="4690"/>
                  </a:cubicBezTo>
                  <a:cubicBezTo>
                    <a:pt x="15353" y="4574"/>
                    <a:pt x="15217" y="4477"/>
                    <a:pt x="15143" y="4350"/>
                  </a:cubicBezTo>
                  <a:cubicBezTo>
                    <a:pt x="14971" y="4047"/>
                    <a:pt x="14963" y="3669"/>
                    <a:pt x="14817" y="3355"/>
                  </a:cubicBezTo>
                  <a:cubicBezTo>
                    <a:pt x="14647" y="2995"/>
                    <a:pt x="14346" y="2618"/>
                    <a:pt x="14100" y="2304"/>
                  </a:cubicBezTo>
                  <a:cubicBezTo>
                    <a:pt x="13902" y="2050"/>
                    <a:pt x="13586" y="1912"/>
                    <a:pt x="13272" y="1912"/>
                  </a:cubicBezTo>
                  <a:cubicBezTo>
                    <a:pt x="13134" y="1912"/>
                    <a:pt x="12996" y="1938"/>
                    <a:pt x="12869" y="1994"/>
                  </a:cubicBezTo>
                  <a:cubicBezTo>
                    <a:pt x="12507" y="2150"/>
                    <a:pt x="12322" y="2605"/>
                    <a:pt x="11947" y="2605"/>
                  </a:cubicBezTo>
                  <a:cubicBezTo>
                    <a:pt x="11870" y="2605"/>
                    <a:pt x="11785" y="2586"/>
                    <a:pt x="11689" y="2541"/>
                  </a:cubicBezTo>
                  <a:cubicBezTo>
                    <a:pt x="11521" y="2463"/>
                    <a:pt x="11385" y="2282"/>
                    <a:pt x="11239" y="2157"/>
                  </a:cubicBezTo>
                  <a:cubicBezTo>
                    <a:pt x="10966" y="1922"/>
                    <a:pt x="10685" y="1751"/>
                    <a:pt x="10325" y="1668"/>
                  </a:cubicBezTo>
                  <a:cubicBezTo>
                    <a:pt x="10202" y="1639"/>
                    <a:pt x="10086" y="1629"/>
                    <a:pt x="9974" y="1629"/>
                  </a:cubicBezTo>
                  <a:cubicBezTo>
                    <a:pt x="9627" y="1629"/>
                    <a:pt x="9316" y="1731"/>
                    <a:pt x="8936" y="1731"/>
                  </a:cubicBezTo>
                  <a:cubicBezTo>
                    <a:pt x="8919" y="1731"/>
                    <a:pt x="8903" y="1731"/>
                    <a:pt x="8886" y="1730"/>
                  </a:cubicBezTo>
                  <a:cubicBezTo>
                    <a:pt x="8869" y="1731"/>
                    <a:pt x="8852" y="1732"/>
                    <a:pt x="8835" y="1732"/>
                  </a:cubicBezTo>
                  <a:cubicBezTo>
                    <a:pt x="8284" y="1732"/>
                    <a:pt x="7976" y="1215"/>
                    <a:pt x="7696" y="830"/>
                  </a:cubicBezTo>
                  <a:cubicBezTo>
                    <a:pt x="7564" y="650"/>
                    <a:pt x="7357" y="239"/>
                    <a:pt x="7131" y="174"/>
                  </a:cubicBezTo>
                  <a:cubicBezTo>
                    <a:pt x="7102" y="166"/>
                    <a:pt x="7073" y="163"/>
                    <a:pt x="7044" y="163"/>
                  </a:cubicBezTo>
                  <a:cubicBezTo>
                    <a:pt x="6878" y="163"/>
                    <a:pt x="6717" y="278"/>
                    <a:pt x="6562" y="306"/>
                  </a:cubicBezTo>
                  <a:cubicBezTo>
                    <a:pt x="6531" y="311"/>
                    <a:pt x="6502" y="314"/>
                    <a:pt x="6473" y="314"/>
                  </a:cubicBezTo>
                  <a:cubicBezTo>
                    <a:pt x="6239" y="314"/>
                    <a:pt x="6050" y="152"/>
                    <a:pt x="5842" y="57"/>
                  </a:cubicBezTo>
                  <a:cubicBezTo>
                    <a:pt x="5792" y="33"/>
                    <a:pt x="5740" y="16"/>
                    <a:pt x="5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90;p37">
              <a:extLst>
                <a:ext uri="{FF2B5EF4-FFF2-40B4-BE49-F238E27FC236}">
                  <a16:creationId xmlns:a16="http://schemas.microsoft.com/office/drawing/2014/main" id="{F65CE560-E58A-0F08-DBB0-E7199FACE2FB}"/>
                </a:ext>
              </a:extLst>
            </p:cNvPr>
            <p:cNvSpPr/>
            <p:nvPr/>
          </p:nvSpPr>
          <p:spPr>
            <a:xfrm>
              <a:off x="2813024" y="1368725"/>
              <a:ext cx="611800" cy="490247"/>
            </a:xfrm>
            <a:custGeom>
              <a:avLst/>
              <a:gdLst/>
              <a:ahLst/>
              <a:cxnLst/>
              <a:rect l="l" t="t" r="r" b="b"/>
              <a:pathLst>
                <a:path w="8842" h="7085" extrusionOk="0">
                  <a:moveTo>
                    <a:pt x="6197" y="0"/>
                  </a:moveTo>
                  <a:cubicBezTo>
                    <a:pt x="6114" y="0"/>
                    <a:pt x="6010" y="33"/>
                    <a:pt x="5875" y="110"/>
                  </a:cubicBezTo>
                  <a:cubicBezTo>
                    <a:pt x="5690" y="217"/>
                    <a:pt x="5637" y="307"/>
                    <a:pt x="5412" y="308"/>
                  </a:cubicBezTo>
                  <a:cubicBezTo>
                    <a:pt x="5407" y="308"/>
                    <a:pt x="5402" y="308"/>
                    <a:pt x="5397" y="308"/>
                  </a:cubicBezTo>
                  <a:cubicBezTo>
                    <a:pt x="5305" y="308"/>
                    <a:pt x="5220" y="305"/>
                    <a:pt x="5140" y="305"/>
                  </a:cubicBezTo>
                  <a:cubicBezTo>
                    <a:pt x="4927" y="305"/>
                    <a:pt x="4745" y="330"/>
                    <a:pt x="4539" y="514"/>
                  </a:cubicBezTo>
                  <a:cubicBezTo>
                    <a:pt x="4259" y="763"/>
                    <a:pt x="4109" y="1064"/>
                    <a:pt x="4054" y="1428"/>
                  </a:cubicBezTo>
                  <a:cubicBezTo>
                    <a:pt x="4021" y="1640"/>
                    <a:pt x="4026" y="1872"/>
                    <a:pt x="3866" y="2015"/>
                  </a:cubicBezTo>
                  <a:cubicBezTo>
                    <a:pt x="3689" y="2175"/>
                    <a:pt x="3274" y="2342"/>
                    <a:pt x="3353" y="2673"/>
                  </a:cubicBezTo>
                  <a:cubicBezTo>
                    <a:pt x="3369" y="2741"/>
                    <a:pt x="3441" y="2755"/>
                    <a:pt x="3474" y="2807"/>
                  </a:cubicBezTo>
                  <a:cubicBezTo>
                    <a:pt x="3582" y="2971"/>
                    <a:pt x="3696" y="3158"/>
                    <a:pt x="3736" y="3356"/>
                  </a:cubicBezTo>
                  <a:cubicBezTo>
                    <a:pt x="3792" y="3633"/>
                    <a:pt x="3689" y="3925"/>
                    <a:pt x="3439" y="4088"/>
                  </a:cubicBezTo>
                  <a:cubicBezTo>
                    <a:pt x="3385" y="4124"/>
                    <a:pt x="3334" y="4137"/>
                    <a:pt x="3286" y="4137"/>
                  </a:cubicBezTo>
                  <a:cubicBezTo>
                    <a:pt x="3146" y="4137"/>
                    <a:pt x="3022" y="4024"/>
                    <a:pt x="2856" y="4024"/>
                  </a:cubicBezTo>
                  <a:cubicBezTo>
                    <a:pt x="2835" y="4024"/>
                    <a:pt x="2814" y="4026"/>
                    <a:pt x="2791" y="4030"/>
                  </a:cubicBezTo>
                  <a:cubicBezTo>
                    <a:pt x="2307" y="4118"/>
                    <a:pt x="2123" y="4783"/>
                    <a:pt x="1999" y="5166"/>
                  </a:cubicBezTo>
                  <a:cubicBezTo>
                    <a:pt x="1913" y="5440"/>
                    <a:pt x="1819" y="5709"/>
                    <a:pt x="1689" y="5969"/>
                  </a:cubicBezTo>
                  <a:cubicBezTo>
                    <a:pt x="1592" y="6163"/>
                    <a:pt x="1514" y="6253"/>
                    <a:pt x="1433" y="6253"/>
                  </a:cubicBezTo>
                  <a:cubicBezTo>
                    <a:pt x="1348" y="6253"/>
                    <a:pt x="1259" y="6154"/>
                    <a:pt x="1141" y="5975"/>
                  </a:cubicBezTo>
                  <a:cubicBezTo>
                    <a:pt x="1019" y="5790"/>
                    <a:pt x="845" y="5478"/>
                    <a:pt x="617" y="5407"/>
                  </a:cubicBezTo>
                  <a:cubicBezTo>
                    <a:pt x="570" y="5393"/>
                    <a:pt x="527" y="5386"/>
                    <a:pt x="486" y="5386"/>
                  </a:cubicBezTo>
                  <a:cubicBezTo>
                    <a:pt x="265" y="5386"/>
                    <a:pt x="143" y="5586"/>
                    <a:pt x="90" y="5784"/>
                  </a:cubicBezTo>
                  <a:cubicBezTo>
                    <a:pt x="71" y="5854"/>
                    <a:pt x="1" y="6065"/>
                    <a:pt x="20" y="6126"/>
                  </a:cubicBezTo>
                  <a:cubicBezTo>
                    <a:pt x="92" y="6352"/>
                    <a:pt x="553" y="6350"/>
                    <a:pt x="704" y="6535"/>
                  </a:cubicBezTo>
                  <a:cubicBezTo>
                    <a:pt x="854" y="6721"/>
                    <a:pt x="1012" y="6920"/>
                    <a:pt x="1249" y="6920"/>
                  </a:cubicBezTo>
                  <a:cubicBezTo>
                    <a:pt x="1319" y="6920"/>
                    <a:pt x="1395" y="6902"/>
                    <a:pt x="1480" y="6863"/>
                  </a:cubicBezTo>
                  <a:cubicBezTo>
                    <a:pt x="1689" y="6766"/>
                    <a:pt x="1787" y="6562"/>
                    <a:pt x="2020" y="6477"/>
                  </a:cubicBezTo>
                  <a:cubicBezTo>
                    <a:pt x="2134" y="6435"/>
                    <a:pt x="2277" y="6389"/>
                    <a:pt x="2408" y="6389"/>
                  </a:cubicBezTo>
                  <a:cubicBezTo>
                    <a:pt x="2435" y="6389"/>
                    <a:pt x="2462" y="6391"/>
                    <a:pt x="2487" y="6396"/>
                  </a:cubicBezTo>
                  <a:cubicBezTo>
                    <a:pt x="2650" y="6422"/>
                    <a:pt x="2801" y="6543"/>
                    <a:pt x="2969" y="6593"/>
                  </a:cubicBezTo>
                  <a:cubicBezTo>
                    <a:pt x="3177" y="6656"/>
                    <a:pt x="3401" y="6686"/>
                    <a:pt x="3605" y="6750"/>
                  </a:cubicBezTo>
                  <a:cubicBezTo>
                    <a:pt x="3889" y="6838"/>
                    <a:pt x="4170" y="7084"/>
                    <a:pt x="4481" y="7084"/>
                  </a:cubicBezTo>
                  <a:cubicBezTo>
                    <a:pt x="4509" y="7084"/>
                    <a:pt x="4537" y="7082"/>
                    <a:pt x="4565" y="7078"/>
                  </a:cubicBezTo>
                  <a:cubicBezTo>
                    <a:pt x="4771" y="7047"/>
                    <a:pt x="4785" y="6876"/>
                    <a:pt x="4950" y="6800"/>
                  </a:cubicBezTo>
                  <a:cubicBezTo>
                    <a:pt x="5002" y="6775"/>
                    <a:pt x="5090" y="6766"/>
                    <a:pt x="5184" y="6766"/>
                  </a:cubicBezTo>
                  <a:cubicBezTo>
                    <a:pt x="5321" y="6766"/>
                    <a:pt x="5471" y="6787"/>
                    <a:pt x="5543" y="6813"/>
                  </a:cubicBezTo>
                  <a:cubicBezTo>
                    <a:pt x="5612" y="6839"/>
                    <a:pt x="5673" y="6874"/>
                    <a:pt x="5731" y="6912"/>
                  </a:cubicBezTo>
                  <a:cubicBezTo>
                    <a:pt x="5742" y="6904"/>
                    <a:pt x="5753" y="6896"/>
                    <a:pt x="5762" y="6888"/>
                  </a:cubicBezTo>
                  <a:cubicBezTo>
                    <a:pt x="5822" y="6844"/>
                    <a:pt x="5878" y="6802"/>
                    <a:pt x="5927" y="6763"/>
                  </a:cubicBezTo>
                  <a:cubicBezTo>
                    <a:pt x="6487" y="6308"/>
                    <a:pt x="6562" y="6027"/>
                    <a:pt x="6291" y="5398"/>
                  </a:cubicBezTo>
                  <a:cubicBezTo>
                    <a:pt x="6132" y="5033"/>
                    <a:pt x="6175" y="4899"/>
                    <a:pt x="6277" y="4656"/>
                  </a:cubicBezTo>
                  <a:cubicBezTo>
                    <a:pt x="6300" y="4601"/>
                    <a:pt x="6327" y="4537"/>
                    <a:pt x="6355" y="4458"/>
                  </a:cubicBezTo>
                  <a:cubicBezTo>
                    <a:pt x="6399" y="4330"/>
                    <a:pt x="6379" y="4170"/>
                    <a:pt x="6357" y="4000"/>
                  </a:cubicBezTo>
                  <a:cubicBezTo>
                    <a:pt x="6333" y="3825"/>
                    <a:pt x="6310" y="3643"/>
                    <a:pt x="6349" y="3456"/>
                  </a:cubicBezTo>
                  <a:cubicBezTo>
                    <a:pt x="6385" y="3293"/>
                    <a:pt x="6463" y="3171"/>
                    <a:pt x="6586" y="3095"/>
                  </a:cubicBezTo>
                  <a:cubicBezTo>
                    <a:pt x="6688" y="3032"/>
                    <a:pt x="6811" y="3008"/>
                    <a:pt x="6943" y="3008"/>
                  </a:cubicBezTo>
                  <a:cubicBezTo>
                    <a:pt x="7161" y="3008"/>
                    <a:pt x="7406" y="3073"/>
                    <a:pt x="7632" y="3133"/>
                  </a:cubicBezTo>
                  <a:cubicBezTo>
                    <a:pt x="7768" y="3169"/>
                    <a:pt x="7897" y="3202"/>
                    <a:pt x="7996" y="3215"/>
                  </a:cubicBezTo>
                  <a:cubicBezTo>
                    <a:pt x="8068" y="3223"/>
                    <a:pt x="8145" y="3229"/>
                    <a:pt x="8223" y="3229"/>
                  </a:cubicBezTo>
                  <a:cubicBezTo>
                    <a:pt x="8424" y="3229"/>
                    <a:pt x="8627" y="3194"/>
                    <a:pt x="8741" y="3097"/>
                  </a:cubicBezTo>
                  <a:cubicBezTo>
                    <a:pt x="8800" y="3047"/>
                    <a:pt x="8832" y="2981"/>
                    <a:pt x="8835" y="2896"/>
                  </a:cubicBezTo>
                  <a:cubicBezTo>
                    <a:pt x="8841" y="2703"/>
                    <a:pt x="8678" y="2523"/>
                    <a:pt x="8523" y="2349"/>
                  </a:cubicBezTo>
                  <a:cubicBezTo>
                    <a:pt x="8430" y="2247"/>
                    <a:pt x="8345" y="2151"/>
                    <a:pt x="8286" y="2048"/>
                  </a:cubicBezTo>
                  <a:cubicBezTo>
                    <a:pt x="7952" y="1472"/>
                    <a:pt x="8239" y="1160"/>
                    <a:pt x="8516" y="859"/>
                  </a:cubicBezTo>
                  <a:cubicBezTo>
                    <a:pt x="8527" y="846"/>
                    <a:pt x="8540" y="834"/>
                    <a:pt x="8551" y="821"/>
                  </a:cubicBezTo>
                  <a:cubicBezTo>
                    <a:pt x="8529" y="769"/>
                    <a:pt x="8490" y="725"/>
                    <a:pt x="8389" y="696"/>
                  </a:cubicBezTo>
                  <a:cubicBezTo>
                    <a:pt x="8347" y="683"/>
                    <a:pt x="8309" y="677"/>
                    <a:pt x="8274" y="677"/>
                  </a:cubicBezTo>
                  <a:cubicBezTo>
                    <a:pt x="7995" y="677"/>
                    <a:pt x="7908" y="1038"/>
                    <a:pt x="7684" y="1165"/>
                  </a:cubicBezTo>
                  <a:cubicBezTo>
                    <a:pt x="7625" y="1198"/>
                    <a:pt x="7559" y="1212"/>
                    <a:pt x="7490" y="1212"/>
                  </a:cubicBezTo>
                  <a:cubicBezTo>
                    <a:pt x="7198" y="1212"/>
                    <a:pt x="6843" y="954"/>
                    <a:pt x="6706" y="746"/>
                  </a:cubicBezTo>
                  <a:cubicBezTo>
                    <a:pt x="6521" y="462"/>
                    <a:pt x="6509" y="0"/>
                    <a:pt x="6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91;p37">
              <a:extLst>
                <a:ext uri="{FF2B5EF4-FFF2-40B4-BE49-F238E27FC236}">
                  <a16:creationId xmlns:a16="http://schemas.microsoft.com/office/drawing/2014/main" id="{D6C9F236-7B89-52EF-5383-64F508BDD15B}"/>
                </a:ext>
              </a:extLst>
            </p:cNvPr>
            <p:cNvSpPr/>
            <p:nvPr/>
          </p:nvSpPr>
          <p:spPr>
            <a:xfrm>
              <a:off x="4806933" y="2095320"/>
              <a:ext cx="330117" cy="309440"/>
            </a:xfrm>
            <a:custGeom>
              <a:avLst/>
              <a:gdLst/>
              <a:ahLst/>
              <a:cxnLst/>
              <a:rect l="l" t="t" r="r" b="b"/>
              <a:pathLst>
                <a:path w="4771" h="4472" extrusionOk="0">
                  <a:moveTo>
                    <a:pt x="2570" y="1"/>
                  </a:moveTo>
                  <a:cubicBezTo>
                    <a:pt x="2481" y="120"/>
                    <a:pt x="2360" y="205"/>
                    <a:pt x="2241" y="288"/>
                  </a:cubicBezTo>
                  <a:cubicBezTo>
                    <a:pt x="2120" y="373"/>
                    <a:pt x="2006" y="453"/>
                    <a:pt x="1947" y="556"/>
                  </a:cubicBezTo>
                  <a:cubicBezTo>
                    <a:pt x="1935" y="577"/>
                    <a:pt x="1933" y="602"/>
                    <a:pt x="1930" y="641"/>
                  </a:cubicBezTo>
                  <a:cubicBezTo>
                    <a:pt x="1926" y="696"/>
                    <a:pt x="1919" y="763"/>
                    <a:pt x="1874" y="831"/>
                  </a:cubicBezTo>
                  <a:cubicBezTo>
                    <a:pt x="1813" y="918"/>
                    <a:pt x="1701" y="1005"/>
                    <a:pt x="1490" y="1005"/>
                  </a:cubicBezTo>
                  <a:cubicBezTo>
                    <a:pt x="1406" y="1005"/>
                    <a:pt x="1306" y="991"/>
                    <a:pt x="1187" y="958"/>
                  </a:cubicBezTo>
                  <a:cubicBezTo>
                    <a:pt x="1113" y="937"/>
                    <a:pt x="986" y="925"/>
                    <a:pt x="856" y="925"/>
                  </a:cubicBezTo>
                  <a:cubicBezTo>
                    <a:pt x="674" y="925"/>
                    <a:pt x="488" y="949"/>
                    <a:pt x="439" y="1010"/>
                  </a:cubicBezTo>
                  <a:cubicBezTo>
                    <a:pt x="435" y="1013"/>
                    <a:pt x="426" y="1025"/>
                    <a:pt x="451" y="1071"/>
                  </a:cubicBezTo>
                  <a:cubicBezTo>
                    <a:pt x="487" y="1138"/>
                    <a:pt x="523" y="1198"/>
                    <a:pt x="558" y="1254"/>
                  </a:cubicBezTo>
                  <a:cubicBezTo>
                    <a:pt x="658" y="1416"/>
                    <a:pt x="752" y="1568"/>
                    <a:pt x="770" y="1822"/>
                  </a:cubicBezTo>
                  <a:lnTo>
                    <a:pt x="776" y="1910"/>
                  </a:lnTo>
                  <a:lnTo>
                    <a:pt x="693" y="1937"/>
                  </a:lnTo>
                  <a:cubicBezTo>
                    <a:pt x="599" y="1966"/>
                    <a:pt x="501" y="1976"/>
                    <a:pt x="406" y="1985"/>
                  </a:cubicBezTo>
                  <a:cubicBezTo>
                    <a:pt x="250" y="2001"/>
                    <a:pt x="117" y="2015"/>
                    <a:pt x="42" y="2106"/>
                  </a:cubicBezTo>
                  <a:cubicBezTo>
                    <a:pt x="31" y="2120"/>
                    <a:pt x="15" y="2153"/>
                    <a:pt x="1" y="2189"/>
                  </a:cubicBezTo>
                  <a:cubicBezTo>
                    <a:pt x="249" y="2231"/>
                    <a:pt x="493" y="2308"/>
                    <a:pt x="727" y="2448"/>
                  </a:cubicBezTo>
                  <a:cubicBezTo>
                    <a:pt x="961" y="2587"/>
                    <a:pt x="1122" y="2835"/>
                    <a:pt x="1345" y="2992"/>
                  </a:cubicBezTo>
                  <a:cubicBezTo>
                    <a:pt x="1786" y="3303"/>
                    <a:pt x="2362" y="3171"/>
                    <a:pt x="2829" y="3383"/>
                  </a:cubicBezTo>
                  <a:cubicBezTo>
                    <a:pt x="3160" y="3533"/>
                    <a:pt x="3383" y="3756"/>
                    <a:pt x="3623" y="4013"/>
                  </a:cubicBezTo>
                  <a:cubicBezTo>
                    <a:pt x="3860" y="4269"/>
                    <a:pt x="4159" y="4371"/>
                    <a:pt x="4478" y="4471"/>
                  </a:cubicBezTo>
                  <a:cubicBezTo>
                    <a:pt x="4485" y="4456"/>
                    <a:pt x="4493" y="4440"/>
                    <a:pt x="4501" y="4426"/>
                  </a:cubicBezTo>
                  <a:cubicBezTo>
                    <a:pt x="4567" y="4303"/>
                    <a:pt x="4633" y="4181"/>
                    <a:pt x="4692" y="4057"/>
                  </a:cubicBezTo>
                  <a:cubicBezTo>
                    <a:pt x="4771" y="3892"/>
                    <a:pt x="4743" y="3714"/>
                    <a:pt x="4598" y="3460"/>
                  </a:cubicBezTo>
                  <a:cubicBezTo>
                    <a:pt x="4567" y="3405"/>
                    <a:pt x="4534" y="3356"/>
                    <a:pt x="4503" y="3311"/>
                  </a:cubicBezTo>
                  <a:cubicBezTo>
                    <a:pt x="4405" y="3168"/>
                    <a:pt x="4305" y="3019"/>
                    <a:pt x="4325" y="2768"/>
                  </a:cubicBezTo>
                  <a:cubicBezTo>
                    <a:pt x="4338" y="2619"/>
                    <a:pt x="4401" y="2493"/>
                    <a:pt x="4457" y="2380"/>
                  </a:cubicBezTo>
                  <a:cubicBezTo>
                    <a:pt x="4501" y="2293"/>
                    <a:pt x="4542" y="2208"/>
                    <a:pt x="4553" y="2126"/>
                  </a:cubicBezTo>
                  <a:cubicBezTo>
                    <a:pt x="4570" y="1987"/>
                    <a:pt x="4407" y="1758"/>
                    <a:pt x="4291" y="1720"/>
                  </a:cubicBezTo>
                  <a:cubicBezTo>
                    <a:pt x="4259" y="1709"/>
                    <a:pt x="4226" y="1706"/>
                    <a:pt x="4191" y="1706"/>
                  </a:cubicBezTo>
                  <a:cubicBezTo>
                    <a:pt x="4160" y="1706"/>
                    <a:pt x="4128" y="1708"/>
                    <a:pt x="4095" y="1711"/>
                  </a:cubicBezTo>
                  <a:cubicBezTo>
                    <a:pt x="4059" y="1714"/>
                    <a:pt x="4022" y="1717"/>
                    <a:pt x="3984" y="1717"/>
                  </a:cubicBezTo>
                  <a:cubicBezTo>
                    <a:pt x="3901" y="1717"/>
                    <a:pt x="3813" y="1702"/>
                    <a:pt x="3729" y="1639"/>
                  </a:cubicBezTo>
                  <a:cubicBezTo>
                    <a:pt x="3643" y="1574"/>
                    <a:pt x="3598" y="1494"/>
                    <a:pt x="3552" y="1416"/>
                  </a:cubicBezTo>
                  <a:lnTo>
                    <a:pt x="3533" y="1384"/>
                  </a:lnTo>
                  <a:cubicBezTo>
                    <a:pt x="3510" y="1344"/>
                    <a:pt x="3485" y="1301"/>
                    <a:pt x="3477" y="1295"/>
                  </a:cubicBezTo>
                  <a:cubicBezTo>
                    <a:pt x="3469" y="1290"/>
                    <a:pt x="3428" y="1282"/>
                    <a:pt x="3411" y="1279"/>
                  </a:cubicBezTo>
                  <a:cubicBezTo>
                    <a:pt x="3356" y="1268"/>
                    <a:pt x="3307" y="1267"/>
                    <a:pt x="3260" y="1267"/>
                  </a:cubicBezTo>
                  <a:cubicBezTo>
                    <a:pt x="3133" y="1265"/>
                    <a:pt x="2989" y="1265"/>
                    <a:pt x="2876" y="1052"/>
                  </a:cubicBezTo>
                  <a:cubicBezTo>
                    <a:pt x="2798" y="901"/>
                    <a:pt x="2707" y="646"/>
                    <a:pt x="2685" y="450"/>
                  </a:cubicBezTo>
                  <a:lnTo>
                    <a:pt x="2680" y="403"/>
                  </a:lnTo>
                  <a:cubicBezTo>
                    <a:pt x="2669" y="288"/>
                    <a:pt x="2649" y="72"/>
                    <a:pt x="2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92;p37">
              <a:extLst>
                <a:ext uri="{FF2B5EF4-FFF2-40B4-BE49-F238E27FC236}">
                  <a16:creationId xmlns:a16="http://schemas.microsoft.com/office/drawing/2014/main" id="{78971612-30FC-F547-7762-F753FABF303C}"/>
                </a:ext>
              </a:extLst>
            </p:cNvPr>
            <p:cNvSpPr/>
            <p:nvPr/>
          </p:nvSpPr>
          <p:spPr>
            <a:xfrm>
              <a:off x="6115080" y="1832249"/>
              <a:ext cx="604258" cy="175963"/>
            </a:xfrm>
            <a:custGeom>
              <a:avLst/>
              <a:gdLst/>
              <a:ahLst/>
              <a:cxnLst/>
              <a:rect l="l" t="t" r="r" b="b"/>
              <a:pathLst>
                <a:path w="8733" h="2543" extrusionOk="0">
                  <a:moveTo>
                    <a:pt x="1425" y="0"/>
                  </a:moveTo>
                  <a:cubicBezTo>
                    <a:pt x="1290" y="0"/>
                    <a:pt x="1170" y="49"/>
                    <a:pt x="1084" y="202"/>
                  </a:cubicBezTo>
                  <a:cubicBezTo>
                    <a:pt x="987" y="374"/>
                    <a:pt x="956" y="489"/>
                    <a:pt x="794" y="598"/>
                  </a:cubicBezTo>
                  <a:cubicBezTo>
                    <a:pt x="614" y="721"/>
                    <a:pt x="404" y="795"/>
                    <a:pt x="338" y="1020"/>
                  </a:cubicBezTo>
                  <a:cubicBezTo>
                    <a:pt x="295" y="1168"/>
                    <a:pt x="338" y="1298"/>
                    <a:pt x="250" y="1425"/>
                  </a:cubicBezTo>
                  <a:cubicBezTo>
                    <a:pt x="162" y="1552"/>
                    <a:pt x="0" y="1601"/>
                    <a:pt x="109" y="1778"/>
                  </a:cubicBezTo>
                  <a:cubicBezTo>
                    <a:pt x="193" y="1917"/>
                    <a:pt x="394" y="1964"/>
                    <a:pt x="599" y="1964"/>
                  </a:cubicBezTo>
                  <a:cubicBezTo>
                    <a:pt x="778" y="1964"/>
                    <a:pt x="961" y="1928"/>
                    <a:pt x="1072" y="1885"/>
                  </a:cubicBezTo>
                  <a:cubicBezTo>
                    <a:pt x="1191" y="1836"/>
                    <a:pt x="1347" y="1795"/>
                    <a:pt x="1497" y="1795"/>
                  </a:cubicBezTo>
                  <a:cubicBezTo>
                    <a:pt x="1600" y="1795"/>
                    <a:pt x="1700" y="1815"/>
                    <a:pt x="1782" y="1866"/>
                  </a:cubicBezTo>
                  <a:cubicBezTo>
                    <a:pt x="1916" y="1949"/>
                    <a:pt x="1956" y="2140"/>
                    <a:pt x="2040" y="2272"/>
                  </a:cubicBezTo>
                  <a:cubicBezTo>
                    <a:pt x="2172" y="2478"/>
                    <a:pt x="2430" y="2535"/>
                    <a:pt x="2676" y="2535"/>
                  </a:cubicBezTo>
                  <a:cubicBezTo>
                    <a:pt x="2799" y="2535"/>
                    <a:pt x="2919" y="2521"/>
                    <a:pt x="3020" y="2504"/>
                  </a:cubicBezTo>
                  <a:cubicBezTo>
                    <a:pt x="3145" y="2484"/>
                    <a:pt x="3269" y="2476"/>
                    <a:pt x="3393" y="2476"/>
                  </a:cubicBezTo>
                  <a:cubicBezTo>
                    <a:pt x="3760" y="2476"/>
                    <a:pt x="4125" y="2542"/>
                    <a:pt x="4494" y="2542"/>
                  </a:cubicBezTo>
                  <a:cubicBezTo>
                    <a:pt x="4530" y="2542"/>
                    <a:pt x="4566" y="2542"/>
                    <a:pt x="4602" y="2540"/>
                  </a:cubicBezTo>
                  <a:cubicBezTo>
                    <a:pt x="4869" y="2529"/>
                    <a:pt x="5153" y="2517"/>
                    <a:pt x="5275" y="2278"/>
                  </a:cubicBezTo>
                  <a:cubicBezTo>
                    <a:pt x="5335" y="2159"/>
                    <a:pt x="5348" y="1886"/>
                    <a:pt x="5424" y="1798"/>
                  </a:cubicBezTo>
                  <a:cubicBezTo>
                    <a:pt x="5520" y="1689"/>
                    <a:pt x="5670" y="1662"/>
                    <a:pt x="5834" y="1662"/>
                  </a:cubicBezTo>
                  <a:cubicBezTo>
                    <a:pt x="5992" y="1662"/>
                    <a:pt x="6162" y="1687"/>
                    <a:pt x="6306" y="1687"/>
                  </a:cubicBezTo>
                  <a:cubicBezTo>
                    <a:pt x="6367" y="1687"/>
                    <a:pt x="6422" y="1682"/>
                    <a:pt x="6471" y="1670"/>
                  </a:cubicBezTo>
                  <a:cubicBezTo>
                    <a:pt x="6583" y="1641"/>
                    <a:pt x="6689" y="1579"/>
                    <a:pt x="6805" y="1579"/>
                  </a:cubicBezTo>
                  <a:cubicBezTo>
                    <a:pt x="6835" y="1579"/>
                    <a:pt x="6866" y="1583"/>
                    <a:pt x="6897" y="1593"/>
                  </a:cubicBezTo>
                  <a:cubicBezTo>
                    <a:pt x="7064" y="1645"/>
                    <a:pt x="7180" y="1817"/>
                    <a:pt x="7363" y="1833"/>
                  </a:cubicBezTo>
                  <a:cubicBezTo>
                    <a:pt x="7421" y="1728"/>
                    <a:pt x="7405" y="1596"/>
                    <a:pt x="7462" y="1488"/>
                  </a:cubicBezTo>
                  <a:cubicBezTo>
                    <a:pt x="7539" y="1340"/>
                    <a:pt x="7722" y="1209"/>
                    <a:pt x="7870" y="1143"/>
                  </a:cubicBezTo>
                  <a:cubicBezTo>
                    <a:pt x="8016" y="1077"/>
                    <a:pt x="8218" y="1025"/>
                    <a:pt x="8372" y="994"/>
                  </a:cubicBezTo>
                  <a:cubicBezTo>
                    <a:pt x="8403" y="988"/>
                    <a:pt x="8438" y="986"/>
                    <a:pt x="8475" y="986"/>
                  </a:cubicBezTo>
                  <a:cubicBezTo>
                    <a:pt x="8502" y="986"/>
                    <a:pt x="8529" y="987"/>
                    <a:pt x="8556" y="987"/>
                  </a:cubicBezTo>
                  <a:cubicBezTo>
                    <a:pt x="8623" y="987"/>
                    <a:pt x="8687" y="983"/>
                    <a:pt x="8732" y="953"/>
                  </a:cubicBezTo>
                  <a:cubicBezTo>
                    <a:pt x="8695" y="834"/>
                    <a:pt x="8624" y="721"/>
                    <a:pt x="8609" y="597"/>
                  </a:cubicBezTo>
                  <a:cubicBezTo>
                    <a:pt x="8599" y="509"/>
                    <a:pt x="8651" y="407"/>
                    <a:pt x="8627" y="321"/>
                  </a:cubicBezTo>
                  <a:cubicBezTo>
                    <a:pt x="8590" y="189"/>
                    <a:pt x="8452" y="145"/>
                    <a:pt x="8341" y="145"/>
                  </a:cubicBezTo>
                  <a:cubicBezTo>
                    <a:pt x="8306" y="145"/>
                    <a:pt x="8275" y="149"/>
                    <a:pt x="8249" y="156"/>
                  </a:cubicBezTo>
                  <a:cubicBezTo>
                    <a:pt x="8163" y="156"/>
                    <a:pt x="8076" y="157"/>
                    <a:pt x="7990" y="157"/>
                  </a:cubicBezTo>
                  <a:cubicBezTo>
                    <a:pt x="7753" y="157"/>
                    <a:pt x="7517" y="156"/>
                    <a:pt x="7281" y="156"/>
                  </a:cubicBezTo>
                  <a:cubicBezTo>
                    <a:pt x="7194" y="156"/>
                    <a:pt x="7108" y="156"/>
                    <a:pt x="7021" y="156"/>
                  </a:cubicBezTo>
                  <a:cubicBezTo>
                    <a:pt x="7019" y="156"/>
                    <a:pt x="7017" y="156"/>
                    <a:pt x="7015" y="156"/>
                  </a:cubicBezTo>
                  <a:cubicBezTo>
                    <a:pt x="6753" y="156"/>
                    <a:pt x="6528" y="52"/>
                    <a:pt x="6271" y="24"/>
                  </a:cubicBezTo>
                  <a:cubicBezTo>
                    <a:pt x="6120" y="8"/>
                    <a:pt x="5966" y="2"/>
                    <a:pt x="5811" y="2"/>
                  </a:cubicBezTo>
                  <a:cubicBezTo>
                    <a:pt x="5360" y="2"/>
                    <a:pt x="4899" y="57"/>
                    <a:pt x="4461" y="92"/>
                  </a:cubicBezTo>
                  <a:cubicBezTo>
                    <a:pt x="3901" y="136"/>
                    <a:pt x="3325" y="172"/>
                    <a:pt x="2755" y="172"/>
                  </a:cubicBezTo>
                  <a:cubicBezTo>
                    <a:pt x="2558" y="172"/>
                    <a:pt x="2361" y="167"/>
                    <a:pt x="2167" y="158"/>
                  </a:cubicBezTo>
                  <a:cubicBezTo>
                    <a:pt x="1939" y="147"/>
                    <a:pt x="1659" y="0"/>
                    <a:pt x="1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93;p37">
              <a:extLst>
                <a:ext uri="{FF2B5EF4-FFF2-40B4-BE49-F238E27FC236}">
                  <a16:creationId xmlns:a16="http://schemas.microsoft.com/office/drawing/2014/main" id="{3E8A76D9-3769-C9A4-6A26-9A69837577F3}"/>
                </a:ext>
              </a:extLst>
            </p:cNvPr>
            <p:cNvSpPr/>
            <p:nvPr/>
          </p:nvSpPr>
          <p:spPr>
            <a:xfrm>
              <a:off x="6776487" y="1926766"/>
              <a:ext cx="88843" cy="51827"/>
            </a:xfrm>
            <a:custGeom>
              <a:avLst/>
              <a:gdLst/>
              <a:ahLst/>
              <a:cxnLst/>
              <a:rect l="l" t="t" r="r" b="b"/>
              <a:pathLst>
                <a:path w="1284" h="749" extrusionOk="0">
                  <a:moveTo>
                    <a:pt x="651" y="0"/>
                  </a:moveTo>
                  <a:cubicBezTo>
                    <a:pt x="635" y="0"/>
                    <a:pt x="620" y="2"/>
                    <a:pt x="605" y="6"/>
                  </a:cubicBezTo>
                  <a:cubicBezTo>
                    <a:pt x="569" y="15"/>
                    <a:pt x="565" y="58"/>
                    <a:pt x="525" y="70"/>
                  </a:cubicBezTo>
                  <a:cubicBezTo>
                    <a:pt x="516" y="73"/>
                    <a:pt x="505" y="74"/>
                    <a:pt x="494" y="74"/>
                  </a:cubicBezTo>
                  <a:cubicBezTo>
                    <a:pt x="464" y="74"/>
                    <a:pt x="436" y="63"/>
                    <a:pt x="447" y="39"/>
                  </a:cubicBezTo>
                  <a:lnTo>
                    <a:pt x="447" y="39"/>
                  </a:lnTo>
                  <a:cubicBezTo>
                    <a:pt x="335" y="42"/>
                    <a:pt x="221" y="94"/>
                    <a:pt x="110" y="94"/>
                  </a:cubicBezTo>
                  <a:cubicBezTo>
                    <a:pt x="73" y="94"/>
                    <a:pt x="36" y="88"/>
                    <a:pt x="0" y="73"/>
                  </a:cubicBezTo>
                  <a:lnTo>
                    <a:pt x="0" y="73"/>
                  </a:lnTo>
                  <a:cubicBezTo>
                    <a:pt x="27" y="196"/>
                    <a:pt x="121" y="238"/>
                    <a:pt x="224" y="296"/>
                  </a:cubicBezTo>
                  <a:cubicBezTo>
                    <a:pt x="340" y="360"/>
                    <a:pt x="367" y="483"/>
                    <a:pt x="458" y="575"/>
                  </a:cubicBezTo>
                  <a:cubicBezTo>
                    <a:pt x="527" y="644"/>
                    <a:pt x="704" y="748"/>
                    <a:pt x="831" y="748"/>
                  </a:cubicBezTo>
                  <a:cubicBezTo>
                    <a:pt x="875" y="748"/>
                    <a:pt x="912" y="736"/>
                    <a:pt x="938" y="707"/>
                  </a:cubicBezTo>
                  <a:cubicBezTo>
                    <a:pt x="958" y="683"/>
                    <a:pt x="938" y="628"/>
                    <a:pt x="960" y="600"/>
                  </a:cubicBezTo>
                  <a:cubicBezTo>
                    <a:pt x="1031" y="512"/>
                    <a:pt x="1206" y="567"/>
                    <a:pt x="1283" y="478"/>
                  </a:cubicBezTo>
                  <a:cubicBezTo>
                    <a:pt x="1234" y="415"/>
                    <a:pt x="1145" y="335"/>
                    <a:pt x="1071" y="305"/>
                  </a:cubicBezTo>
                  <a:cubicBezTo>
                    <a:pt x="1020" y="283"/>
                    <a:pt x="943" y="298"/>
                    <a:pt x="896" y="266"/>
                  </a:cubicBezTo>
                  <a:cubicBezTo>
                    <a:pt x="817" y="216"/>
                    <a:pt x="842" y="128"/>
                    <a:pt x="794" y="65"/>
                  </a:cubicBezTo>
                  <a:cubicBezTo>
                    <a:pt x="762" y="24"/>
                    <a:pt x="706" y="0"/>
                    <a:pt x="6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TextBox 7">
            <a:extLst>
              <a:ext uri="{FF2B5EF4-FFF2-40B4-BE49-F238E27FC236}">
                <a16:creationId xmlns:a16="http://schemas.microsoft.com/office/drawing/2014/main" id="{32224D1E-E081-5A66-A187-BA45F1005871}"/>
              </a:ext>
            </a:extLst>
          </p:cNvPr>
          <p:cNvSpPr txBox="1"/>
          <p:nvPr/>
        </p:nvSpPr>
        <p:spPr>
          <a:xfrm>
            <a:off x="12571828" y="2347076"/>
            <a:ext cx="52363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Menganalisis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keandalan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pada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 Wilayah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endParaRPr lang="en-ID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Menganalisis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perhitungan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pengelompokan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beban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terdapat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pada Wilayah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endParaRPr lang="en-ID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Menganalisis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topologi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jaringan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digunakan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pada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 wilayah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endParaRPr lang="en-ID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Mempertimbangkan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95719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86;p25">
            <a:extLst>
              <a:ext uri="{FF2B5EF4-FFF2-40B4-BE49-F238E27FC236}">
                <a16:creationId xmlns:a16="http://schemas.microsoft.com/office/drawing/2014/main" id="{5B3F021F-DA15-AD4F-2888-940CFA23D087}"/>
              </a:ext>
            </a:extLst>
          </p:cNvPr>
          <p:cNvSpPr txBox="1">
            <a:spLocks/>
          </p:cNvSpPr>
          <p:nvPr/>
        </p:nvSpPr>
        <p:spPr>
          <a:xfrm>
            <a:off x="543598" y="889764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Tujuan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Perencanaan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Persegi Panjang: Sudut Lengkung 6">
            <a:extLst>
              <a:ext uri="{FF2B5EF4-FFF2-40B4-BE49-F238E27FC236}">
                <a16:creationId xmlns:a16="http://schemas.microsoft.com/office/drawing/2014/main" id="{4AF364BA-F9E6-960E-B0AD-58F12E908F77}"/>
              </a:ext>
            </a:extLst>
          </p:cNvPr>
          <p:cNvSpPr/>
          <p:nvPr/>
        </p:nvSpPr>
        <p:spPr>
          <a:xfrm>
            <a:off x="4116" y="6743697"/>
            <a:ext cx="3708399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Latar</a:t>
            </a:r>
            <a:r>
              <a:rPr lang="en-US" sz="28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Belakang</a:t>
            </a:r>
            <a:endParaRPr lang="en-ID" sz="28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8" name="Persegi Panjang: Sudut Lengkung 7">
            <a:extLst>
              <a:ext uri="{FF2B5EF4-FFF2-40B4-BE49-F238E27FC236}">
                <a16:creationId xmlns:a16="http://schemas.microsoft.com/office/drawing/2014/main" id="{8B0CF616-22A2-C328-3CCB-ED5D59B35E07}"/>
              </a:ext>
            </a:extLst>
          </p:cNvPr>
          <p:cNvSpPr/>
          <p:nvPr/>
        </p:nvSpPr>
        <p:spPr>
          <a:xfrm>
            <a:off x="4241800" y="6743697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Lingkup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dan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Metodologi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9" name="Persegi Panjang: Sudut Lengkung 8">
            <a:extLst>
              <a:ext uri="{FF2B5EF4-FFF2-40B4-BE49-F238E27FC236}">
                <a16:creationId xmlns:a16="http://schemas.microsoft.com/office/drawing/2014/main" id="{F79350FD-2AD2-BA36-0373-62844E21531A}"/>
              </a:ext>
            </a:extLst>
          </p:cNvPr>
          <p:cNvSpPr/>
          <p:nvPr/>
        </p:nvSpPr>
        <p:spPr>
          <a:xfrm>
            <a:off x="8479484" y="6259511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Tujuan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Perencanaan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grpSp>
        <p:nvGrpSpPr>
          <p:cNvPr id="21" name="Google Shape;885;p37">
            <a:extLst>
              <a:ext uri="{FF2B5EF4-FFF2-40B4-BE49-F238E27FC236}">
                <a16:creationId xmlns:a16="http://schemas.microsoft.com/office/drawing/2014/main" id="{916E8EF6-94E4-8F7A-40C0-8BA80E6EFBFC}"/>
              </a:ext>
            </a:extLst>
          </p:cNvPr>
          <p:cNvGrpSpPr/>
          <p:nvPr/>
        </p:nvGrpSpPr>
        <p:grpSpPr>
          <a:xfrm>
            <a:off x="680228" y="3027308"/>
            <a:ext cx="4125686" cy="1330431"/>
            <a:chOff x="2813024" y="1368725"/>
            <a:chExt cx="4108430" cy="1324866"/>
          </a:xfrm>
        </p:grpSpPr>
        <p:sp>
          <p:nvSpPr>
            <p:cNvPr id="22" name="Google Shape;886;p37">
              <a:extLst>
                <a:ext uri="{FF2B5EF4-FFF2-40B4-BE49-F238E27FC236}">
                  <a16:creationId xmlns:a16="http://schemas.microsoft.com/office/drawing/2014/main" id="{CD5F6224-F03C-984F-33AF-E1EA8308AE9C}"/>
                </a:ext>
              </a:extLst>
            </p:cNvPr>
            <p:cNvSpPr/>
            <p:nvPr/>
          </p:nvSpPr>
          <p:spPr>
            <a:xfrm>
              <a:off x="4174033" y="1618927"/>
              <a:ext cx="1336937" cy="796434"/>
            </a:xfrm>
            <a:custGeom>
              <a:avLst/>
              <a:gdLst/>
              <a:ahLst/>
              <a:cxnLst/>
              <a:rect l="l" t="t" r="r" b="b"/>
              <a:pathLst>
                <a:path w="19322" h="11510" extrusionOk="0">
                  <a:moveTo>
                    <a:pt x="15900" y="0"/>
                  </a:moveTo>
                  <a:cubicBezTo>
                    <a:pt x="15898" y="0"/>
                    <a:pt x="15896" y="0"/>
                    <a:pt x="15894" y="0"/>
                  </a:cubicBezTo>
                  <a:cubicBezTo>
                    <a:pt x="15419" y="16"/>
                    <a:pt x="15160" y="924"/>
                    <a:pt x="14995" y="1277"/>
                  </a:cubicBezTo>
                  <a:cubicBezTo>
                    <a:pt x="14909" y="1456"/>
                    <a:pt x="14846" y="1627"/>
                    <a:pt x="14644" y="1680"/>
                  </a:cubicBezTo>
                  <a:cubicBezTo>
                    <a:pt x="14357" y="1755"/>
                    <a:pt x="14067" y="1682"/>
                    <a:pt x="13797" y="1832"/>
                  </a:cubicBezTo>
                  <a:cubicBezTo>
                    <a:pt x="13595" y="1945"/>
                    <a:pt x="13545" y="2121"/>
                    <a:pt x="13386" y="2278"/>
                  </a:cubicBezTo>
                  <a:cubicBezTo>
                    <a:pt x="13168" y="2493"/>
                    <a:pt x="12897" y="2555"/>
                    <a:pt x="12608" y="2599"/>
                  </a:cubicBezTo>
                  <a:cubicBezTo>
                    <a:pt x="11898" y="2704"/>
                    <a:pt x="11182" y="2626"/>
                    <a:pt x="10575" y="3070"/>
                  </a:cubicBezTo>
                  <a:cubicBezTo>
                    <a:pt x="10362" y="3225"/>
                    <a:pt x="10175" y="3365"/>
                    <a:pt x="9902" y="3388"/>
                  </a:cubicBezTo>
                  <a:cubicBezTo>
                    <a:pt x="9880" y="3390"/>
                    <a:pt x="9858" y="3391"/>
                    <a:pt x="9836" y="3391"/>
                  </a:cubicBezTo>
                  <a:cubicBezTo>
                    <a:pt x="9541" y="3391"/>
                    <a:pt x="9319" y="3204"/>
                    <a:pt x="9037" y="3150"/>
                  </a:cubicBezTo>
                  <a:cubicBezTo>
                    <a:pt x="8959" y="3135"/>
                    <a:pt x="8878" y="3133"/>
                    <a:pt x="8796" y="3133"/>
                  </a:cubicBezTo>
                  <a:cubicBezTo>
                    <a:pt x="8745" y="3133"/>
                    <a:pt x="8693" y="3134"/>
                    <a:pt x="8641" y="3134"/>
                  </a:cubicBezTo>
                  <a:cubicBezTo>
                    <a:pt x="8515" y="3134"/>
                    <a:pt x="8390" y="3127"/>
                    <a:pt x="8273" y="3082"/>
                  </a:cubicBezTo>
                  <a:cubicBezTo>
                    <a:pt x="8020" y="2987"/>
                    <a:pt x="7896" y="2715"/>
                    <a:pt x="7642" y="2620"/>
                  </a:cubicBezTo>
                  <a:cubicBezTo>
                    <a:pt x="7549" y="2585"/>
                    <a:pt x="7393" y="2562"/>
                    <a:pt x="7258" y="2562"/>
                  </a:cubicBezTo>
                  <a:cubicBezTo>
                    <a:pt x="7190" y="2562"/>
                    <a:pt x="7128" y="2568"/>
                    <a:pt x="7081" y="2580"/>
                  </a:cubicBezTo>
                  <a:cubicBezTo>
                    <a:pt x="6914" y="2626"/>
                    <a:pt x="6919" y="2685"/>
                    <a:pt x="6803" y="2825"/>
                  </a:cubicBezTo>
                  <a:cubicBezTo>
                    <a:pt x="6627" y="3037"/>
                    <a:pt x="6491" y="2988"/>
                    <a:pt x="6240" y="3065"/>
                  </a:cubicBezTo>
                  <a:cubicBezTo>
                    <a:pt x="6027" y="3034"/>
                    <a:pt x="5846" y="3034"/>
                    <a:pt x="5644" y="2949"/>
                  </a:cubicBezTo>
                  <a:cubicBezTo>
                    <a:pt x="5482" y="2882"/>
                    <a:pt x="5374" y="2743"/>
                    <a:pt x="5219" y="2670"/>
                  </a:cubicBezTo>
                  <a:cubicBezTo>
                    <a:pt x="5009" y="2572"/>
                    <a:pt x="4775" y="2558"/>
                    <a:pt x="4541" y="2558"/>
                  </a:cubicBezTo>
                  <a:cubicBezTo>
                    <a:pt x="4455" y="2558"/>
                    <a:pt x="4369" y="2560"/>
                    <a:pt x="4284" y="2560"/>
                  </a:cubicBezTo>
                  <a:cubicBezTo>
                    <a:pt x="4243" y="2560"/>
                    <a:pt x="4202" y="2560"/>
                    <a:pt x="4162" y="2558"/>
                  </a:cubicBezTo>
                  <a:cubicBezTo>
                    <a:pt x="4142" y="2327"/>
                    <a:pt x="3937" y="2261"/>
                    <a:pt x="3716" y="2261"/>
                  </a:cubicBezTo>
                  <a:cubicBezTo>
                    <a:pt x="3571" y="2261"/>
                    <a:pt x="3419" y="2290"/>
                    <a:pt x="3308" y="2318"/>
                  </a:cubicBezTo>
                  <a:cubicBezTo>
                    <a:pt x="2951" y="2410"/>
                    <a:pt x="2699" y="2607"/>
                    <a:pt x="2318" y="2607"/>
                  </a:cubicBezTo>
                  <a:cubicBezTo>
                    <a:pt x="2296" y="2607"/>
                    <a:pt x="2274" y="2607"/>
                    <a:pt x="2251" y="2605"/>
                  </a:cubicBezTo>
                  <a:cubicBezTo>
                    <a:pt x="2093" y="2594"/>
                    <a:pt x="1992" y="2532"/>
                    <a:pt x="1926" y="2434"/>
                  </a:cubicBezTo>
                  <a:cubicBezTo>
                    <a:pt x="1856" y="2491"/>
                    <a:pt x="1765" y="2525"/>
                    <a:pt x="1683" y="2557"/>
                  </a:cubicBezTo>
                  <a:lnTo>
                    <a:pt x="1611" y="2585"/>
                  </a:lnTo>
                  <a:cubicBezTo>
                    <a:pt x="1404" y="2668"/>
                    <a:pt x="1404" y="2668"/>
                    <a:pt x="1424" y="2880"/>
                  </a:cubicBezTo>
                  <a:cubicBezTo>
                    <a:pt x="1429" y="2914"/>
                    <a:pt x="1432" y="2951"/>
                    <a:pt x="1435" y="2991"/>
                  </a:cubicBezTo>
                  <a:cubicBezTo>
                    <a:pt x="1445" y="3101"/>
                    <a:pt x="1467" y="3208"/>
                    <a:pt x="1489" y="3321"/>
                  </a:cubicBezTo>
                  <a:cubicBezTo>
                    <a:pt x="1517" y="3452"/>
                    <a:pt x="1544" y="3589"/>
                    <a:pt x="1550" y="3732"/>
                  </a:cubicBezTo>
                  <a:lnTo>
                    <a:pt x="1553" y="3790"/>
                  </a:lnTo>
                  <a:cubicBezTo>
                    <a:pt x="1561" y="3943"/>
                    <a:pt x="1572" y="4118"/>
                    <a:pt x="1308" y="4190"/>
                  </a:cubicBezTo>
                  <a:cubicBezTo>
                    <a:pt x="1257" y="4203"/>
                    <a:pt x="1210" y="4206"/>
                    <a:pt x="1170" y="4206"/>
                  </a:cubicBezTo>
                  <a:cubicBezTo>
                    <a:pt x="1158" y="4206"/>
                    <a:pt x="1147" y="4206"/>
                    <a:pt x="1136" y="4205"/>
                  </a:cubicBezTo>
                  <a:cubicBezTo>
                    <a:pt x="1090" y="4205"/>
                    <a:pt x="1064" y="4205"/>
                    <a:pt x="1040" y="4215"/>
                  </a:cubicBezTo>
                  <a:cubicBezTo>
                    <a:pt x="1014" y="4227"/>
                    <a:pt x="982" y="4257"/>
                    <a:pt x="949" y="4287"/>
                  </a:cubicBezTo>
                  <a:cubicBezTo>
                    <a:pt x="901" y="4334"/>
                    <a:pt x="846" y="4386"/>
                    <a:pt x="772" y="4416"/>
                  </a:cubicBezTo>
                  <a:cubicBezTo>
                    <a:pt x="707" y="4440"/>
                    <a:pt x="644" y="4448"/>
                    <a:pt x="584" y="4448"/>
                  </a:cubicBezTo>
                  <a:cubicBezTo>
                    <a:pt x="530" y="4448"/>
                    <a:pt x="477" y="4442"/>
                    <a:pt x="428" y="4436"/>
                  </a:cubicBezTo>
                  <a:cubicBezTo>
                    <a:pt x="384" y="4430"/>
                    <a:pt x="341" y="4425"/>
                    <a:pt x="300" y="4425"/>
                  </a:cubicBezTo>
                  <a:cubicBezTo>
                    <a:pt x="273" y="4425"/>
                    <a:pt x="246" y="4427"/>
                    <a:pt x="221" y="4434"/>
                  </a:cubicBezTo>
                  <a:cubicBezTo>
                    <a:pt x="163" y="4450"/>
                    <a:pt x="163" y="4450"/>
                    <a:pt x="154" y="4555"/>
                  </a:cubicBezTo>
                  <a:cubicBezTo>
                    <a:pt x="152" y="4591"/>
                    <a:pt x="148" y="4630"/>
                    <a:pt x="141" y="4674"/>
                  </a:cubicBezTo>
                  <a:cubicBezTo>
                    <a:pt x="132" y="4726"/>
                    <a:pt x="138" y="4787"/>
                    <a:pt x="143" y="4853"/>
                  </a:cubicBezTo>
                  <a:cubicBezTo>
                    <a:pt x="149" y="4932"/>
                    <a:pt x="156" y="5013"/>
                    <a:pt x="138" y="5090"/>
                  </a:cubicBezTo>
                  <a:cubicBezTo>
                    <a:pt x="116" y="5186"/>
                    <a:pt x="68" y="5248"/>
                    <a:pt x="32" y="5294"/>
                  </a:cubicBezTo>
                  <a:cubicBezTo>
                    <a:pt x="21" y="5310"/>
                    <a:pt x="2" y="5333"/>
                    <a:pt x="0" y="5341"/>
                  </a:cubicBezTo>
                  <a:cubicBezTo>
                    <a:pt x="0" y="5341"/>
                    <a:pt x="3" y="5361"/>
                    <a:pt x="47" y="5413"/>
                  </a:cubicBezTo>
                  <a:cubicBezTo>
                    <a:pt x="112" y="5488"/>
                    <a:pt x="218" y="5531"/>
                    <a:pt x="320" y="5572"/>
                  </a:cubicBezTo>
                  <a:lnTo>
                    <a:pt x="342" y="5581"/>
                  </a:lnTo>
                  <a:cubicBezTo>
                    <a:pt x="403" y="5604"/>
                    <a:pt x="488" y="5617"/>
                    <a:pt x="571" y="5630"/>
                  </a:cubicBezTo>
                  <a:cubicBezTo>
                    <a:pt x="687" y="5645"/>
                    <a:pt x="806" y="5663"/>
                    <a:pt x="901" y="5716"/>
                  </a:cubicBezTo>
                  <a:cubicBezTo>
                    <a:pt x="1258" y="5918"/>
                    <a:pt x="1126" y="6244"/>
                    <a:pt x="1031" y="6483"/>
                  </a:cubicBezTo>
                  <a:cubicBezTo>
                    <a:pt x="985" y="6594"/>
                    <a:pt x="938" y="6710"/>
                    <a:pt x="943" y="6798"/>
                  </a:cubicBezTo>
                  <a:cubicBezTo>
                    <a:pt x="949" y="6914"/>
                    <a:pt x="996" y="7046"/>
                    <a:pt x="1043" y="7175"/>
                  </a:cubicBezTo>
                  <a:cubicBezTo>
                    <a:pt x="1067" y="7240"/>
                    <a:pt x="1089" y="7305"/>
                    <a:pt x="1108" y="7368"/>
                  </a:cubicBezTo>
                  <a:cubicBezTo>
                    <a:pt x="1126" y="7432"/>
                    <a:pt x="1142" y="7498"/>
                    <a:pt x="1159" y="7564"/>
                  </a:cubicBezTo>
                  <a:cubicBezTo>
                    <a:pt x="1188" y="7683"/>
                    <a:pt x="1219" y="7805"/>
                    <a:pt x="1261" y="7910"/>
                  </a:cubicBezTo>
                  <a:cubicBezTo>
                    <a:pt x="1299" y="8001"/>
                    <a:pt x="1341" y="8078"/>
                    <a:pt x="1384" y="8150"/>
                  </a:cubicBezTo>
                  <a:cubicBezTo>
                    <a:pt x="1424" y="8224"/>
                    <a:pt x="1464" y="8295"/>
                    <a:pt x="1490" y="8371"/>
                  </a:cubicBezTo>
                  <a:cubicBezTo>
                    <a:pt x="1545" y="8387"/>
                    <a:pt x="1602" y="8404"/>
                    <a:pt x="1658" y="8423"/>
                  </a:cubicBezTo>
                  <a:cubicBezTo>
                    <a:pt x="2072" y="8564"/>
                    <a:pt x="2557" y="8602"/>
                    <a:pt x="2935" y="8826"/>
                  </a:cubicBezTo>
                  <a:cubicBezTo>
                    <a:pt x="3126" y="8939"/>
                    <a:pt x="3159" y="9112"/>
                    <a:pt x="3313" y="9295"/>
                  </a:cubicBezTo>
                  <a:cubicBezTo>
                    <a:pt x="3465" y="9476"/>
                    <a:pt x="3762" y="9634"/>
                    <a:pt x="4027" y="9634"/>
                  </a:cubicBezTo>
                  <a:cubicBezTo>
                    <a:pt x="4107" y="9634"/>
                    <a:pt x="4183" y="9620"/>
                    <a:pt x="4253" y="9589"/>
                  </a:cubicBezTo>
                  <a:cubicBezTo>
                    <a:pt x="4504" y="9476"/>
                    <a:pt x="4449" y="9272"/>
                    <a:pt x="4536" y="9066"/>
                  </a:cubicBezTo>
                  <a:cubicBezTo>
                    <a:pt x="4544" y="9066"/>
                    <a:pt x="4552" y="9066"/>
                    <a:pt x="4560" y="9066"/>
                  </a:cubicBezTo>
                  <a:cubicBezTo>
                    <a:pt x="4589" y="9066"/>
                    <a:pt x="4619" y="9066"/>
                    <a:pt x="4651" y="9066"/>
                  </a:cubicBezTo>
                  <a:cubicBezTo>
                    <a:pt x="4851" y="9066"/>
                    <a:pt x="5107" y="9055"/>
                    <a:pt x="5212" y="8897"/>
                  </a:cubicBezTo>
                  <a:cubicBezTo>
                    <a:pt x="5313" y="8746"/>
                    <a:pt x="5202" y="8651"/>
                    <a:pt x="5361" y="8560"/>
                  </a:cubicBezTo>
                  <a:cubicBezTo>
                    <a:pt x="5385" y="8546"/>
                    <a:pt x="5427" y="8542"/>
                    <a:pt x="5477" y="8542"/>
                  </a:cubicBezTo>
                  <a:cubicBezTo>
                    <a:pt x="5579" y="8542"/>
                    <a:pt x="5710" y="8561"/>
                    <a:pt x="5760" y="8561"/>
                  </a:cubicBezTo>
                  <a:cubicBezTo>
                    <a:pt x="5915" y="8561"/>
                    <a:pt x="6112" y="8541"/>
                    <a:pt x="6299" y="8541"/>
                  </a:cubicBezTo>
                  <a:cubicBezTo>
                    <a:pt x="6428" y="8541"/>
                    <a:pt x="6551" y="8550"/>
                    <a:pt x="6652" y="8583"/>
                  </a:cubicBezTo>
                  <a:cubicBezTo>
                    <a:pt x="6739" y="8611"/>
                    <a:pt x="6743" y="8647"/>
                    <a:pt x="6833" y="8702"/>
                  </a:cubicBezTo>
                  <a:cubicBezTo>
                    <a:pt x="7043" y="8831"/>
                    <a:pt x="7244" y="8894"/>
                    <a:pt x="7490" y="8939"/>
                  </a:cubicBezTo>
                  <a:cubicBezTo>
                    <a:pt x="7961" y="9029"/>
                    <a:pt x="8447" y="8996"/>
                    <a:pt x="8917" y="9044"/>
                  </a:cubicBezTo>
                  <a:cubicBezTo>
                    <a:pt x="8949" y="8966"/>
                    <a:pt x="8977" y="8895"/>
                    <a:pt x="9015" y="8848"/>
                  </a:cubicBezTo>
                  <a:cubicBezTo>
                    <a:pt x="9148" y="8685"/>
                    <a:pt x="9352" y="8665"/>
                    <a:pt x="9531" y="8647"/>
                  </a:cubicBezTo>
                  <a:cubicBezTo>
                    <a:pt x="9582" y="8643"/>
                    <a:pt x="9634" y="8636"/>
                    <a:pt x="9681" y="8629"/>
                  </a:cubicBezTo>
                  <a:cubicBezTo>
                    <a:pt x="9655" y="8484"/>
                    <a:pt x="9593" y="8385"/>
                    <a:pt x="9515" y="8257"/>
                  </a:cubicBezTo>
                  <a:cubicBezTo>
                    <a:pt x="9477" y="8197"/>
                    <a:pt x="9438" y="8135"/>
                    <a:pt x="9399" y="8061"/>
                  </a:cubicBezTo>
                  <a:cubicBezTo>
                    <a:pt x="9317" y="7907"/>
                    <a:pt x="9372" y="7802"/>
                    <a:pt x="9411" y="7753"/>
                  </a:cubicBezTo>
                  <a:cubicBezTo>
                    <a:pt x="9518" y="7621"/>
                    <a:pt x="9762" y="7585"/>
                    <a:pt x="9982" y="7585"/>
                  </a:cubicBezTo>
                  <a:cubicBezTo>
                    <a:pt x="10168" y="7585"/>
                    <a:pt x="10337" y="7611"/>
                    <a:pt x="10395" y="7626"/>
                  </a:cubicBezTo>
                  <a:cubicBezTo>
                    <a:pt x="10472" y="7648"/>
                    <a:pt x="10561" y="7667"/>
                    <a:pt x="10640" y="7667"/>
                  </a:cubicBezTo>
                  <a:cubicBezTo>
                    <a:pt x="10723" y="7667"/>
                    <a:pt x="10796" y="7647"/>
                    <a:pt x="10836" y="7589"/>
                  </a:cubicBezTo>
                  <a:cubicBezTo>
                    <a:pt x="10847" y="7571"/>
                    <a:pt x="10850" y="7548"/>
                    <a:pt x="10853" y="7507"/>
                  </a:cubicBezTo>
                  <a:cubicBezTo>
                    <a:pt x="10858" y="7457"/>
                    <a:pt x="10862" y="7396"/>
                    <a:pt x="10898" y="7331"/>
                  </a:cubicBezTo>
                  <a:cubicBezTo>
                    <a:pt x="10982" y="7182"/>
                    <a:pt x="11123" y="7084"/>
                    <a:pt x="11259" y="6989"/>
                  </a:cubicBezTo>
                  <a:cubicBezTo>
                    <a:pt x="11388" y="6899"/>
                    <a:pt x="11509" y="6814"/>
                    <a:pt x="11570" y="6698"/>
                  </a:cubicBezTo>
                  <a:lnTo>
                    <a:pt x="11603" y="6635"/>
                  </a:lnTo>
                  <a:lnTo>
                    <a:pt x="11675" y="6638"/>
                  </a:lnTo>
                  <a:cubicBezTo>
                    <a:pt x="11992" y="6654"/>
                    <a:pt x="12031" y="7052"/>
                    <a:pt x="12051" y="7266"/>
                  </a:cubicBezTo>
                  <a:lnTo>
                    <a:pt x="12056" y="7309"/>
                  </a:lnTo>
                  <a:cubicBezTo>
                    <a:pt x="12072" y="7454"/>
                    <a:pt x="12145" y="7683"/>
                    <a:pt x="12222" y="7832"/>
                  </a:cubicBezTo>
                  <a:cubicBezTo>
                    <a:pt x="12272" y="7926"/>
                    <a:pt x="12299" y="7926"/>
                    <a:pt x="12409" y="7927"/>
                  </a:cubicBezTo>
                  <a:cubicBezTo>
                    <a:pt x="12461" y="7927"/>
                    <a:pt x="12527" y="7929"/>
                    <a:pt x="12602" y="7943"/>
                  </a:cubicBezTo>
                  <a:cubicBezTo>
                    <a:pt x="12757" y="7975"/>
                    <a:pt x="12785" y="8004"/>
                    <a:pt x="12875" y="8155"/>
                  </a:cubicBezTo>
                  <a:lnTo>
                    <a:pt x="12894" y="8189"/>
                  </a:lnTo>
                  <a:cubicBezTo>
                    <a:pt x="12931" y="8255"/>
                    <a:pt x="12961" y="8307"/>
                    <a:pt x="13011" y="8345"/>
                  </a:cubicBezTo>
                  <a:cubicBezTo>
                    <a:pt x="13046" y="8370"/>
                    <a:pt x="13084" y="8377"/>
                    <a:pt x="13135" y="8377"/>
                  </a:cubicBezTo>
                  <a:cubicBezTo>
                    <a:pt x="13161" y="8377"/>
                    <a:pt x="13191" y="8376"/>
                    <a:pt x="13225" y="8373"/>
                  </a:cubicBezTo>
                  <a:cubicBezTo>
                    <a:pt x="13261" y="8370"/>
                    <a:pt x="13299" y="8366"/>
                    <a:pt x="13340" y="8366"/>
                  </a:cubicBezTo>
                  <a:cubicBezTo>
                    <a:pt x="13393" y="8366"/>
                    <a:pt x="13449" y="8372"/>
                    <a:pt x="13507" y="8392"/>
                  </a:cubicBezTo>
                  <a:cubicBezTo>
                    <a:pt x="13734" y="8465"/>
                    <a:pt x="13952" y="8804"/>
                    <a:pt x="13923" y="9040"/>
                  </a:cubicBezTo>
                  <a:cubicBezTo>
                    <a:pt x="13908" y="9159"/>
                    <a:pt x="13855" y="9264"/>
                    <a:pt x="13805" y="9366"/>
                  </a:cubicBezTo>
                  <a:cubicBezTo>
                    <a:pt x="13755" y="9469"/>
                    <a:pt x="13706" y="9567"/>
                    <a:pt x="13697" y="9672"/>
                  </a:cubicBezTo>
                  <a:cubicBezTo>
                    <a:pt x="13683" y="9844"/>
                    <a:pt x="13744" y="9934"/>
                    <a:pt x="13836" y="10069"/>
                  </a:cubicBezTo>
                  <a:cubicBezTo>
                    <a:pt x="13871" y="10120"/>
                    <a:pt x="13907" y="10172"/>
                    <a:pt x="13941" y="10233"/>
                  </a:cubicBezTo>
                  <a:cubicBezTo>
                    <a:pt x="14064" y="10450"/>
                    <a:pt x="14186" y="10737"/>
                    <a:pt x="14043" y="11038"/>
                  </a:cubicBezTo>
                  <a:cubicBezTo>
                    <a:pt x="13982" y="11166"/>
                    <a:pt x="13915" y="11292"/>
                    <a:pt x="13847" y="11417"/>
                  </a:cubicBezTo>
                  <a:cubicBezTo>
                    <a:pt x="13846" y="11419"/>
                    <a:pt x="13844" y="11422"/>
                    <a:pt x="13843" y="11425"/>
                  </a:cubicBezTo>
                  <a:cubicBezTo>
                    <a:pt x="13940" y="11457"/>
                    <a:pt x="14029" y="11483"/>
                    <a:pt x="14117" y="11510"/>
                  </a:cubicBezTo>
                  <a:cubicBezTo>
                    <a:pt x="14139" y="11461"/>
                    <a:pt x="14159" y="11413"/>
                    <a:pt x="14181" y="11361"/>
                  </a:cubicBezTo>
                  <a:cubicBezTo>
                    <a:pt x="14239" y="11229"/>
                    <a:pt x="14297" y="11093"/>
                    <a:pt x="14368" y="10970"/>
                  </a:cubicBezTo>
                  <a:cubicBezTo>
                    <a:pt x="14381" y="10948"/>
                    <a:pt x="14387" y="10933"/>
                    <a:pt x="14393" y="10920"/>
                  </a:cubicBezTo>
                  <a:cubicBezTo>
                    <a:pt x="14428" y="10840"/>
                    <a:pt x="14462" y="10810"/>
                    <a:pt x="14575" y="10762"/>
                  </a:cubicBezTo>
                  <a:cubicBezTo>
                    <a:pt x="14685" y="10715"/>
                    <a:pt x="14820" y="10691"/>
                    <a:pt x="14947" y="10671"/>
                  </a:cubicBezTo>
                  <a:cubicBezTo>
                    <a:pt x="14881" y="10570"/>
                    <a:pt x="14821" y="10462"/>
                    <a:pt x="14850" y="10362"/>
                  </a:cubicBezTo>
                  <a:cubicBezTo>
                    <a:pt x="14901" y="10177"/>
                    <a:pt x="15160" y="10050"/>
                    <a:pt x="15640" y="9971"/>
                  </a:cubicBezTo>
                  <a:cubicBezTo>
                    <a:pt x="15676" y="9965"/>
                    <a:pt x="15715" y="9960"/>
                    <a:pt x="15755" y="9954"/>
                  </a:cubicBezTo>
                  <a:cubicBezTo>
                    <a:pt x="15944" y="9929"/>
                    <a:pt x="16159" y="9901"/>
                    <a:pt x="16261" y="9770"/>
                  </a:cubicBezTo>
                  <a:cubicBezTo>
                    <a:pt x="16297" y="9725"/>
                    <a:pt x="16315" y="9661"/>
                    <a:pt x="16332" y="9585"/>
                  </a:cubicBezTo>
                  <a:cubicBezTo>
                    <a:pt x="16355" y="9490"/>
                    <a:pt x="16384" y="9383"/>
                    <a:pt x="16460" y="9292"/>
                  </a:cubicBezTo>
                  <a:cubicBezTo>
                    <a:pt x="16528" y="9214"/>
                    <a:pt x="16609" y="9178"/>
                    <a:pt x="16683" y="9145"/>
                  </a:cubicBezTo>
                  <a:cubicBezTo>
                    <a:pt x="16736" y="9121"/>
                    <a:pt x="16782" y="9101"/>
                    <a:pt x="16810" y="9069"/>
                  </a:cubicBezTo>
                  <a:cubicBezTo>
                    <a:pt x="16896" y="8967"/>
                    <a:pt x="16871" y="8831"/>
                    <a:pt x="16735" y="8665"/>
                  </a:cubicBezTo>
                  <a:cubicBezTo>
                    <a:pt x="16671" y="8586"/>
                    <a:pt x="16608" y="8528"/>
                    <a:pt x="16547" y="8470"/>
                  </a:cubicBezTo>
                  <a:cubicBezTo>
                    <a:pt x="16395" y="8331"/>
                    <a:pt x="16252" y="8197"/>
                    <a:pt x="16239" y="7862"/>
                  </a:cubicBezTo>
                  <a:cubicBezTo>
                    <a:pt x="16236" y="7799"/>
                    <a:pt x="16235" y="7738"/>
                    <a:pt x="16233" y="7678"/>
                  </a:cubicBezTo>
                  <a:cubicBezTo>
                    <a:pt x="16230" y="7451"/>
                    <a:pt x="16225" y="7255"/>
                    <a:pt x="16148" y="7041"/>
                  </a:cubicBezTo>
                  <a:cubicBezTo>
                    <a:pt x="16023" y="6699"/>
                    <a:pt x="15893" y="6373"/>
                    <a:pt x="15750" y="6044"/>
                  </a:cubicBezTo>
                  <a:cubicBezTo>
                    <a:pt x="15635" y="5782"/>
                    <a:pt x="15493" y="5455"/>
                    <a:pt x="15711" y="5134"/>
                  </a:cubicBezTo>
                  <a:cubicBezTo>
                    <a:pt x="15863" y="4908"/>
                    <a:pt x="16030" y="4831"/>
                    <a:pt x="16190" y="4831"/>
                  </a:cubicBezTo>
                  <a:cubicBezTo>
                    <a:pt x="16357" y="4831"/>
                    <a:pt x="16517" y="4915"/>
                    <a:pt x="16645" y="4999"/>
                  </a:cubicBezTo>
                  <a:cubicBezTo>
                    <a:pt x="16704" y="5035"/>
                    <a:pt x="16774" y="5095"/>
                    <a:pt x="16856" y="5161"/>
                  </a:cubicBezTo>
                  <a:cubicBezTo>
                    <a:pt x="17116" y="5375"/>
                    <a:pt x="17354" y="5552"/>
                    <a:pt x="17546" y="5552"/>
                  </a:cubicBezTo>
                  <a:cubicBezTo>
                    <a:pt x="17629" y="5552"/>
                    <a:pt x="17703" y="5520"/>
                    <a:pt x="17767" y="5444"/>
                  </a:cubicBezTo>
                  <a:cubicBezTo>
                    <a:pt x="17811" y="5393"/>
                    <a:pt x="17839" y="5343"/>
                    <a:pt x="17867" y="5294"/>
                  </a:cubicBezTo>
                  <a:cubicBezTo>
                    <a:pt x="17929" y="5186"/>
                    <a:pt x="17993" y="5073"/>
                    <a:pt x="18197" y="5005"/>
                  </a:cubicBezTo>
                  <a:cubicBezTo>
                    <a:pt x="18605" y="4872"/>
                    <a:pt x="18780" y="4759"/>
                    <a:pt x="18741" y="4442"/>
                  </a:cubicBezTo>
                  <a:cubicBezTo>
                    <a:pt x="18730" y="4356"/>
                    <a:pt x="18707" y="4274"/>
                    <a:pt x="18681" y="4188"/>
                  </a:cubicBezTo>
                  <a:cubicBezTo>
                    <a:pt x="18649" y="4074"/>
                    <a:pt x="18614" y="3956"/>
                    <a:pt x="18608" y="3820"/>
                  </a:cubicBezTo>
                  <a:cubicBezTo>
                    <a:pt x="18594" y="3514"/>
                    <a:pt x="18649" y="3372"/>
                    <a:pt x="18871" y="3134"/>
                  </a:cubicBezTo>
                  <a:cubicBezTo>
                    <a:pt x="18901" y="3103"/>
                    <a:pt x="18931" y="3073"/>
                    <a:pt x="18962" y="3042"/>
                  </a:cubicBezTo>
                  <a:cubicBezTo>
                    <a:pt x="19147" y="2853"/>
                    <a:pt x="19321" y="2674"/>
                    <a:pt x="19298" y="2424"/>
                  </a:cubicBezTo>
                  <a:cubicBezTo>
                    <a:pt x="19287" y="2312"/>
                    <a:pt x="19246" y="2195"/>
                    <a:pt x="19204" y="2069"/>
                  </a:cubicBezTo>
                  <a:cubicBezTo>
                    <a:pt x="19169" y="1970"/>
                    <a:pt x="19133" y="1867"/>
                    <a:pt x="19113" y="1763"/>
                  </a:cubicBezTo>
                  <a:cubicBezTo>
                    <a:pt x="19110" y="1747"/>
                    <a:pt x="19108" y="1729"/>
                    <a:pt x="19107" y="1711"/>
                  </a:cubicBezTo>
                  <a:cubicBezTo>
                    <a:pt x="19038" y="1729"/>
                    <a:pt x="18968" y="1743"/>
                    <a:pt x="18899" y="1754"/>
                  </a:cubicBezTo>
                  <a:cubicBezTo>
                    <a:pt x="18891" y="1862"/>
                    <a:pt x="18806" y="1897"/>
                    <a:pt x="18702" y="1897"/>
                  </a:cubicBezTo>
                  <a:cubicBezTo>
                    <a:pt x="18569" y="1897"/>
                    <a:pt x="18404" y="1839"/>
                    <a:pt x="18332" y="1804"/>
                  </a:cubicBezTo>
                  <a:cubicBezTo>
                    <a:pt x="17900" y="1597"/>
                    <a:pt x="18018" y="1150"/>
                    <a:pt x="17863" y="767"/>
                  </a:cubicBezTo>
                  <a:cubicBezTo>
                    <a:pt x="17707" y="386"/>
                    <a:pt x="17226" y="326"/>
                    <a:pt x="16854" y="304"/>
                  </a:cubicBezTo>
                  <a:cubicBezTo>
                    <a:pt x="16835" y="303"/>
                    <a:pt x="16816" y="303"/>
                    <a:pt x="16797" y="303"/>
                  </a:cubicBezTo>
                  <a:cubicBezTo>
                    <a:pt x="16714" y="303"/>
                    <a:pt x="16629" y="311"/>
                    <a:pt x="16545" y="311"/>
                  </a:cubicBezTo>
                  <a:cubicBezTo>
                    <a:pt x="16453" y="311"/>
                    <a:pt x="16364" y="301"/>
                    <a:pt x="16283" y="259"/>
                  </a:cubicBezTo>
                  <a:cubicBezTo>
                    <a:pt x="16153" y="192"/>
                    <a:pt x="16067" y="0"/>
                    <a:pt x="159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87;p37">
              <a:extLst>
                <a:ext uri="{FF2B5EF4-FFF2-40B4-BE49-F238E27FC236}">
                  <a16:creationId xmlns:a16="http://schemas.microsoft.com/office/drawing/2014/main" id="{6223B620-B6CE-AE67-8FC5-41940ED16994}"/>
                </a:ext>
              </a:extLst>
            </p:cNvPr>
            <p:cNvSpPr/>
            <p:nvPr/>
          </p:nvSpPr>
          <p:spPr>
            <a:xfrm>
              <a:off x="5165625" y="1714759"/>
              <a:ext cx="1755829" cy="978832"/>
            </a:xfrm>
            <a:custGeom>
              <a:avLst/>
              <a:gdLst/>
              <a:ahLst/>
              <a:cxnLst/>
              <a:rect l="l" t="t" r="r" b="b"/>
              <a:pathLst>
                <a:path w="25376" h="14146" extrusionOk="0">
                  <a:moveTo>
                    <a:pt x="6015" y="1"/>
                  </a:moveTo>
                  <a:cubicBezTo>
                    <a:pt x="5996" y="1"/>
                    <a:pt x="5976" y="2"/>
                    <a:pt x="5955" y="5"/>
                  </a:cubicBezTo>
                  <a:cubicBezTo>
                    <a:pt x="5632" y="47"/>
                    <a:pt x="5315" y="171"/>
                    <a:pt x="4994" y="267"/>
                  </a:cubicBezTo>
                  <a:cubicBezTo>
                    <a:pt x="4997" y="289"/>
                    <a:pt x="4998" y="314"/>
                    <a:pt x="5001" y="334"/>
                  </a:cubicBezTo>
                  <a:cubicBezTo>
                    <a:pt x="5020" y="422"/>
                    <a:pt x="5052" y="515"/>
                    <a:pt x="5085" y="610"/>
                  </a:cubicBezTo>
                  <a:cubicBezTo>
                    <a:pt x="5130" y="742"/>
                    <a:pt x="5177" y="879"/>
                    <a:pt x="5191" y="1018"/>
                  </a:cubicBezTo>
                  <a:cubicBezTo>
                    <a:pt x="5224" y="1373"/>
                    <a:pt x="4994" y="1606"/>
                    <a:pt x="4791" y="1813"/>
                  </a:cubicBezTo>
                  <a:cubicBezTo>
                    <a:pt x="4761" y="1843"/>
                    <a:pt x="4733" y="1873"/>
                    <a:pt x="4705" y="1903"/>
                  </a:cubicBezTo>
                  <a:cubicBezTo>
                    <a:pt x="4523" y="2097"/>
                    <a:pt x="4490" y="2180"/>
                    <a:pt x="4501" y="2425"/>
                  </a:cubicBezTo>
                  <a:cubicBezTo>
                    <a:pt x="4506" y="2533"/>
                    <a:pt x="4536" y="2634"/>
                    <a:pt x="4565" y="2740"/>
                  </a:cubicBezTo>
                  <a:cubicBezTo>
                    <a:pt x="4592" y="2831"/>
                    <a:pt x="4619" y="2925"/>
                    <a:pt x="4633" y="3029"/>
                  </a:cubicBezTo>
                  <a:cubicBezTo>
                    <a:pt x="4702" y="3584"/>
                    <a:pt x="4241" y="3735"/>
                    <a:pt x="3936" y="3834"/>
                  </a:cubicBezTo>
                  <a:cubicBezTo>
                    <a:pt x="3814" y="3874"/>
                    <a:pt x="3784" y="3926"/>
                    <a:pt x="3731" y="4020"/>
                  </a:cubicBezTo>
                  <a:cubicBezTo>
                    <a:pt x="3701" y="4075"/>
                    <a:pt x="3665" y="4136"/>
                    <a:pt x="3609" y="4204"/>
                  </a:cubicBezTo>
                  <a:cubicBezTo>
                    <a:pt x="3492" y="4341"/>
                    <a:pt x="3361" y="4394"/>
                    <a:pt x="3226" y="4394"/>
                  </a:cubicBezTo>
                  <a:cubicBezTo>
                    <a:pt x="2924" y="4394"/>
                    <a:pt x="2602" y="4130"/>
                    <a:pt x="2382" y="3950"/>
                  </a:cubicBezTo>
                  <a:cubicBezTo>
                    <a:pt x="2310" y="3889"/>
                    <a:pt x="2244" y="3835"/>
                    <a:pt x="2192" y="3802"/>
                  </a:cubicBezTo>
                  <a:cubicBezTo>
                    <a:pt x="2060" y="3716"/>
                    <a:pt x="1953" y="3672"/>
                    <a:pt x="1862" y="3672"/>
                  </a:cubicBezTo>
                  <a:cubicBezTo>
                    <a:pt x="1748" y="3672"/>
                    <a:pt x="1657" y="3739"/>
                    <a:pt x="1565" y="3874"/>
                  </a:cubicBezTo>
                  <a:cubicBezTo>
                    <a:pt x="1427" y="4080"/>
                    <a:pt x="1499" y="4282"/>
                    <a:pt x="1624" y="4569"/>
                  </a:cubicBezTo>
                  <a:cubicBezTo>
                    <a:pt x="1770" y="4903"/>
                    <a:pt x="1902" y="5234"/>
                    <a:pt x="2027" y="5579"/>
                  </a:cubicBezTo>
                  <a:cubicBezTo>
                    <a:pt x="2118" y="5827"/>
                    <a:pt x="2123" y="6052"/>
                    <a:pt x="2128" y="6288"/>
                  </a:cubicBezTo>
                  <a:cubicBezTo>
                    <a:pt x="2128" y="6348"/>
                    <a:pt x="2129" y="6408"/>
                    <a:pt x="2133" y="6469"/>
                  </a:cubicBezTo>
                  <a:cubicBezTo>
                    <a:pt x="2142" y="6710"/>
                    <a:pt x="2227" y="6790"/>
                    <a:pt x="2368" y="6920"/>
                  </a:cubicBezTo>
                  <a:cubicBezTo>
                    <a:pt x="2432" y="6980"/>
                    <a:pt x="2503" y="7048"/>
                    <a:pt x="2578" y="7137"/>
                  </a:cubicBezTo>
                  <a:cubicBezTo>
                    <a:pt x="2785" y="7389"/>
                    <a:pt x="2812" y="7642"/>
                    <a:pt x="2650" y="7830"/>
                  </a:cubicBezTo>
                  <a:cubicBezTo>
                    <a:pt x="2589" y="7902"/>
                    <a:pt x="2511" y="7935"/>
                    <a:pt x="2442" y="7967"/>
                  </a:cubicBezTo>
                  <a:cubicBezTo>
                    <a:pt x="2384" y="7992"/>
                    <a:pt x="2333" y="8014"/>
                    <a:pt x="2300" y="8051"/>
                  </a:cubicBezTo>
                  <a:cubicBezTo>
                    <a:pt x="2256" y="8103"/>
                    <a:pt x="2239" y="8174"/>
                    <a:pt x="2219" y="8254"/>
                  </a:cubicBezTo>
                  <a:cubicBezTo>
                    <a:pt x="2198" y="8342"/>
                    <a:pt x="2173" y="8440"/>
                    <a:pt x="2107" y="8525"/>
                  </a:cubicBezTo>
                  <a:cubicBezTo>
                    <a:pt x="1949" y="8726"/>
                    <a:pt x="1675" y="8762"/>
                    <a:pt x="1453" y="8792"/>
                  </a:cubicBezTo>
                  <a:cubicBezTo>
                    <a:pt x="1416" y="8798"/>
                    <a:pt x="1380" y="8803"/>
                    <a:pt x="1345" y="8807"/>
                  </a:cubicBezTo>
                  <a:cubicBezTo>
                    <a:pt x="893" y="8881"/>
                    <a:pt x="749" y="8991"/>
                    <a:pt x="735" y="9038"/>
                  </a:cubicBezTo>
                  <a:cubicBezTo>
                    <a:pt x="738" y="9066"/>
                    <a:pt x="809" y="9171"/>
                    <a:pt x="840" y="9217"/>
                  </a:cubicBezTo>
                  <a:cubicBezTo>
                    <a:pt x="868" y="9258"/>
                    <a:pt x="892" y="9295"/>
                    <a:pt x="906" y="9322"/>
                  </a:cubicBezTo>
                  <a:lnTo>
                    <a:pt x="973" y="9457"/>
                  </a:lnTo>
                  <a:lnTo>
                    <a:pt x="823" y="9482"/>
                  </a:lnTo>
                  <a:cubicBezTo>
                    <a:pt x="787" y="9488"/>
                    <a:pt x="748" y="9494"/>
                    <a:pt x="707" y="9501"/>
                  </a:cubicBezTo>
                  <a:cubicBezTo>
                    <a:pt x="578" y="9520"/>
                    <a:pt x="434" y="9540"/>
                    <a:pt x="333" y="9584"/>
                  </a:cubicBezTo>
                  <a:cubicBezTo>
                    <a:pt x="286" y="9604"/>
                    <a:pt x="274" y="9612"/>
                    <a:pt x="271" y="9614"/>
                  </a:cubicBezTo>
                  <a:cubicBezTo>
                    <a:pt x="260" y="9643"/>
                    <a:pt x="249" y="9667"/>
                    <a:pt x="231" y="9697"/>
                  </a:cubicBezTo>
                  <a:cubicBezTo>
                    <a:pt x="167" y="9808"/>
                    <a:pt x="112" y="9938"/>
                    <a:pt x="57" y="10065"/>
                  </a:cubicBezTo>
                  <a:cubicBezTo>
                    <a:pt x="39" y="10108"/>
                    <a:pt x="20" y="10152"/>
                    <a:pt x="1" y="10196"/>
                  </a:cubicBezTo>
                  <a:cubicBezTo>
                    <a:pt x="192" y="10263"/>
                    <a:pt x="371" y="10346"/>
                    <a:pt x="556" y="10498"/>
                  </a:cubicBezTo>
                  <a:cubicBezTo>
                    <a:pt x="867" y="10756"/>
                    <a:pt x="1166" y="10823"/>
                    <a:pt x="1565" y="10876"/>
                  </a:cubicBezTo>
                  <a:cubicBezTo>
                    <a:pt x="2178" y="10959"/>
                    <a:pt x="2892" y="11118"/>
                    <a:pt x="3560" y="11118"/>
                  </a:cubicBezTo>
                  <a:cubicBezTo>
                    <a:pt x="3844" y="11118"/>
                    <a:pt x="4119" y="11090"/>
                    <a:pt x="4374" y="11014"/>
                  </a:cubicBezTo>
                  <a:cubicBezTo>
                    <a:pt x="4616" y="10944"/>
                    <a:pt x="4537" y="10905"/>
                    <a:pt x="4702" y="10771"/>
                  </a:cubicBezTo>
                  <a:cubicBezTo>
                    <a:pt x="4798" y="10692"/>
                    <a:pt x="4996" y="10658"/>
                    <a:pt x="5165" y="10658"/>
                  </a:cubicBezTo>
                  <a:cubicBezTo>
                    <a:pt x="5244" y="10658"/>
                    <a:pt x="5316" y="10665"/>
                    <a:pt x="5370" y="10679"/>
                  </a:cubicBezTo>
                  <a:cubicBezTo>
                    <a:pt x="5571" y="10730"/>
                    <a:pt x="5699" y="10953"/>
                    <a:pt x="5825" y="11118"/>
                  </a:cubicBezTo>
                  <a:cubicBezTo>
                    <a:pt x="6041" y="11400"/>
                    <a:pt x="6055" y="11372"/>
                    <a:pt x="6394" y="11380"/>
                  </a:cubicBezTo>
                  <a:cubicBezTo>
                    <a:pt x="6620" y="11386"/>
                    <a:pt x="6753" y="11534"/>
                    <a:pt x="6945" y="11579"/>
                  </a:cubicBezTo>
                  <a:cubicBezTo>
                    <a:pt x="6972" y="11585"/>
                    <a:pt x="6996" y="11588"/>
                    <a:pt x="7018" y="11588"/>
                  </a:cubicBezTo>
                  <a:cubicBezTo>
                    <a:pt x="7275" y="11588"/>
                    <a:pt x="7189" y="11187"/>
                    <a:pt x="7375" y="11003"/>
                  </a:cubicBezTo>
                  <a:cubicBezTo>
                    <a:pt x="7495" y="10884"/>
                    <a:pt x="7666" y="10795"/>
                    <a:pt x="7792" y="10680"/>
                  </a:cubicBezTo>
                  <a:cubicBezTo>
                    <a:pt x="7931" y="10555"/>
                    <a:pt x="8019" y="10503"/>
                    <a:pt x="8222" y="10503"/>
                  </a:cubicBezTo>
                  <a:cubicBezTo>
                    <a:pt x="8567" y="10503"/>
                    <a:pt x="8946" y="10655"/>
                    <a:pt x="9236" y="10834"/>
                  </a:cubicBezTo>
                  <a:cubicBezTo>
                    <a:pt x="9423" y="10950"/>
                    <a:pt x="9630" y="11047"/>
                    <a:pt x="9801" y="11179"/>
                  </a:cubicBezTo>
                  <a:cubicBezTo>
                    <a:pt x="9927" y="11276"/>
                    <a:pt x="10013" y="11417"/>
                    <a:pt x="10134" y="11516"/>
                  </a:cubicBezTo>
                  <a:cubicBezTo>
                    <a:pt x="10301" y="11651"/>
                    <a:pt x="10515" y="11682"/>
                    <a:pt x="10729" y="11682"/>
                  </a:cubicBezTo>
                  <a:cubicBezTo>
                    <a:pt x="10854" y="11682"/>
                    <a:pt x="10979" y="11672"/>
                    <a:pt x="11095" y="11665"/>
                  </a:cubicBezTo>
                  <a:cubicBezTo>
                    <a:pt x="11181" y="11660"/>
                    <a:pt x="11269" y="11657"/>
                    <a:pt x="11357" y="11657"/>
                  </a:cubicBezTo>
                  <a:cubicBezTo>
                    <a:pt x="11708" y="11657"/>
                    <a:pt x="12067" y="11703"/>
                    <a:pt x="12386" y="11843"/>
                  </a:cubicBezTo>
                  <a:cubicBezTo>
                    <a:pt x="12681" y="11970"/>
                    <a:pt x="12916" y="12166"/>
                    <a:pt x="13250" y="12191"/>
                  </a:cubicBezTo>
                  <a:cubicBezTo>
                    <a:pt x="13274" y="12193"/>
                    <a:pt x="13296" y="12193"/>
                    <a:pt x="13318" y="12193"/>
                  </a:cubicBezTo>
                  <a:cubicBezTo>
                    <a:pt x="13704" y="12193"/>
                    <a:pt x="13878" y="11931"/>
                    <a:pt x="14206" y="11769"/>
                  </a:cubicBezTo>
                  <a:cubicBezTo>
                    <a:pt x="14408" y="11670"/>
                    <a:pt x="14659" y="11646"/>
                    <a:pt x="14866" y="11548"/>
                  </a:cubicBezTo>
                  <a:cubicBezTo>
                    <a:pt x="15076" y="11449"/>
                    <a:pt x="15159" y="11312"/>
                    <a:pt x="15319" y="11184"/>
                  </a:cubicBezTo>
                  <a:cubicBezTo>
                    <a:pt x="15407" y="11115"/>
                    <a:pt x="15434" y="11123"/>
                    <a:pt x="15551" y="11101"/>
                  </a:cubicBezTo>
                  <a:cubicBezTo>
                    <a:pt x="15876" y="11046"/>
                    <a:pt x="16166" y="10922"/>
                    <a:pt x="16486" y="10847"/>
                  </a:cubicBezTo>
                  <a:cubicBezTo>
                    <a:pt x="16639" y="10810"/>
                    <a:pt x="16789" y="10782"/>
                    <a:pt x="16930" y="10782"/>
                  </a:cubicBezTo>
                  <a:cubicBezTo>
                    <a:pt x="17131" y="10782"/>
                    <a:pt x="17315" y="10838"/>
                    <a:pt x="17471" y="11008"/>
                  </a:cubicBezTo>
                  <a:cubicBezTo>
                    <a:pt x="17733" y="11297"/>
                    <a:pt x="17437" y="11405"/>
                    <a:pt x="17117" y="11471"/>
                  </a:cubicBezTo>
                  <a:cubicBezTo>
                    <a:pt x="17125" y="11739"/>
                    <a:pt x="17236" y="11863"/>
                    <a:pt x="17004" y="12039"/>
                  </a:cubicBezTo>
                  <a:cubicBezTo>
                    <a:pt x="16823" y="12175"/>
                    <a:pt x="16554" y="12203"/>
                    <a:pt x="16395" y="12338"/>
                  </a:cubicBezTo>
                  <a:cubicBezTo>
                    <a:pt x="16596" y="12518"/>
                    <a:pt x="16826" y="12639"/>
                    <a:pt x="17090" y="12639"/>
                  </a:cubicBezTo>
                  <a:cubicBezTo>
                    <a:pt x="17134" y="12639"/>
                    <a:pt x="17179" y="12635"/>
                    <a:pt x="17225" y="12628"/>
                  </a:cubicBezTo>
                  <a:cubicBezTo>
                    <a:pt x="17473" y="12592"/>
                    <a:pt x="17589" y="12398"/>
                    <a:pt x="17881" y="12387"/>
                  </a:cubicBezTo>
                  <a:cubicBezTo>
                    <a:pt x="17926" y="12166"/>
                    <a:pt x="17691" y="11971"/>
                    <a:pt x="17904" y="11747"/>
                  </a:cubicBezTo>
                  <a:cubicBezTo>
                    <a:pt x="17980" y="11667"/>
                    <a:pt x="18080" y="11638"/>
                    <a:pt x="18188" y="11638"/>
                  </a:cubicBezTo>
                  <a:cubicBezTo>
                    <a:pt x="18375" y="11638"/>
                    <a:pt x="18586" y="11726"/>
                    <a:pt x="18735" y="11784"/>
                  </a:cubicBezTo>
                  <a:cubicBezTo>
                    <a:pt x="19054" y="11912"/>
                    <a:pt x="19201" y="12183"/>
                    <a:pt x="19513" y="12313"/>
                  </a:cubicBezTo>
                  <a:cubicBezTo>
                    <a:pt x="19846" y="12453"/>
                    <a:pt x="20210" y="12457"/>
                    <a:pt x="20546" y="12562"/>
                  </a:cubicBezTo>
                  <a:cubicBezTo>
                    <a:pt x="20673" y="12943"/>
                    <a:pt x="21076" y="13005"/>
                    <a:pt x="21495" y="13005"/>
                  </a:cubicBezTo>
                  <a:cubicBezTo>
                    <a:pt x="21700" y="13005"/>
                    <a:pt x="21909" y="12990"/>
                    <a:pt x="22091" y="12990"/>
                  </a:cubicBezTo>
                  <a:cubicBezTo>
                    <a:pt x="22196" y="12990"/>
                    <a:pt x="22292" y="12995"/>
                    <a:pt x="22373" y="13011"/>
                  </a:cubicBezTo>
                  <a:cubicBezTo>
                    <a:pt x="22652" y="13066"/>
                    <a:pt x="22930" y="13074"/>
                    <a:pt x="23201" y="13149"/>
                  </a:cubicBezTo>
                  <a:cubicBezTo>
                    <a:pt x="23497" y="13234"/>
                    <a:pt x="23559" y="13358"/>
                    <a:pt x="23764" y="13577"/>
                  </a:cubicBezTo>
                  <a:cubicBezTo>
                    <a:pt x="24021" y="13850"/>
                    <a:pt x="24299" y="13944"/>
                    <a:pt x="24654" y="14029"/>
                  </a:cubicBezTo>
                  <a:cubicBezTo>
                    <a:pt x="24759" y="14054"/>
                    <a:pt x="24948" y="14146"/>
                    <a:pt x="25094" y="14146"/>
                  </a:cubicBezTo>
                  <a:cubicBezTo>
                    <a:pt x="25140" y="14146"/>
                    <a:pt x="25182" y="14137"/>
                    <a:pt x="25215" y="14114"/>
                  </a:cubicBezTo>
                  <a:cubicBezTo>
                    <a:pt x="25355" y="14020"/>
                    <a:pt x="25375" y="13513"/>
                    <a:pt x="25284" y="13395"/>
                  </a:cubicBezTo>
                  <a:lnTo>
                    <a:pt x="25284" y="13395"/>
                  </a:lnTo>
                  <a:lnTo>
                    <a:pt x="25240" y="13417"/>
                  </a:lnTo>
                  <a:cubicBezTo>
                    <a:pt x="25210" y="13419"/>
                    <a:pt x="25178" y="13419"/>
                    <a:pt x="25144" y="13419"/>
                  </a:cubicBezTo>
                  <a:cubicBezTo>
                    <a:pt x="25000" y="13419"/>
                    <a:pt x="24830" y="13402"/>
                    <a:pt x="24735" y="13309"/>
                  </a:cubicBezTo>
                  <a:cubicBezTo>
                    <a:pt x="24595" y="13174"/>
                    <a:pt x="24619" y="12973"/>
                    <a:pt x="24457" y="12843"/>
                  </a:cubicBezTo>
                  <a:cubicBezTo>
                    <a:pt x="24398" y="12795"/>
                    <a:pt x="24277" y="12755"/>
                    <a:pt x="24236" y="12694"/>
                  </a:cubicBezTo>
                  <a:cubicBezTo>
                    <a:pt x="24164" y="12584"/>
                    <a:pt x="24206" y="12445"/>
                    <a:pt x="24161" y="12326"/>
                  </a:cubicBezTo>
                  <a:cubicBezTo>
                    <a:pt x="24109" y="12188"/>
                    <a:pt x="23973" y="12090"/>
                    <a:pt x="23899" y="11968"/>
                  </a:cubicBezTo>
                  <a:cubicBezTo>
                    <a:pt x="23767" y="11750"/>
                    <a:pt x="23734" y="11439"/>
                    <a:pt x="23822" y="11204"/>
                  </a:cubicBezTo>
                  <a:cubicBezTo>
                    <a:pt x="23952" y="10850"/>
                    <a:pt x="24324" y="10740"/>
                    <a:pt x="24409" y="10360"/>
                  </a:cubicBezTo>
                  <a:cubicBezTo>
                    <a:pt x="24483" y="10029"/>
                    <a:pt x="24382" y="9774"/>
                    <a:pt x="24275" y="9477"/>
                  </a:cubicBezTo>
                  <a:cubicBezTo>
                    <a:pt x="24133" y="9080"/>
                    <a:pt x="24189" y="8743"/>
                    <a:pt x="24489" y="8406"/>
                  </a:cubicBezTo>
                  <a:cubicBezTo>
                    <a:pt x="24664" y="8208"/>
                    <a:pt x="24941" y="7857"/>
                    <a:pt x="24544" y="7639"/>
                  </a:cubicBezTo>
                  <a:cubicBezTo>
                    <a:pt x="24497" y="7613"/>
                    <a:pt x="24440" y="7606"/>
                    <a:pt x="24381" y="7606"/>
                  </a:cubicBezTo>
                  <a:cubicBezTo>
                    <a:pt x="24306" y="7606"/>
                    <a:pt x="24226" y="7618"/>
                    <a:pt x="24159" y="7618"/>
                  </a:cubicBezTo>
                  <a:cubicBezTo>
                    <a:pt x="24151" y="7618"/>
                    <a:pt x="24142" y="7617"/>
                    <a:pt x="24134" y="7617"/>
                  </a:cubicBezTo>
                  <a:cubicBezTo>
                    <a:pt x="23819" y="7598"/>
                    <a:pt x="23414" y="7495"/>
                    <a:pt x="23174" y="7277"/>
                  </a:cubicBezTo>
                  <a:cubicBezTo>
                    <a:pt x="23000" y="7118"/>
                    <a:pt x="22947" y="6963"/>
                    <a:pt x="22696" y="6936"/>
                  </a:cubicBezTo>
                  <a:cubicBezTo>
                    <a:pt x="22665" y="6933"/>
                    <a:pt x="22637" y="6932"/>
                    <a:pt x="22610" y="6932"/>
                  </a:cubicBezTo>
                  <a:cubicBezTo>
                    <a:pt x="22498" y="6932"/>
                    <a:pt x="22420" y="6954"/>
                    <a:pt x="22344" y="6954"/>
                  </a:cubicBezTo>
                  <a:cubicBezTo>
                    <a:pt x="22265" y="6954"/>
                    <a:pt x="22190" y="6930"/>
                    <a:pt x="22083" y="6834"/>
                  </a:cubicBezTo>
                  <a:cubicBezTo>
                    <a:pt x="21850" y="6626"/>
                    <a:pt x="21580" y="6035"/>
                    <a:pt x="21231" y="6035"/>
                  </a:cubicBezTo>
                  <a:cubicBezTo>
                    <a:pt x="21143" y="6035"/>
                    <a:pt x="21050" y="6072"/>
                    <a:pt x="20952" y="6163"/>
                  </a:cubicBezTo>
                  <a:cubicBezTo>
                    <a:pt x="20580" y="6503"/>
                    <a:pt x="20738" y="7176"/>
                    <a:pt x="20105" y="7222"/>
                  </a:cubicBezTo>
                  <a:cubicBezTo>
                    <a:pt x="20068" y="7224"/>
                    <a:pt x="20031" y="7225"/>
                    <a:pt x="19995" y="7225"/>
                  </a:cubicBezTo>
                  <a:cubicBezTo>
                    <a:pt x="19715" y="7225"/>
                    <a:pt x="19427" y="7159"/>
                    <a:pt x="19156" y="7137"/>
                  </a:cubicBezTo>
                  <a:cubicBezTo>
                    <a:pt x="19137" y="7135"/>
                    <a:pt x="19119" y="7135"/>
                    <a:pt x="19101" y="7135"/>
                  </a:cubicBezTo>
                  <a:cubicBezTo>
                    <a:pt x="18810" y="7135"/>
                    <a:pt x="18621" y="7340"/>
                    <a:pt x="18342" y="7402"/>
                  </a:cubicBezTo>
                  <a:cubicBezTo>
                    <a:pt x="18194" y="7436"/>
                    <a:pt x="18039" y="7447"/>
                    <a:pt x="17882" y="7447"/>
                  </a:cubicBezTo>
                  <a:cubicBezTo>
                    <a:pt x="17592" y="7447"/>
                    <a:pt x="17292" y="7409"/>
                    <a:pt x="17004" y="7409"/>
                  </a:cubicBezTo>
                  <a:cubicBezTo>
                    <a:pt x="16926" y="7409"/>
                    <a:pt x="16848" y="7412"/>
                    <a:pt x="16772" y="7419"/>
                  </a:cubicBezTo>
                  <a:cubicBezTo>
                    <a:pt x="16617" y="7434"/>
                    <a:pt x="16527" y="7449"/>
                    <a:pt x="16454" y="7449"/>
                  </a:cubicBezTo>
                  <a:cubicBezTo>
                    <a:pt x="16340" y="7449"/>
                    <a:pt x="16269" y="7412"/>
                    <a:pt x="16063" y="7277"/>
                  </a:cubicBezTo>
                  <a:cubicBezTo>
                    <a:pt x="15799" y="7104"/>
                    <a:pt x="15653" y="7099"/>
                    <a:pt x="15625" y="6804"/>
                  </a:cubicBezTo>
                  <a:cubicBezTo>
                    <a:pt x="15589" y="6414"/>
                    <a:pt x="15539" y="6146"/>
                    <a:pt x="15211" y="5882"/>
                  </a:cubicBezTo>
                  <a:cubicBezTo>
                    <a:pt x="15002" y="5714"/>
                    <a:pt x="14791" y="5561"/>
                    <a:pt x="14587" y="5386"/>
                  </a:cubicBezTo>
                  <a:cubicBezTo>
                    <a:pt x="14270" y="5118"/>
                    <a:pt x="14066" y="4878"/>
                    <a:pt x="14028" y="4464"/>
                  </a:cubicBezTo>
                  <a:cubicBezTo>
                    <a:pt x="13984" y="3987"/>
                    <a:pt x="13790" y="3649"/>
                    <a:pt x="13390" y="3360"/>
                  </a:cubicBezTo>
                  <a:cubicBezTo>
                    <a:pt x="12735" y="2886"/>
                    <a:pt x="12866" y="1636"/>
                    <a:pt x="11915" y="1636"/>
                  </a:cubicBezTo>
                  <a:cubicBezTo>
                    <a:pt x="11841" y="1636"/>
                    <a:pt x="11760" y="1644"/>
                    <a:pt x="11672" y="1660"/>
                  </a:cubicBezTo>
                  <a:cubicBezTo>
                    <a:pt x="11354" y="1718"/>
                    <a:pt x="11075" y="1744"/>
                    <a:pt x="10745" y="1744"/>
                  </a:cubicBezTo>
                  <a:cubicBezTo>
                    <a:pt x="10681" y="1744"/>
                    <a:pt x="10616" y="1744"/>
                    <a:pt x="10552" y="1744"/>
                  </a:cubicBezTo>
                  <a:cubicBezTo>
                    <a:pt x="10294" y="1744"/>
                    <a:pt x="10036" y="1745"/>
                    <a:pt x="9778" y="1755"/>
                  </a:cubicBezTo>
                  <a:cubicBezTo>
                    <a:pt x="9745" y="1757"/>
                    <a:pt x="9443" y="1834"/>
                    <a:pt x="9433" y="1834"/>
                  </a:cubicBezTo>
                  <a:cubicBezTo>
                    <a:pt x="9433" y="1834"/>
                    <a:pt x="9433" y="1834"/>
                    <a:pt x="9432" y="1834"/>
                  </a:cubicBezTo>
                  <a:cubicBezTo>
                    <a:pt x="9326" y="1785"/>
                    <a:pt x="9268" y="1514"/>
                    <a:pt x="9178" y="1423"/>
                  </a:cubicBezTo>
                  <a:cubicBezTo>
                    <a:pt x="9075" y="1318"/>
                    <a:pt x="8909" y="1253"/>
                    <a:pt x="8758" y="1239"/>
                  </a:cubicBezTo>
                  <a:cubicBezTo>
                    <a:pt x="8744" y="1238"/>
                    <a:pt x="8730" y="1237"/>
                    <a:pt x="8716" y="1237"/>
                  </a:cubicBezTo>
                  <a:cubicBezTo>
                    <a:pt x="8513" y="1237"/>
                    <a:pt x="8330" y="1377"/>
                    <a:pt x="8137" y="1377"/>
                  </a:cubicBezTo>
                  <a:cubicBezTo>
                    <a:pt x="8121" y="1377"/>
                    <a:pt x="8106" y="1376"/>
                    <a:pt x="8090" y="1374"/>
                  </a:cubicBezTo>
                  <a:cubicBezTo>
                    <a:pt x="7809" y="1340"/>
                    <a:pt x="7470" y="1045"/>
                    <a:pt x="7262" y="860"/>
                  </a:cubicBezTo>
                  <a:cubicBezTo>
                    <a:pt x="7067" y="689"/>
                    <a:pt x="6849" y="612"/>
                    <a:pt x="6636" y="468"/>
                  </a:cubicBezTo>
                  <a:cubicBezTo>
                    <a:pt x="6398" y="306"/>
                    <a:pt x="6303" y="1"/>
                    <a:pt x="60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888;p37">
              <a:extLst>
                <a:ext uri="{FF2B5EF4-FFF2-40B4-BE49-F238E27FC236}">
                  <a16:creationId xmlns:a16="http://schemas.microsoft.com/office/drawing/2014/main" id="{4574A4CF-91CB-8426-3A61-B7AD70F88D42}"/>
                </a:ext>
              </a:extLst>
            </p:cNvPr>
            <p:cNvSpPr/>
            <p:nvPr/>
          </p:nvSpPr>
          <p:spPr>
            <a:xfrm>
              <a:off x="3383513" y="1442347"/>
              <a:ext cx="161011" cy="134999"/>
            </a:xfrm>
            <a:custGeom>
              <a:avLst/>
              <a:gdLst/>
              <a:ahLst/>
              <a:cxnLst/>
              <a:rect l="l" t="t" r="r" b="b"/>
              <a:pathLst>
                <a:path w="2327" h="1951" extrusionOk="0">
                  <a:moveTo>
                    <a:pt x="388" y="0"/>
                  </a:moveTo>
                  <a:cubicBezTo>
                    <a:pt x="137" y="276"/>
                    <a:pt x="0" y="464"/>
                    <a:pt x="235" y="871"/>
                  </a:cubicBezTo>
                  <a:cubicBezTo>
                    <a:pt x="282" y="954"/>
                    <a:pt x="361" y="1042"/>
                    <a:pt x="444" y="1134"/>
                  </a:cubicBezTo>
                  <a:cubicBezTo>
                    <a:pt x="621" y="1332"/>
                    <a:pt x="824" y="1558"/>
                    <a:pt x="814" y="1840"/>
                  </a:cubicBezTo>
                  <a:cubicBezTo>
                    <a:pt x="813" y="1856"/>
                    <a:pt x="809" y="1870"/>
                    <a:pt x="808" y="1884"/>
                  </a:cubicBezTo>
                  <a:cubicBezTo>
                    <a:pt x="830" y="1879"/>
                    <a:pt x="850" y="1875"/>
                    <a:pt x="871" y="1873"/>
                  </a:cubicBezTo>
                  <a:cubicBezTo>
                    <a:pt x="876" y="1873"/>
                    <a:pt x="881" y="1872"/>
                    <a:pt x="886" y="1872"/>
                  </a:cubicBezTo>
                  <a:cubicBezTo>
                    <a:pt x="947" y="1872"/>
                    <a:pt x="1002" y="1897"/>
                    <a:pt x="1046" y="1915"/>
                  </a:cubicBezTo>
                  <a:cubicBezTo>
                    <a:pt x="1071" y="1926"/>
                    <a:pt x="1095" y="1936"/>
                    <a:pt x="1112" y="1939"/>
                  </a:cubicBezTo>
                  <a:cubicBezTo>
                    <a:pt x="1160" y="1947"/>
                    <a:pt x="1197" y="1950"/>
                    <a:pt x="1227" y="1950"/>
                  </a:cubicBezTo>
                  <a:cubicBezTo>
                    <a:pt x="1293" y="1950"/>
                    <a:pt x="1320" y="1935"/>
                    <a:pt x="1330" y="1926"/>
                  </a:cubicBezTo>
                  <a:cubicBezTo>
                    <a:pt x="1347" y="1912"/>
                    <a:pt x="1357" y="1886"/>
                    <a:pt x="1357" y="1845"/>
                  </a:cubicBezTo>
                  <a:cubicBezTo>
                    <a:pt x="1357" y="1795"/>
                    <a:pt x="1352" y="1754"/>
                    <a:pt x="1349" y="1719"/>
                  </a:cubicBezTo>
                  <a:cubicBezTo>
                    <a:pt x="1330" y="1545"/>
                    <a:pt x="1365" y="1442"/>
                    <a:pt x="1608" y="1399"/>
                  </a:cubicBezTo>
                  <a:cubicBezTo>
                    <a:pt x="1644" y="1391"/>
                    <a:pt x="1682" y="1387"/>
                    <a:pt x="1716" y="1382"/>
                  </a:cubicBezTo>
                  <a:cubicBezTo>
                    <a:pt x="1911" y="1352"/>
                    <a:pt x="2008" y="1332"/>
                    <a:pt x="2082" y="1191"/>
                  </a:cubicBezTo>
                  <a:cubicBezTo>
                    <a:pt x="2169" y="1024"/>
                    <a:pt x="2323" y="730"/>
                    <a:pt x="2326" y="563"/>
                  </a:cubicBezTo>
                  <a:cubicBezTo>
                    <a:pt x="2326" y="541"/>
                    <a:pt x="2320" y="518"/>
                    <a:pt x="2318" y="494"/>
                  </a:cubicBezTo>
                  <a:cubicBezTo>
                    <a:pt x="2309" y="549"/>
                    <a:pt x="2293" y="601"/>
                    <a:pt x="2270" y="646"/>
                  </a:cubicBezTo>
                  <a:cubicBezTo>
                    <a:pt x="2205" y="766"/>
                    <a:pt x="2097" y="812"/>
                    <a:pt x="1967" y="812"/>
                  </a:cubicBezTo>
                  <a:cubicBezTo>
                    <a:pt x="1629" y="812"/>
                    <a:pt x="1146" y="502"/>
                    <a:pt x="915" y="384"/>
                  </a:cubicBezTo>
                  <a:cubicBezTo>
                    <a:pt x="742" y="295"/>
                    <a:pt x="491" y="168"/>
                    <a:pt x="391" y="6"/>
                  </a:cubicBezTo>
                  <a:cubicBezTo>
                    <a:pt x="391" y="5"/>
                    <a:pt x="389" y="3"/>
                    <a:pt x="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9;p37">
              <a:extLst>
                <a:ext uri="{FF2B5EF4-FFF2-40B4-BE49-F238E27FC236}">
                  <a16:creationId xmlns:a16="http://schemas.microsoft.com/office/drawing/2014/main" id="{142B0F8F-2E42-03B9-269A-DF8571700104}"/>
                </a:ext>
              </a:extLst>
            </p:cNvPr>
            <p:cNvSpPr/>
            <p:nvPr/>
          </p:nvSpPr>
          <p:spPr>
            <a:xfrm>
              <a:off x="3222641" y="1400554"/>
              <a:ext cx="1077673" cy="860924"/>
            </a:xfrm>
            <a:custGeom>
              <a:avLst/>
              <a:gdLst/>
              <a:ahLst/>
              <a:cxnLst/>
              <a:rect l="l" t="t" r="r" b="b"/>
              <a:pathLst>
                <a:path w="15575" h="12442" extrusionOk="0">
                  <a:moveTo>
                    <a:pt x="5688" y="0"/>
                  </a:moveTo>
                  <a:cubicBezTo>
                    <a:pt x="5649" y="41"/>
                    <a:pt x="5602" y="77"/>
                    <a:pt x="5537" y="108"/>
                  </a:cubicBezTo>
                  <a:cubicBezTo>
                    <a:pt x="5450" y="151"/>
                    <a:pt x="5345" y="176"/>
                    <a:pt x="5232" y="203"/>
                  </a:cubicBezTo>
                  <a:cubicBezTo>
                    <a:pt x="4945" y="268"/>
                    <a:pt x="4769" y="323"/>
                    <a:pt x="4759" y="512"/>
                  </a:cubicBezTo>
                  <a:cubicBezTo>
                    <a:pt x="4755" y="607"/>
                    <a:pt x="4783" y="708"/>
                    <a:pt x="4813" y="814"/>
                  </a:cubicBezTo>
                  <a:cubicBezTo>
                    <a:pt x="4844" y="927"/>
                    <a:pt x="4877" y="1043"/>
                    <a:pt x="4876" y="1170"/>
                  </a:cubicBezTo>
                  <a:cubicBezTo>
                    <a:pt x="4872" y="1390"/>
                    <a:pt x="4716" y="1691"/>
                    <a:pt x="4610" y="1890"/>
                  </a:cubicBezTo>
                  <a:cubicBezTo>
                    <a:pt x="4476" y="2149"/>
                    <a:pt x="4262" y="2181"/>
                    <a:pt x="4074" y="2207"/>
                  </a:cubicBezTo>
                  <a:cubicBezTo>
                    <a:pt x="4041" y="2212"/>
                    <a:pt x="4007" y="2218"/>
                    <a:pt x="3972" y="2224"/>
                  </a:cubicBezTo>
                  <a:cubicBezTo>
                    <a:pt x="3901" y="2237"/>
                    <a:pt x="3886" y="2248"/>
                    <a:pt x="3884" y="2250"/>
                  </a:cubicBezTo>
                  <a:cubicBezTo>
                    <a:pt x="3885" y="2249"/>
                    <a:pt x="3886" y="2249"/>
                    <a:pt x="3886" y="2249"/>
                  </a:cubicBezTo>
                  <a:cubicBezTo>
                    <a:pt x="3893" y="2249"/>
                    <a:pt x="3895" y="2277"/>
                    <a:pt x="3897" y="2300"/>
                  </a:cubicBezTo>
                  <a:cubicBezTo>
                    <a:pt x="3901" y="2342"/>
                    <a:pt x="3908" y="2392"/>
                    <a:pt x="3906" y="2452"/>
                  </a:cubicBezTo>
                  <a:cubicBezTo>
                    <a:pt x="3905" y="2560"/>
                    <a:pt x="3869" y="2645"/>
                    <a:pt x="3800" y="2703"/>
                  </a:cubicBezTo>
                  <a:cubicBezTo>
                    <a:pt x="3738" y="2754"/>
                    <a:pt x="3655" y="2779"/>
                    <a:pt x="3548" y="2779"/>
                  </a:cubicBezTo>
                  <a:cubicBezTo>
                    <a:pt x="3503" y="2779"/>
                    <a:pt x="3453" y="2774"/>
                    <a:pt x="3400" y="2766"/>
                  </a:cubicBezTo>
                  <a:cubicBezTo>
                    <a:pt x="3354" y="2758"/>
                    <a:pt x="3315" y="2740"/>
                    <a:pt x="3280" y="2725"/>
                  </a:cubicBezTo>
                  <a:cubicBezTo>
                    <a:pt x="3255" y="2714"/>
                    <a:pt x="3225" y="2701"/>
                    <a:pt x="3210" y="2701"/>
                  </a:cubicBezTo>
                  <a:cubicBezTo>
                    <a:pt x="3166" y="2704"/>
                    <a:pt x="3084" y="2748"/>
                    <a:pt x="3025" y="2780"/>
                  </a:cubicBezTo>
                  <a:cubicBezTo>
                    <a:pt x="3003" y="2792"/>
                    <a:pt x="2982" y="2802"/>
                    <a:pt x="2962" y="2813"/>
                  </a:cubicBezTo>
                  <a:cubicBezTo>
                    <a:pt x="2785" y="2959"/>
                    <a:pt x="2519" y="2994"/>
                    <a:pt x="2307" y="2994"/>
                  </a:cubicBezTo>
                  <a:cubicBezTo>
                    <a:pt x="2202" y="2994"/>
                    <a:pt x="2111" y="2985"/>
                    <a:pt x="2049" y="2977"/>
                  </a:cubicBezTo>
                  <a:cubicBezTo>
                    <a:pt x="1935" y="2963"/>
                    <a:pt x="1798" y="2927"/>
                    <a:pt x="1654" y="2889"/>
                  </a:cubicBezTo>
                  <a:cubicBezTo>
                    <a:pt x="1451" y="2836"/>
                    <a:pt x="1216" y="2774"/>
                    <a:pt x="1025" y="2774"/>
                  </a:cubicBezTo>
                  <a:cubicBezTo>
                    <a:pt x="930" y="2774"/>
                    <a:pt x="847" y="2789"/>
                    <a:pt x="783" y="2828"/>
                  </a:cubicBezTo>
                  <a:cubicBezTo>
                    <a:pt x="716" y="2869"/>
                    <a:pt x="670" y="2941"/>
                    <a:pt x="648" y="3045"/>
                  </a:cubicBezTo>
                  <a:cubicBezTo>
                    <a:pt x="617" y="3192"/>
                    <a:pt x="639" y="3354"/>
                    <a:pt x="659" y="3512"/>
                  </a:cubicBezTo>
                  <a:cubicBezTo>
                    <a:pt x="684" y="3699"/>
                    <a:pt x="710" y="3893"/>
                    <a:pt x="647" y="4072"/>
                  </a:cubicBezTo>
                  <a:cubicBezTo>
                    <a:pt x="619" y="4155"/>
                    <a:pt x="590" y="4224"/>
                    <a:pt x="564" y="4284"/>
                  </a:cubicBezTo>
                  <a:cubicBezTo>
                    <a:pt x="481" y="4482"/>
                    <a:pt x="451" y="4555"/>
                    <a:pt x="578" y="4850"/>
                  </a:cubicBezTo>
                  <a:cubicBezTo>
                    <a:pt x="887" y="5567"/>
                    <a:pt x="783" y="5962"/>
                    <a:pt x="150" y="6477"/>
                  </a:cubicBezTo>
                  <a:cubicBezTo>
                    <a:pt x="106" y="6513"/>
                    <a:pt x="52" y="6550"/>
                    <a:pt x="1" y="6590"/>
                  </a:cubicBezTo>
                  <a:cubicBezTo>
                    <a:pt x="212" y="6768"/>
                    <a:pt x="402" y="6968"/>
                    <a:pt x="720" y="7015"/>
                  </a:cubicBezTo>
                  <a:cubicBezTo>
                    <a:pt x="827" y="7030"/>
                    <a:pt x="913" y="7039"/>
                    <a:pt x="990" y="7039"/>
                  </a:cubicBezTo>
                  <a:cubicBezTo>
                    <a:pt x="1157" y="7039"/>
                    <a:pt x="1283" y="6999"/>
                    <a:pt x="1483" y="6903"/>
                  </a:cubicBezTo>
                  <a:cubicBezTo>
                    <a:pt x="1569" y="6863"/>
                    <a:pt x="1623" y="6840"/>
                    <a:pt x="1674" y="6840"/>
                  </a:cubicBezTo>
                  <a:cubicBezTo>
                    <a:pt x="1725" y="6840"/>
                    <a:pt x="1773" y="6863"/>
                    <a:pt x="1847" y="6913"/>
                  </a:cubicBezTo>
                  <a:cubicBezTo>
                    <a:pt x="2534" y="7377"/>
                    <a:pt x="1792" y="7648"/>
                    <a:pt x="1434" y="7907"/>
                  </a:cubicBezTo>
                  <a:cubicBezTo>
                    <a:pt x="1188" y="8086"/>
                    <a:pt x="1215" y="8315"/>
                    <a:pt x="1309" y="8585"/>
                  </a:cubicBezTo>
                  <a:cubicBezTo>
                    <a:pt x="1408" y="8866"/>
                    <a:pt x="1384" y="9164"/>
                    <a:pt x="1397" y="9473"/>
                  </a:cubicBezTo>
                  <a:cubicBezTo>
                    <a:pt x="1403" y="9609"/>
                    <a:pt x="1389" y="9767"/>
                    <a:pt x="1462" y="9888"/>
                  </a:cubicBezTo>
                  <a:cubicBezTo>
                    <a:pt x="1570" y="10066"/>
                    <a:pt x="1742" y="10119"/>
                    <a:pt x="1938" y="10119"/>
                  </a:cubicBezTo>
                  <a:cubicBezTo>
                    <a:pt x="2225" y="10119"/>
                    <a:pt x="2564" y="10005"/>
                    <a:pt x="2822" y="10005"/>
                  </a:cubicBezTo>
                  <a:cubicBezTo>
                    <a:pt x="2850" y="10005"/>
                    <a:pt x="2878" y="10006"/>
                    <a:pt x="2904" y="10009"/>
                  </a:cubicBezTo>
                  <a:cubicBezTo>
                    <a:pt x="3199" y="10044"/>
                    <a:pt x="3301" y="10260"/>
                    <a:pt x="3522" y="10337"/>
                  </a:cubicBezTo>
                  <a:cubicBezTo>
                    <a:pt x="3557" y="10349"/>
                    <a:pt x="3593" y="10354"/>
                    <a:pt x="3631" y="10354"/>
                  </a:cubicBezTo>
                  <a:cubicBezTo>
                    <a:pt x="3792" y="10354"/>
                    <a:pt x="3970" y="10262"/>
                    <a:pt x="4127" y="10262"/>
                  </a:cubicBezTo>
                  <a:cubicBezTo>
                    <a:pt x="4177" y="10262"/>
                    <a:pt x="4225" y="10272"/>
                    <a:pt x="4270" y="10296"/>
                  </a:cubicBezTo>
                  <a:cubicBezTo>
                    <a:pt x="4559" y="10453"/>
                    <a:pt x="4454" y="10955"/>
                    <a:pt x="4670" y="11129"/>
                  </a:cubicBezTo>
                  <a:cubicBezTo>
                    <a:pt x="4720" y="11170"/>
                    <a:pt x="4775" y="11187"/>
                    <a:pt x="4832" y="11187"/>
                  </a:cubicBezTo>
                  <a:cubicBezTo>
                    <a:pt x="5028" y="11187"/>
                    <a:pt x="5243" y="10981"/>
                    <a:pt x="5326" y="10847"/>
                  </a:cubicBezTo>
                  <a:cubicBezTo>
                    <a:pt x="5478" y="10602"/>
                    <a:pt x="5459" y="10318"/>
                    <a:pt x="5746" y="10207"/>
                  </a:cubicBezTo>
                  <a:cubicBezTo>
                    <a:pt x="5842" y="10169"/>
                    <a:pt x="5931" y="10154"/>
                    <a:pt x="6015" y="10154"/>
                  </a:cubicBezTo>
                  <a:cubicBezTo>
                    <a:pt x="6233" y="10154"/>
                    <a:pt x="6422" y="10253"/>
                    <a:pt x="6645" y="10316"/>
                  </a:cubicBezTo>
                  <a:cubicBezTo>
                    <a:pt x="6719" y="10338"/>
                    <a:pt x="6791" y="10346"/>
                    <a:pt x="6862" y="10346"/>
                  </a:cubicBezTo>
                  <a:cubicBezTo>
                    <a:pt x="7072" y="10346"/>
                    <a:pt x="7268" y="10271"/>
                    <a:pt x="7475" y="10230"/>
                  </a:cubicBezTo>
                  <a:cubicBezTo>
                    <a:pt x="7577" y="10210"/>
                    <a:pt x="7682" y="10199"/>
                    <a:pt x="7788" y="10199"/>
                  </a:cubicBezTo>
                  <a:cubicBezTo>
                    <a:pt x="8028" y="10199"/>
                    <a:pt x="8270" y="10254"/>
                    <a:pt x="8480" y="10371"/>
                  </a:cubicBezTo>
                  <a:cubicBezTo>
                    <a:pt x="9211" y="10778"/>
                    <a:pt x="9338" y="11661"/>
                    <a:pt x="10256" y="11825"/>
                  </a:cubicBezTo>
                  <a:cubicBezTo>
                    <a:pt x="10354" y="11843"/>
                    <a:pt x="10439" y="11851"/>
                    <a:pt x="10518" y="11851"/>
                  </a:cubicBezTo>
                  <a:cubicBezTo>
                    <a:pt x="10692" y="11851"/>
                    <a:pt x="10839" y="11812"/>
                    <a:pt x="11041" y="11750"/>
                  </a:cubicBezTo>
                  <a:cubicBezTo>
                    <a:pt x="11129" y="11723"/>
                    <a:pt x="11187" y="11711"/>
                    <a:pt x="11241" y="11711"/>
                  </a:cubicBezTo>
                  <a:cubicBezTo>
                    <a:pt x="11305" y="11711"/>
                    <a:pt x="11365" y="11728"/>
                    <a:pt x="11466" y="11760"/>
                  </a:cubicBezTo>
                  <a:cubicBezTo>
                    <a:pt x="11868" y="11885"/>
                    <a:pt x="12164" y="12152"/>
                    <a:pt x="12563" y="12266"/>
                  </a:cubicBezTo>
                  <a:cubicBezTo>
                    <a:pt x="13079" y="12415"/>
                    <a:pt x="13560" y="12403"/>
                    <a:pt x="14075" y="12423"/>
                  </a:cubicBezTo>
                  <a:cubicBezTo>
                    <a:pt x="14160" y="12426"/>
                    <a:pt x="14238" y="12441"/>
                    <a:pt x="14312" y="12441"/>
                  </a:cubicBezTo>
                  <a:cubicBezTo>
                    <a:pt x="14387" y="12441"/>
                    <a:pt x="14458" y="12425"/>
                    <a:pt x="14525" y="12365"/>
                  </a:cubicBezTo>
                  <a:cubicBezTo>
                    <a:pt x="14705" y="12205"/>
                    <a:pt x="14604" y="12004"/>
                    <a:pt x="14646" y="11811"/>
                  </a:cubicBezTo>
                  <a:cubicBezTo>
                    <a:pt x="14698" y="11578"/>
                    <a:pt x="14823" y="11499"/>
                    <a:pt x="14978" y="11491"/>
                  </a:cubicBezTo>
                  <a:cubicBezTo>
                    <a:pt x="14966" y="11468"/>
                    <a:pt x="14952" y="11443"/>
                    <a:pt x="14938" y="11416"/>
                  </a:cubicBezTo>
                  <a:cubicBezTo>
                    <a:pt x="14895" y="11341"/>
                    <a:pt x="14847" y="11256"/>
                    <a:pt x="14804" y="11152"/>
                  </a:cubicBezTo>
                  <a:cubicBezTo>
                    <a:pt x="14754" y="11030"/>
                    <a:pt x="14721" y="10900"/>
                    <a:pt x="14691" y="10773"/>
                  </a:cubicBezTo>
                  <a:cubicBezTo>
                    <a:pt x="14676" y="10710"/>
                    <a:pt x="14660" y="10647"/>
                    <a:pt x="14643" y="10586"/>
                  </a:cubicBezTo>
                  <a:cubicBezTo>
                    <a:pt x="14626" y="10528"/>
                    <a:pt x="14604" y="10467"/>
                    <a:pt x="14582" y="10406"/>
                  </a:cubicBezTo>
                  <a:cubicBezTo>
                    <a:pt x="14530" y="10263"/>
                    <a:pt x="14476" y="10116"/>
                    <a:pt x="14469" y="9967"/>
                  </a:cubicBezTo>
                  <a:cubicBezTo>
                    <a:pt x="14461" y="9829"/>
                    <a:pt x="14517" y="9689"/>
                    <a:pt x="14572" y="9554"/>
                  </a:cubicBezTo>
                  <a:cubicBezTo>
                    <a:pt x="14684" y="9278"/>
                    <a:pt x="14710" y="9164"/>
                    <a:pt x="14541" y="9068"/>
                  </a:cubicBezTo>
                  <a:cubicBezTo>
                    <a:pt x="14483" y="9035"/>
                    <a:pt x="14384" y="9021"/>
                    <a:pt x="14288" y="9007"/>
                  </a:cubicBezTo>
                  <a:cubicBezTo>
                    <a:pt x="14194" y="8994"/>
                    <a:pt x="14095" y="8980"/>
                    <a:pt x="14009" y="8946"/>
                  </a:cubicBezTo>
                  <a:lnTo>
                    <a:pt x="13987" y="8936"/>
                  </a:lnTo>
                  <a:cubicBezTo>
                    <a:pt x="13865" y="8888"/>
                    <a:pt x="13728" y="8833"/>
                    <a:pt x="13626" y="8717"/>
                  </a:cubicBezTo>
                  <a:cubicBezTo>
                    <a:pt x="13463" y="8527"/>
                    <a:pt x="13526" y="8412"/>
                    <a:pt x="13604" y="8312"/>
                  </a:cubicBezTo>
                  <a:cubicBezTo>
                    <a:pt x="13634" y="8276"/>
                    <a:pt x="13658" y="8243"/>
                    <a:pt x="13669" y="8197"/>
                  </a:cubicBezTo>
                  <a:cubicBezTo>
                    <a:pt x="13678" y="8153"/>
                    <a:pt x="13673" y="8091"/>
                    <a:pt x="13669" y="8026"/>
                  </a:cubicBezTo>
                  <a:cubicBezTo>
                    <a:pt x="13662" y="7954"/>
                    <a:pt x="13656" y="7873"/>
                    <a:pt x="13669" y="7794"/>
                  </a:cubicBezTo>
                  <a:cubicBezTo>
                    <a:pt x="13675" y="7757"/>
                    <a:pt x="13678" y="7724"/>
                    <a:pt x="13681" y="7692"/>
                  </a:cubicBezTo>
                  <a:cubicBezTo>
                    <a:pt x="13691" y="7575"/>
                    <a:pt x="13702" y="7429"/>
                    <a:pt x="13913" y="7372"/>
                  </a:cubicBezTo>
                  <a:cubicBezTo>
                    <a:pt x="13959" y="7360"/>
                    <a:pt x="14005" y="7355"/>
                    <a:pt x="14049" y="7355"/>
                  </a:cubicBezTo>
                  <a:cubicBezTo>
                    <a:pt x="14104" y="7355"/>
                    <a:pt x="14157" y="7362"/>
                    <a:pt x="14207" y="7369"/>
                  </a:cubicBezTo>
                  <a:cubicBezTo>
                    <a:pt x="14251" y="7375"/>
                    <a:pt x="14293" y="7380"/>
                    <a:pt x="14333" y="7380"/>
                  </a:cubicBezTo>
                  <a:cubicBezTo>
                    <a:pt x="14370" y="7380"/>
                    <a:pt x="14406" y="7375"/>
                    <a:pt x="14439" y="7361"/>
                  </a:cubicBezTo>
                  <a:cubicBezTo>
                    <a:pt x="14473" y="7349"/>
                    <a:pt x="14508" y="7316"/>
                    <a:pt x="14546" y="7280"/>
                  </a:cubicBezTo>
                  <a:cubicBezTo>
                    <a:pt x="14589" y="7239"/>
                    <a:pt x="14638" y="7192"/>
                    <a:pt x="14701" y="7165"/>
                  </a:cubicBezTo>
                  <a:cubicBezTo>
                    <a:pt x="14757" y="7141"/>
                    <a:pt x="14810" y="7137"/>
                    <a:pt x="14858" y="7137"/>
                  </a:cubicBezTo>
                  <a:cubicBezTo>
                    <a:pt x="14869" y="7137"/>
                    <a:pt x="14880" y="7137"/>
                    <a:pt x="14891" y="7137"/>
                  </a:cubicBezTo>
                  <a:cubicBezTo>
                    <a:pt x="14902" y="7138"/>
                    <a:pt x="14913" y="7138"/>
                    <a:pt x="14924" y="7138"/>
                  </a:cubicBezTo>
                  <a:cubicBezTo>
                    <a:pt x="14950" y="7138"/>
                    <a:pt x="14974" y="7136"/>
                    <a:pt x="14999" y="7129"/>
                  </a:cubicBezTo>
                  <a:cubicBezTo>
                    <a:pt x="15087" y="7104"/>
                    <a:pt x="15087" y="7104"/>
                    <a:pt x="15079" y="6958"/>
                  </a:cubicBezTo>
                  <a:lnTo>
                    <a:pt x="15076" y="6897"/>
                  </a:lnTo>
                  <a:cubicBezTo>
                    <a:pt x="15071" y="6772"/>
                    <a:pt x="15046" y="6651"/>
                    <a:pt x="15019" y="6522"/>
                  </a:cubicBezTo>
                  <a:cubicBezTo>
                    <a:pt x="14996" y="6408"/>
                    <a:pt x="14971" y="6288"/>
                    <a:pt x="14961" y="6165"/>
                  </a:cubicBezTo>
                  <a:cubicBezTo>
                    <a:pt x="14958" y="6125"/>
                    <a:pt x="14955" y="6091"/>
                    <a:pt x="14952" y="6059"/>
                  </a:cubicBezTo>
                  <a:cubicBezTo>
                    <a:pt x="14925" y="5802"/>
                    <a:pt x="14928" y="5674"/>
                    <a:pt x="15276" y="5532"/>
                  </a:cubicBezTo>
                  <a:cubicBezTo>
                    <a:pt x="15303" y="5521"/>
                    <a:pt x="15330" y="5512"/>
                    <a:pt x="15355" y="5501"/>
                  </a:cubicBezTo>
                  <a:cubicBezTo>
                    <a:pt x="15515" y="5443"/>
                    <a:pt x="15568" y="5412"/>
                    <a:pt x="15570" y="5349"/>
                  </a:cubicBezTo>
                  <a:cubicBezTo>
                    <a:pt x="15574" y="5258"/>
                    <a:pt x="15546" y="5162"/>
                    <a:pt x="15516" y="5059"/>
                  </a:cubicBezTo>
                  <a:cubicBezTo>
                    <a:pt x="15482" y="4943"/>
                    <a:pt x="15447" y="4822"/>
                    <a:pt x="15452" y="4690"/>
                  </a:cubicBezTo>
                  <a:cubicBezTo>
                    <a:pt x="15353" y="4574"/>
                    <a:pt x="15217" y="4477"/>
                    <a:pt x="15143" y="4350"/>
                  </a:cubicBezTo>
                  <a:cubicBezTo>
                    <a:pt x="14971" y="4047"/>
                    <a:pt x="14963" y="3669"/>
                    <a:pt x="14817" y="3355"/>
                  </a:cubicBezTo>
                  <a:cubicBezTo>
                    <a:pt x="14647" y="2995"/>
                    <a:pt x="14346" y="2618"/>
                    <a:pt x="14100" y="2304"/>
                  </a:cubicBezTo>
                  <a:cubicBezTo>
                    <a:pt x="13902" y="2050"/>
                    <a:pt x="13586" y="1912"/>
                    <a:pt x="13272" y="1912"/>
                  </a:cubicBezTo>
                  <a:cubicBezTo>
                    <a:pt x="13134" y="1912"/>
                    <a:pt x="12996" y="1938"/>
                    <a:pt x="12869" y="1994"/>
                  </a:cubicBezTo>
                  <a:cubicBezTo>
                    <a:pt x="12507" y="2150"/>
                    <a:pt x="12322" y="2605"/>
                    <a:pt x="11947" y="2605"/>
                  </a:cubicBezTo>
                  <a:cubicBezTo>
                    <a:pt x="11870" y="2605"/>
                    <a:pt x="11785" y="2586"/>
                    <a:pt x="11689" y="2541"/>
                  </a:cubicBezTo>
                  <a:cubicBezTo>
                    <a:pt x="11521" y="2463"/>
                    <a:pt x="11385" y="2282"/>
                    <a:pt x="11239" y="2157"/>
                  </a:cubicBezTo>
                  <a:cubicBezTo>
                    <a:pt x="10966" y="1922"/>
                    <a:pt x="10685" y="1751"/>
                    <a:pt x="10325" y="1668"/>
                  </a:cubicBezTo>
                  <a:cubicBezTo>
                    <a:pt x="10202" y="1639"/>
                    <a:pt x="10086" y="1629"/>
                    <a:pt x="9974" y="1629"/>
                  </a:cubicBezTo>
                  <a:cubicBezTo>
                    <a:pt x="9627" y="1629"/>
                    <a:pt x="9316" y="1731"/>
                    <a:pt x="8936" y="1731"/>
                  </a:cubicBezTo>
                  <a:cubicBezTo>
                    <a:pt x="8919" y="1731"/>
                    <a:pt x="8903" y="1731"/>
                    <a:pt x="8886" y="1730"/>
                  </a:cubicBezTo>
                  <a:cubicBezTo>
                    <a:pt x="8869" y="1731"/>
                    <a:pt x="8852" y="1732"/>
                    <a:pt x="8835" y="1732"/>
                  </a:cubicBezTo>
                  <a:cubicBezTo>
                    <a:pt x="8284" y="1732"/>
                    <a:pt x="7976" y="1215"/>
                    <a:pt x="7696" y="830"/>
                  </a:cubicBezTo>
                  <a:cubicBezTo>
                    <a:pt x="7564" y="650"/>
                    <a:pt x="7357" y="239"/>
                    <a:pt x="7131" y="174"/>
                  </a:cubicBezTo>
                  <a:cubicBezTo>
                    <a:pt x="7102" y="166"/>
                    <a:pt x="7073" y="163"/>
                    <a:pt x="7044" y="163"/>
                  </a:cubicBezTo>
                  <a:cubicBezTo>
                    <a:pt x="6878" y="163"/>
                    <a:pt x="6717" y="278"/>
                    <a:pt x="6562" y="306"/>
                  </a:cubicBezTo>
                  <a:cubicBezTo>
                    <a:pt x="6531" y="311"/>
                    <a:pt x="6502" y="314"/>
                    <a:pt x="6473" y="314"/>
                  </a:cubicBezTo>
                  <a:cubicBezTo>
                    <a:pt x="6239" y="314"/>
                    <a:pt x="6050" y="152"/>
                    <a:pt x="5842" y="57"/>
                  </a:cubicBezTo>
                  <a:cubicBezTo>
                    <a:pt x="5792" y="33"/>
                    <a:pt x="5740" y="16"/>
                    <a:pt x="5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90;p37">
              <a:extLst>
                <a:ext uri="{FF2B5EF4-FFF2-40B4-BE49-F238E27FC236}">
                  <a16:creationId xmlns:a16="http://schemas.microsoft.com/office/drawing/2014/main" id="{F65CE560-E58A-0F08-DBB0-E7199FACE2FB}"/>
                </a:ext>
              </a:extLst>
            </p:cNvPr>
            <p:cNvSpPr/>
            <p:nvPr/>
          </p:nvSpPr>
          <p:spPr>
            <a:xfrm>
              <a:off x="2813024" y="1368725"/>
              <a:ext cx="611800" cy="490247"/>
            </a:xfrm>
            <a:custGeom>
              <a:avLst/>
              <a:gdLst/>
              <a:ahLst/>
              <a:cxnLst/>
              <a:rect l="l" t="t" r="r" b="b"/>
              <a:pathLst>
                <a:path w="8842" h="7085" extrusionOk="0">
                  <a:moveTo>
                    <a:pt x="6197" y="0"/>
                  </a:moveTo>
                  <a:cubicBezTo>
                    <a:pt x="6114" y="0"/>
                    <a:pt x="6010" y="33"/>
                    <a:pt x="5875" y="110"/>
                  </a:cubicBezTo>
                  <a:cubicBezTo>
                    <a:pt x="5690" y="217"/>
                    <a:pt x="5637" y="307"/>
                    <a:pt x="5412" y="308"/>
                  </a:cubicBezTo>
                  <a:cubicBezTo>
                    <a:pt x="5407" y="308"/>
                    <a:pt x="5402" y="308"/>
                    <a:pt x="5397" y="308"/>
                  </a:cubicBezTo>
                  <a:cubicBezTo>
                    <a:pt x="5305" y="308"/>
                    <a:pt x="5220" y="305"/>
                    <a:pt x="5140" y="305"/>
                  </a:cubicBezTo>
                  <a:cubicBezTo>
                    <a:pt x="4927" y="305"/>
                    <a:pt x="4745" y="330"/>
                    <a:pt x="4539" y="514"/>
                  </a:cubicBezTo>
                  <a:cubicBezTo>
                    <a:pt x="4259" y="763"/>
                    <a:pt x="4109" y="1064"/>
                    <a:pt x="4054" y="1428"/>
                  </a:cubicBezTo>
                  <a:cubicBezTo>
                    <a:pt x="4021" y="1640"/>
                    <a:pt x="4026" y="1872"/>
                    <a:pt x="3866" y="2015"/>
                  </a:cubicBezTo>
                  <a:cubicBezTo>
                    <a:pt x="3689" y="2175"/>
                    <a:pt x="3274" y="2342"/>
                    <a:pt x="3353" y="2673"/>
                  </a:cubicBezTo>
                  <a:cubicBezTo>
                    <a:pt x="3369" y="2741"/>
                    <a:pt x="3441" y="2755"/>
                    <a:pt x="3474" y="2807"/>
                  </a:cubicBezTo>
                  <a:cubicBezTo>
                    <a:pt x="3582" y="2971"/>
                    <a:pt x="3696" y="3158"/>
                    <a:pt x="3736" y="3356"/>
                  </a:cubicBezTo>
                  <a:cubicBezTo>
                    <a:pt x="3792" y="3633"/>
                    <a:pt x="3689" y="3925"/>
                    <a:pt x="3439" y="4088"/>
                  </a:cubicBezTo>
                  <a:cubicBezTo>
                    <a:pt x="3385" y="4124"/>
                    <a:pt x="3334" y="4137"/>
                    <a:pt x="3286" y="4137"/>
                  </a:cubicBezTo>
                  <a:cubicBezTo>
                    <a:pt x="3146" y="4137"/>
                    <a:pt x="3022" y="4024"/>
                    <a:pt x="2856" y="4024"/>
                  </a:cubicBezTo>
                  <a:cubicBezTo>
                    <a:pt x="2835" y="4024"/>
                    <a:pt x="2814" y="4026"/>
                    <a:pt x="2791" y="4030"/>
                  </a:cubicBezTo>
                  <a:cubicBezTo>
                    <a:pt x="2307" y="4118"/>
                    <a:pt x="2123" y="4783"/>
                    <a:pt x="1999" y="5166"/>
                  </a:cubicBezTo>
                  <a:cubicBezTo>
                    <a:pt x="1913" y="5440"/>
                    <a:pt x="1819" y="5709"/>
                    <a:pt x="1689" y="5969"/>
                  </a:cubicBezTo>
                  <a:cubicBezTo>
                    <a:pt x="1592" y="6163"/>
                    <a:pt x="1514" y="6253"/>
                    <a:pt x="1433" y="6253"/>
                  </a:cubicBezTo>
                  <a:cubicBezTo>
                    <a:pt x="1348" y="6253"/>
                    <a:pt x="1259" y="6154"/>
                    <a:pt x="1141" y="5975"/>
                  </a:cubicBezTo>
                  <a:cubicBezTo>
                    <a:pt x="1019" y="5790"/>
                    <a:pt x="845" y="5478"/>
                    <a:pt x="617" y="5407"/>
                  </a:cubicBezTo>
                  <a:cubicBezTo>
                    <a:pt x="570" y="5393"/>
                    <a:pt x="527" y="5386"/>
                    <a:pt x="486" y="5386"/>
                  </a:cubicBezTo>
                  <a:cubicBezTo>
                    <a:pt x="265" y="5386"/>
                    <a:pt x="143" y="5586"/>
                    <a:pt x="90" y="5784"/>
                  </a:cubicBezTo>
                  <a:cubicBezTo>
                    <a:pt x="71" y="5854"/>
                    <a:pt x="1" y="6065"/>
                    <a:pt x="20" y="6126"/>
                  </a:cubicBezTo>
                  <a:cubicBezTo>
                    <a:pt x="92" y="6352"/>
                    <a:pt x="553" y="6350"/>
                    <a:pt x="704" y="6535"/>
                  </a:cubicBezTo>
                  <a:cubicBezTo>
                    <a:pt x="854" y="6721"/>
                    <a:pt x="1012" y="6920"/>
                    <a:pt x="1249" y="6920"/>
                  </a:cubicBezTo>
                  <a:cubicBezTo>
                    <a:pt x="1319" y="6920"/>
                    <a:pt x="1395" y="6902"/>
                    <a:pt x="1480" y="6863"/>
                  </a:cubicBezTo>
                  <a:cubicBezTo>
                    <a:pt x="1689" y="6766"/>
                    <a:pt x="1787" y="6562"/>
                    <a:pt x="2020" y="6477"/>
                  </a:cubicBezTo>
                  <a:cubicBezTo>
                    <a:pt x="2134" y="6435"/>
                    <a:pt x="2277" y="6389"/>
                    <a:pt x="2408" y="6389"/>
                  </a:cubicBezTo>
                  <a:cubicBezTo>
                    <a:pt x="2435" y="6389"/>
                    <a:pt x="2462" y="6391"/>
                    <a:pt x="2487" y="6396"/>
                  </a:cubicBezTo>
                  <a:cubicBezTo>
                    <a:pt x="2650" y="6422"/>
                    <a:pt x="2801" y="6543"/>
                    <a:pt x="2969" y="6593"/>
                  </a:cubicBezTo>
                  <a:cubicBezTo>
                    <a:pt x="3177" y="6656"/>
                    <a:pt x="3401" y="6686"/>
                    <a:pt x="3605" y="6750"/>
                  </a:cubicBezTo>
                  <a:cubicBezTo>
                    <a:pt x="3889" y="6838"/>
                    <a:pt x="4170" y="7084"/>
                    <a:pt x="4481" y="7084"/>
                  </a:cubicBezTo>
                  <a:cubicBezTo>
                    <a:pt x="4509" y="7084"/>
                    <a:pt x="4537" y="7082"/>
                    <a:pt x="4565" y="7078"/>
                  </a:cubicBezTo>
                  <a:cubicBezTo>
                    <a:pt x="4771" y="7047"/>
                    <a:pt x="4785" y="6876"/>
                    <a:pt x="4950" y="6800"/>
                  </a:cubicBezTo>
                  <a:cubicBezTo>
                    <a:pt x="5002" y="6775"/>
                    <a:pt x="5090" y="6766"/>
                    <a:pt x="5184" y="6766"/>
                  </a:cubicBezTo>
                  <a:cubicBezTo>
                    <a:pt x="5321" y="6766"/>
                    <a:pt x="5471" y="6787"/>
                    <a:pt x="5543" y="6813"/>
                  </a:cubicBezTo>
                  <a:cubicBezTo>
                    <a:pt x="5612" y="6839"/>
                    <a:pt x="5673" y="6874"/>
                    <a:pt x="5731" y="6912"/>
                  </a:cubicBezTo>
                  <a:cubicBezTo>
                    <a:pt x="5742" y="6904"/>
                    <a:pt x="5753" y="6896"/>
                    <a:pt x="5762" y="6888"/>
                  </a:cubicBezTo>
                  <a:cubicBezTo>
                    <a:pt x="5822" y="6844"/>
                    <a:pt x="5878" y="6802"/>
                    <a:pt x="5927" y="6763"/>
                  </a:cubicBezTo>
                  <a:cubicBezTo>
                    <a:pt x="6487" y="6308"/>
                    <a:pt x="6562" y="6027"/>
                    <a:pt x="6291" y="5398"/>
                  </a:cubicBezTo>
                  <a:cubicBezTo>
                    <a:pt x="6132" y="5033"/>
                    <a:pt x="6175" y="4899"/>
                    <a:pt x="6277" y="4656"/>
                  </a:cubicBezTo>
                  <a:cubicBezTo>
                    <a:pt x="6300" y="4601"/>
                    <a:pt x="6327" y="4537"/>
                    <a:pt x="6355" y="4458"/>
                  </a:cubicBezTo>
                  <a:cubicBezTo>
                    <a:pt x="6399" y="4330"/>
                    <a:pt x="6379" y="4170"/>
                    <a:pt x="6357" y="4000"/>
                  </a:cubicBezTo>
                  <a:cubicBezTo>
                    <a:pt x="6333" y="3825"/>
                    <a:pt x="6310" y="3643"/>
                    <a:pt x="6349" y="3456"/>
                  </a:cubicBezTo>
                  <a:cubicBezTo>
                    <a:pt x="6385" y="3293"/>
                    <a:pt x="6463" y="3171"/>
                    <a:pt x="6586" y="3095"/>
                  </a:cubicBezTo>
                  <a:cubicBezTo>
                    <a:pt x="6688" y="3032"/>
                    <a:pt x="6811" y="3008"/>
                    <a:pt x="6943" y="3008"/>
                  </a:cubicBezTo>
                  <a:cubicBezTo>
                    <a:pt x="7161" y="3008"/>
                    <a:pt x="7406" y="3073"/>
                    <a:pt x="7632" y="3133"/>
                  </a:cubicBezTo>
                  <a:cubicBezTo>
                    <a:pt x="7768" y="3169"/>
                    <a:pt x="7897" y="3202"/>
                    <a:pt x="7996" y="3215"/>
                  </a:cubicBezTo>
                  <a:cubicBezTo>
                    <a:pt x="8068" y="3223"/>
                    <a:pt x="8145" y="3229"/>
                    <a:pt x="8223" y="3229"/>
                  </a:cubicBezTo>
                  <a:cubicBezTo>
                    <a:pt x="8424" y="3229"/>
                    <a:pt x="8627" y="3194"/>
                    <a:pt x="8741" y="3097"/>
                  </a:cubicBezTo>
                  <a:cubicBezTo>
                    <a:pt x="8800" y="3047"/>
                    <a:pt x="8832" y="2981"/>
                    <a:pt x="8835" y="2896"/>
                  </a:cubicBezTo>
                  <a:cubicBezTo>
                    <a:pt x="8841" y="2703"/>
                    <a:pt x="8678" y="2523"/>
                    <a:pt x="8523" y="2349"/>
                  </a:cubicBezTo>
                  <a:cubicBezTo>
                    <a:pt x="8430" y="2247"/>
                    <a:pt x="8345" y="2151"/>
                    <a:pt x="8286" y="2048"/>
                  </a:cubicBezTo>
                  <a:cubicBezTo>
                    <a:pt x="7952" y="1472"/>
                    <a:pt x="8239" y="1160"/>
                    <a:pt x="8516" y="859"/>
                  </a:cubicBezTo>
                  <a:cubicBezTo>
                    <a:pt x="8527" y="846"/>
                    <a:pt x="8540" y="834"/>
                    <a:pt x="8551" y="821"/>
                  </a:cubicBezTo>
                  <a:cubicBezTo>
                    <a:pt x="8529" y="769"/>
                    <a:pt x="8490" y="725"/>
                    <a:pt x="8389" y="696"/>
                  </a:cubicBezTo>
                  <a:cubicBezTo>
                    <a:pt x="8347" y="683"/>
                    <a:pt x="8309" y="677"/>
                    <a:pt x="8274" y="677"/>
                  </a:cubicBezTo>
                  <a:cubicBezTo>
                    <a:pt x="7995" y="677"/>
                    <a:pt x="7908" y="1038"/>
                    <a:pt x="7684" y="1165"/>
                  </a:cubicBezTo>
                  <a:cubicBezTo>
                    <a:pt x="7625" y="1198"/>
                    <a:pt x="7559" y="1212"/>
                    <a:pt x="7490" y="1212"/>
                  </a:cubicBezTo>
                  <a:cubicBezTo>
                    <a:pt x="7198" y="1212"/>
                    <a:pt x="6843" y="954"/>
                    <a:pt x="6706" y="746"/>
                  </a:cubicBezTo>
                  <a:cubicBezTo>
                    <a:pt x="6521" y="462"/>
                    <a:pt x="6509" y="0"/>
                    <a:pt x="6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91;p37">
              <a:extLst>
                <a:ext uri="{FF2B5EF4-FFF2-40B4-BE49-F238E27FC236}">
                  <a16:creationId xmlns:a16="http://schemas.microsoft.com/office/drawing/2014/main" id="{D6C9F236-7B89-52EF-5383-64F508BDD15B}"/>
                </a:ext>
              </a:extLst>
            </p:cNvPr>
            <p:cNvSpPr/>
            <p:nvPr/>
          </p:nvSpPr>
          <p:spPr>
            <a:xfrm>
              <a:off x="4806933" y="2095320"/>
              <a:ext cx="330117" cy="309440"/>
            </a:xfrm>
            <a:custGeom>
              <a:avLst/>
              <a:gdLst/>
              <a:ahLst/>
              <a:cxnLst/>
              <a:rect l="l" t="t" r="r" b="b"/>
              <a:pathLst>
                <a:path w="4771" h="4472" extrusionOk="0">
                  <a:moveTo>
                    <a:pt x="2570" y="1"/>
                  </a:moveTo>
                  <a:cubicBezTo>
                    <a:pt x="2481" y="120"/>
                    <a:pt x="2360" y="205"/>
                    <a:pt x="2241" y="288"/>
                  </a:cubicBezTo>
                  <a:cubicBezTo>
                    <a:pt x="2120" y="373"/>
                    <a:pt x="2006" y="453"/>
                    <a:pt x="1947" y="556"/>
                  </a:cubicBezTo>
                  <a:cubicBezTo>
                    <a:pt x="1935" y="577"/>
                    <a:pt x="1933" y="602"/>
                    <a:pt x="1930" y="641"/>
                  </a:cubicBezTo>
                  <a:cubicBezTo>
                    <a:pt x="1926" y="696"/>
                    <a:pt x="1919" y="763"/>
                    <a:pt x="1874" y="831"/>
                  </a:cubicBezTo>
                  <a:cubicBezTo>
                    <a:pt x="1813" y="918"/>
                    <a:pt x="1701" y="1005"/>
                    <a:pt x="1490" y="1005"/>
                  </a:cubicBezTo>
                  <a:cubicBezTo>
                    <a:pt x="1406" y="1005"/>
                    <a:pt x="1306" y="991"/>
                    <a:pt x="1187" y="958"/>
                  </a:cubicBezTo>
                  <a:cubicBezTo>
                    <a:pt x="1113" y="937"/>
                    <a:pt x="986" y="925"/>
                    <a:pt x="856" y="925"/>
                  </a:cubicBezTo>
                  <a:cubicBezTo>
                    <a:pt x="674" y="925"/>
                    <a:pt x="488" y="949"/>
                    <a:pt x="439" y="1010"/>
                  </a:cubicBezTo>
                  <a:cubicBezTo>
                    <a:pt x="435" y="1013"/>
                    <a:pt x="426" y="1025"/>
                    <a:pt x="451" y="1071"/>
                  </a:cubicBezTo>
                  <a:cubicBezTo>
                    <a:pt x="487" y="1138"/>
                    <a:pt x="523" y="1198"/>
                    <a:pt x="558" y="1254"/>
                  </a:cubicBezTo>
                  <a:cubicBezTo>
                    <a:pt x="658" y="1416"/>
                    <a:pt x="752" y="1568"/>
                    <a:pt x="770" y="1822"/>
                  </a:cubicBezTo>
                  <a:lnTo>
                    <a:pt x="776" y="1910"/>
                  </a:lnTo>
                  <a:lnTo>
                    <a:pt x="693" y="1937"/>
                  </a:lnTo>
                  <a:cubicBezTo>
                    <a:pt x="599" y="1966"/>
                    <a:pt x="501" y="1976"/>
                    <a:pt x="406" y="1985"/>
                  </a:cubicBezTo>
                  <a:cubicBezTo>
                    <a:pt x="250" y="2001"/>
                    <a:pt x="117" y="2015"/>
                    <a:pt x="42" y="2106"/>
                  </a:cubicBezTo>
                  <a:cubicBezTo>
                    <a:pt x="31" y="2120"/>
                    <a:pt x="15" y="2153"/>
                    <a:pt x="1" y="2189"/>
                  </a:cubicBezTo>
                  <a:cubicBezTo>
                    <a:pt x="249" y="2231"/>
                    <a:pt x="493" y="2308"/>
                    <a:pt x="727" y="2448"/>
                  </a:cubicBezTo>
                  <a:cubicBezTo>
                    <a:pt x="961" y="2587"/>
                    <a:pt x="1122" y="2835"/>
                    <a:pt x="1345" y="2992"/>
                  </a:cubicBezTo>
                  <a:cubicBezTo>
                    <a:pt x="1786" y="3303"/>
                    <a:pt x="2362" y="3171"/>
                    <a:pt x="2829" y="3383"/>
                  </a:cubicBezTo>
                  <a:cubicBezTo>
                    <a:pt x="3160" y="3533"/>
                    <a:pt x="3383" y="3756"/>
                    <a:pt x="3623" y="4013"/>
                  </a:cubicBezTo>
                  <a:cubicBezTo>
                    <a:pt x="3860" y="4269"/>
                    <a:pt x="4159" y="4371"/>
                    <a:pt x="4478" y="4471"/>
                  </a:cubicBezTo>
                  <a:cubicBezTo>
                    <a:pt x="4485" y="4456"/>
                    <a:pt x="4493" y="4440"/>
                    <a:pt x="4501" y="4426"/>
                  </a:cubicBezTo>
                  <a:cubicBezTo>
                    <a:pt x="4567" y="4303"/>
                    <a:pt x="4633" y="4181"/>
                    <a:pt x="4692" y="4057"/>
                  </a:cubicBezTo>
                  <a:cubicBezTo>
                    <a:pt x="4771" y="3892"/>
                    <a:pt x="4743" y="3714"/>
                    <a:pt x="4598" y="3460"/>
                  </a:cubicBezTo>
                  <a:cubicBezTo>
                    <a:pt x="4567" y="3405"/>
                    <a:pt x="4534" y="3356"/>
                    <a:pt x="4503" y="3311"/>
                  </a:cubicBezTo>
                  <a:cubicBezTo>
                    <a:pt x="4405" y="3168"/>
                    <a:pt x="4305" y="3019"/>
                    <a:pt x="4325" y="2768"/>
                  </a:cubicBezTo>
                  <a:cubicBezTo>
                    <a:pt x="4338" y="2619"/>
                    <a:pt x="4401" y="2493"/>
                    <a:pt x="4457" y="2380"/>
                  </a:cubicBezTo>
                  <a:cubicBezTo>
                    <a:pt x="4501" y="2293"/>
                    <a:pt x="4542" y="2208"/>
                    <a:pt x="4553" y="2126"/>
                  </a:cubicBezTo>
                  <a:cubicBezTo>
                    <a:pt x="4570" y="1987"/>
                    <a:pt x="4407" y="1758"/>
                    <a:pt x="4291" y="1720"/>
                  </a:cubicBezTo>
                  <a:cubicBezTo>
                    <a:pt x="4259" y="1709"/>
                    <a:pt x="4226" y="1706"/>
                    <a:pt x="4191" y="1706"/>
                  </a:cubicBezTo>
                  <a:cubicBezTo>
                    <a:pt x="4160" y="1706"/>
                    <a:pt x="4128" y="1708"/>
                    <a:pt x="4095" y="1711"/>
                  </a:cubicBezTo>
                  <a:cubicBezTo>
                    <a:pt x="4059" y="1714"/>
                    <a:pt x="4022" y="1717"/>
                    <a:pt x="3984" y="1717"/>
                  </a:cubicBezTo>
                  <a:cubicBezTo>
                    <a:pt x="3901" y="1717"/>
                    <a:pt x="3813" y="1702"/>
                    <a:pt x="3729" y="1639"/>
                  </a:cubicBezTo>
                  <a:cubicBezTo>
                    <a:pt x="3643" y="1574"/>
                    <a:pt x="3598" y="1494"/>
                    <a:pt x="3552" y="1416"/>
                  </a:cubicBezTo>
                  <a:lnTo>
                    <a:pt x="3533" y="1384"/>
                  </a:lnTo>
                  <a:cubicBezTo>
                    <a:pt x="3510" y="1344"/>
                    <a:pt x="3485" y="1301"/>
                    <a:pt x="3477" y="1295"/>
                  </a:cubicBezTo>
                  <a:cubicBezTo>
                    <a:pt x="3469" y="1290"/>
                    <a:pt x="3428" y="1282"/>
                    <a:pt x="3411" y="1279"/>
                  </a:cubicBezTo>
                  <a:cubicBezTo>
                    <a:pt x="3356" y="1268"/>
                    <a:pt x="3307" y="1267"/>
                    <a:pt x="3260" y="1267"/>
                  </a:cubicBezTo>
                  <a:cubicBezTo>
                    <a:pt x="3133" y="1265"/>
                    <a:pt x="2989" y="1265"/>
                    <a:pt x="2876" y="1052"/>
                  </a:cubicBezTo>
                  <a:cubicBezTo>
                    <a:pt x="2798" y="901"/>
                    <a:pt x="2707" y="646"/>
                    <a:pt x="2685" y="450"/>
                  </a:cubicBezTo>
                  <a:lnTo>
                    <a:pt x="2680" y="403"/>
                  </a:lnTo>
                  <a:cubicBezTo>
                    <a:pt x="2669" y="288"/>
                    <a:pt x="2649" y="72"/>
                    <a:pt x="2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92;p37">
              <a:extLst>
                <a:ext uri="{FF2B5EF4-FFF2-40B4-BE49-F238E27FC236}">
                  <a16:creationId xmlns:a16="http://schemas.microsoft.com/office/drawing/2014/main" id="{78971612-30FC-F547-7762-F753FABF303C}"/>
                </a:ext>
              </a:extLst>
            </p:cNvPr>
            <p:cNvSpPr/>
            <p:nvPr/>
          </p:nvSpPr>
          <p:spPr>
            <a:xfrm>
              <a:off x="6115080" y="1832249"/>
              <a:ext cx="604258" cy="175963"/>
            </a:xfrm>
            <a:custGeom>
              <a:avLst/>
              <a:gdLst/>
              <a:ahLst/>
              <a:cxnLst/>
              <a:rect l="l" t="t" r="r" b="b"/>
              <a:pathLst>
                <a:path w="8733" h="2543" extrusionOk="0">
                  <a:moveTo>
                    <a:pt x="1425" y="0"/>
                  </a:moveTo>
                  <a:cubicBezTo>
                    <a:pt x="1290" y="0"/>
                    <a:pt x="1170" y="49"/>
                    <a:pt x="1084" y="202"/>
                  </a:cubicBezTo>
                  <a:cubicBezTo>
                    <a:pt x="987" y="374"/>
                    <a:pt x="956" y="489"/>
                    <a:pt x="794" y="598"/>
                  </a:cubicBezTo>
                  <a:cubicBezTo>
                    <a:pt x="614" y="721"/>
                    <a:pt x="404" y="795"/>
                    <a:pt x="338" y="1020"/>
                  </a:cubicBezTo>
                  <a:cubicBezTo>
                    <a:pt x="295" y="1168"/>
                    <a:pt x="338" y="1298"/>
                    <a:pt x="250" y="1425"/>
                  </a:cubicBezTo>
                  <a:cubicBezTo>
                    <a:pt x="162" y="1552"/>
                    <a:pt x="0" y="1601"/>
                    <a:pt x="109" y="1778"/>
                  </a:cubicBezTo>
                  <a:cubicBezTo>
                    <a:pt x="193" y="1917"/>
                    <a:pt x="394" y="1964"/>
                    <a:pt x="599" y="1964"/>
                  </a:cubicBezTo>
                  <a:cubicBezTo>
                    <a:pt x="778" y="1964"/>
                    <a:pt x="961" y="1928"/>
                    <a:pt x="1072" y="1885"/>
                  </a:cubicBezTo>
                  <a:cubicBezTo>
                    <a:pt x="1191" y="1836"/>
                    <a:pt x="1347" y="1795"/>
                    <a:pt x="1497" y="1795"/>
                  </a:cubicBezTo>
                  <a:cubicBezTo>
                    <a:pt x="1600" y="1795"/>
                    <a:pt x="1700" y="1815"/>
                    <a:pt x="1782" y="1866"/>
                  </a:cubicBezTo>
                  <a:cubicBezTo>
                    <a:pt x="1916" y="1949"/>
                    <a:pt x="1956" y="2140"/>
                    <a:pt x="2040" y="2272"/>
                  </a:cubicBezTo>
                  <a:cubicBezTo>
                    <a:pt x="2172" y="2478"/>
                    <a:pt x="2430" y="2535"/>
                    <a:pt x="2676" y="2535"/>
                  </a:cubicBezTo>
                  <a:cubicBezTo>
                    <a:pt x="2799" y="2535"/>
                    <a:pt x="2919" y="2521"/>
                    <a:pt x="3020" y="2504"/>
                  </a:cubicBezTo>
                  <a:cubicBezTo>
                    <a:pt x="3145" y="2484"/>
                    <a:pt x="3269" y="2476"/>
                    <a:pt x="3393" y="2476"/>
                  </a:cubicBezTo>
                  <a:cubicBezTo>
                    <a:pt x="3760" y="2476"/>
                    <a:pt x="4125" y="2542"/>
                    <a:pt x="4494" y="2542"/>
                  </a:cubicBezTo>
                  <a:cubicBezTo>
                    <a:pt x="4530" y="2542"/>
                    <a:pt x="4566" y="2542"/>
                    <a:pt x="4602" y="2540"/>
                  </a:cubicBezTo>
                  <a:cubicBezTo>
                    <a:pt x="4869" y="2529"/>
                    <a:pt x="5153" y="2517"/>
                    <a:pt x="5275" y="2278"/>
                  </a:cubicBezTo>
                  <a:cubicBezTo>
                    <a:pt x="5335" y="2159"/>
                    <a:pt x="5348" y="1886"/>
                    <a:pt x="5424" y="1798"/>
                  </a:cubicBezTo>
                  <a:cubicBezTo>
                    <a:pt x="5520" y="1689"/>
                    <a:pt x="5670" y="1662"/>
                    <a:pt x="5834" y="1662"/>
                  </a:cubicBezTo>
                  <a:cubicBezTo>
                    <a:pt x="5992" y="1662"/>
                    <a:pt x="6162" y="1687"/>
                    <a:pt x="6306" y="1687"/>
                  </a:cubicBezTo>
                  <a:cubicBezTo>
                    <a:pt x="6367" y="1687"/>
                    <a:pt x="6422" y="1682"/>
                    <a:pt x="6471" y="1670"/>
                  </a:cubicBezTo>
                  <a:cubicBezTo>
                    <a:pt x="6583" y="1641"/>
                    <a:pt x="6689" y="1579"/>
                    <a:pt x="6805" y="1579"/>
                  </a:cubicBezTo>
                  <a:cubicBezTo>
                    <a:pt x="6835" y="1579"/>
                    <a:pt x="6866" y="1583"/>
                    <a:pt x="6897" y="1593"/>
                  </a:cubicBezTo>
                  <a:cubicBezTo>
                    <a:pt x="7064" y="1645"/>
                    <a:pt x="7180" y="1817"/>
                    <a:pt x="7363" y="1833"/>
                  </a:cubicBezTo>
                  <a:cubicBezTo>
                    <a:pt x="7421" y="1728"/>
                    <a:pt x="7405" y="1596"/>
                    <a:pt x="7462" y="1488"/>
                  </a:cubicBezTo>
                  <a:cubicBezTo>
                    <a:pt x="7539" y="1340"/>
                    <a:pt x="7722" y="1209"/>
                    <a:pt x="7870" y="1143"/>
                  </a:cubicBezTo>
                  <a:cubicBezTo>
                    <a:pt x="8016" y="1077"/>
                    <a:pt x="8218" y="1025"/>
                    <a:pt x="8372" y="994"/>
                  </a:cubicBezTo>
                  <a:cubicBezTo>
                    <a:pt x="8403" y="988"/>
                    <a:pt x="8438" y="986"/>
                    <a:pt x="8475" y="986"/>
                  </a:cubicBezTo>
                  <a:cubicBezTo>
                    <a:pt x="8502" y="986"/>
                    <a:pt x="8529" y="987"/>
                    <a:pt x="8556" y="987"/>
                  </a:cubicBezTo>
                  <a:cubicBezTo>
                    <a:pt x="8623" y="987"/>
                    <a:pt x="8687" y="983"/>
                    <a:pt x="8732" y="953"/>
                  </a:cubicBezTo>
                  <a:cubicBezTo>
                    <a:pt x="8695" y="834"/>
                    <a:pt x="8624" y="721"/>
                    <a:pt x="8609" y="597"/>
                  </a:cubicBezTo>
                  <a:cubicBezTo>
                    <a:pt x="8599" y="509"/>
                    <a:pt x="8651" y="407"/>
                    <a:pt x="8627" y="321"/>
                  </a:cubicBezTo>
                  <a:cubicBezTo>
                    <a:pt x="8590" y="189"/>
                    <a:pt x="8452" y="145"/>
                    <a:pt x="8341" y="145"/>
                  </a:cubicBezTo>
                  <a:cubicBezTo>
                    <a:pt x="8306" y="145"/>
                    <a:pt x="8275" y="149"/>
                    <a:pt x="8249" y="156"/>
                  </a:cubicBezTo>
                  <a:cubicBezTo>
                    <a:pt x="8163" y="156"/>
                    <a:pt x="8076" y="157"/>
                    <a:pt x="7990" y="157"/>
                  </a:cubicBezTo>
                  <a:cubicBezTo>
                    <a:pt x="7753" y="157"/>
                    <a:pt x="7517" y="156"/>
                    <a:pt x="7281" y="156"/>
                  </a:cubicBezTo>
                  <a:cubicBezTo>
                    <a:pt x="7194" y="156"/>
                    <a:pt x="7108" y="156"/>
                    <a:pt x="7021" y="156"/>
                  </a:cubicBezTo>
                  <a:cubicBezTo>
                    <a:pt x="7019" y="156"/>
                    <a:pt x="7017" y="156"/>
                    <a:pt x="7015" y="156"/>
                  </a:cubicBezTo>
                  <a:cubicBezTo>
                    <a:pt x="6753" y="156"/>
                    <a:pt x="6528" y="52"/>
                    <a:pt x="6271" y="24"/>
                  </a:cubicBezTo>
                  <a:cubicBezTo>
                    <a:pt x="6120" y="8"/>
                    <a:pt x="5966" y="2"/>
                    <a:pt x="5811" y="2"/>
                  </a:cubicBezTo>
                  <a:cubicBezTo>
                    <a:pt x="5360" y="2"/>
                    <a:pt x="4899" y="57"/>
                    <a:pt x="4461" y="92"/>
                  </a:cubicBezTo>
                  <a:cubicBezTo>
                    <a:pt x="3901" y="136"/>
                    <a:pt x="3325" y="172"/>
                    <a:pt x="2755" y="172"/>
                  </a:cubicBezTo>
                  <a:cubicBezTo>
                    <a:pt x="2558" y="172"/>
                    <a:pt x="2361" y="167"/>
                    <a:pt x="2167" y="158"/>
                  </a:cubicBezTo>
                  <a:cubicBezTo>
                    <a:pt x="1939" y="147"/>
                    <a:pt x="1659" y="0"/>
                    <a:pt x="1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93;p37">
              <a:extLst>
                <a:ext uri="{FF2B5EF4-FFF2-40B4-BE49-F238E27FC236}">
                  <a16:creationId xmlns:a16="http://schemas.microsoft.com/office/drawing/2014/main" id="{3E8A76D9-3769-C9A4-6A26-9A69837577F3}"/>
                </a:ext>
              </a:extLst>
            </p:cNvPr>
            <p:cNvSpPr/>
            <p:nvPr/>
          </p:nvSpPr>
          <p:spPr>
            <a:xfrm>
              <a:off x="6776487" y="1926766"/>
              <a:ext cx="88843" cy="51827"/>
            </a:xfrm>
            <a:custGeom>
              <a:avLst/>
              <a:gdLst/>
              <a:ahLst/>
              <a:cxnLst/>
              <a:rect l="l" t="t" r="r" b="b"/>
              <a:pathLst>
                <a:path w="1284" h="749" extrusionOk="0">
                  <a:moveTo>
                    <a:pt x="651" y="0"/>
                  </a:moveTo>
                  <a:cubicBezTo>
                    <a:pt x="635" y="0"/>
                    <a:pt x="620" y="2"/>
                    <a:pt x="605" y="6"/>
                  </a:cubicBezTo>
                  <a:cubicBezTo>
                    <a:pt x="569" y="15"/>
                    <a:pt x="565" y="58"/>
                    <a:pt x="525" y="70"/>
                  </a:cubicBezTo>
                  <a:cubicBezTo>
                    <a:pt x="516" y="73"/>
                    <a:pt x="505" y="74"/>
                    <a:pt x="494" y="74"/>
                  </a:cubicBezTo>
                  <a:cubicBezTo>
                    <a:pt x="464" y="74"/>
                    <a:pt x="436" y="63"/>
                    <a:pt x="447" y="39"/>
                  </a:cubicBezTo>
                  <a:lnTo>
                    <a:pt x="447" y="39"/>
                  </a:lnTo>
                  <a:cubicBezTo>
                    <a:pt x="335" y="42"/>
                    <a:pt x="221" y="94"/>
                    <a:pt x="110" y="94"/>
                  </a:cubicBezTo>
                  <a:cubicBezTo>
                    <a:pt x="73" y="94"/>
                    <a:pt x="36" y="88"/>
                    <a:pt x="0" y="73"/>
                  </a:cubicBezTo>
                  <a:lnTo>
                    <a:pt x="0" y="73"/>
                  </a:lnTo>
                  <a:cubicBezTo>
                    <a:pt x="27" y="196"/>
                    <a:pt x="121" y="238"/>
                    <a:pt x="224" y="296"/>
                  </a:cubicBezTo>
                  <a:cubicBezTo>
                    <a:pt x="340" y="360"/>
                    <a:pt x="367" y="483"/>
                    <a:pt x="458" y="575"/>
                  </a:cubicBezTo>
                  <a:cubicBezTo>
                    <a:pt x="527" y="644"/>
                    <a:pt x="704" y="748"/>
                    <a:pt x="831" y="748"/>
                  </a:cubicBezTo>
                  <a:cubicBezTo>
                    <a:pt x="875" y="748"/>
                    <a:pt x="912" y="736"/>
                    <a:pt x="938" y="707"/>
                  </a:cubicBezTo>
                  <a:cubicBezTo>
                    <a:pt x="958" y="683"/>
                    <a:pt x="938" y="628"/>
                    <a:pt x="960" y="600"/>
                  </a:cubicBezTo>
                  <a:cubicBezTo>
                    <a:pt x="1031" y="512"/>
                    <a:pt x="1206" y="567"/>
                    <a:pt x="1283" y="478"/>
                  </a:cubicBezTo>
                  <a:cubicBezTo>
                    <a:pt x="1234" y="415"/>
                    <a:pt x="1145" y="335"/>
                    <a:pt x="1071" y="305"/>
                  </a:cubicBezTo>
                  <a:cubicBezTo>
                    <a:pt x="1020" y="283"/>
                    <a:pt x="943" y="298"/>
                    <a:pt x="896" y="266"/>
                  </a:cubicBezTo>
                  <a:cubicBezTo>
                    <a:pt x="817" y="216"/>
                    <a:pt x="842" y="128"/>
                    <a:pt x="794" y="65"/>
                  </a:cubicBezTo>
                  <a:cubicBezTo>
                    <a:pt x="762" y="24"/>
                    <a:pt x="706" y="0"/>
                    <a:pt x="6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7">
            <a:extLst>
              <a:ext uri="{FF2B5EF4-FFF2-40B4-BE49-F238E27FC236}">
                <a16:creationId xmlns:a16="http://schemas.microsoft.com/office/drawing/2014/main" id="{BC488A08-6858-B0F5-4076-5CEAD9CACD38}"/>
              </a:ext>
            </a:extLst>
          </p:cNvPr>
          <p:cNvSpPr txBox="1"/>
          <p:nvPr/>
        </p:nvSpPr>
        <p:spPr>
          <a:xfrm>
            <a:off x="5755598" y="2444696"/>
            <a:ext cx="52363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Menganalisis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keandalan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pada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 Wilayah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endParaRPr lang="en-ID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Menganalisis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perhitungan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pengelompokan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beban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terdapat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pada Wilayah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endParaRPr lang="en-ID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Menganalisis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topologi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jaringan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digunakan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pada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 wilayah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endParaRPr lang="en-ID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Mempertimbangkan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" name="Kotak Teks 4">
            <a:extLst>
              <a:ext uri="{FF2B5EF4-FFF2-40B4-BE49-F238E27FC236}">
                <a16:creationId xmlns:a16="http://schemas.microsoft.com/office/drawing/2014/main" id="{395364DC-F6A0-4E07-AACA-D4CF02843865}"/>
              </a:ext>
            </a:extLst>
          </p:cNvPr>
          <p:cNvSpPr txBox="1"/>
          <p:nvPr/>
        </p:nvSpPr>
        <p:spPr>
          <a:xfrm>
            <a:off x="12890501" y="-1040637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Perencanaan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efisien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sangat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penting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untuk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memenuhi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kebutuhan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energi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pada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semakin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meningkat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Seiring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bertambahnya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jumlah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penduduk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pesatnya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perkembangan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industri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kebutuhan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pun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semakin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meningkat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Tanpa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perencanaan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tepat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sangatlah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berisiko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mengalami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pemadaman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kekurangan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pasokan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kegagalan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Oleh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karena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itu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perencanaan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efisien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terencana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sangat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penting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untuk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menjamin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keandalan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ketersediaan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pasokan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memadai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n-US" sz="1200" dirty="0">
              <a:latin typeface="Montserrat" pitchFamily="2" charset="77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E7390D44-0DAD-772E-E318-02E6B815C83A}"/>
              </a:ext>
            </a:extLst>
          </p:cNvPr>
          <p:cNvSpPr txBox="1"/>
          <p:nvPr/>
        </p:nvSpPr>
        <p:spPr>
          <a:xfrm>
            <a:off x="12890501" y="3581130"/>
            <a:ext cx="52363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Lingkup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Menganalisis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jatuh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rugi-rugi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keandalan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dianalisis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lanjut</a:t>
            </a: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terbarukan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PV,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Mengelompokkan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beban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penganalisisan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kelayakan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menilai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potensi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terbarukan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simulasi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aliran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jatuh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rugi-rugi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6787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86;p25">
            <a:extLst>
              <a:ext uri="{FF2B5EF4-FFF2-40B4-BE49-F238E27FC236}">
                <a16:creationId xmlns:a16="http://schemas.microsoft.com/office/drawing/2014/main" id="{5B3F021F-DA15-AD4F-2888-940CFA23D087}"/>
              </a:ext>
            </a:extLst>
          </p:cNvPr>
          <p:cNvSpPr txBox="1">
            <a:spLocks/>
          </p:cNvSpPr>
          <p:nvPr/>
        </p:nvSpPr>
        <p:spPr>
          <a:xfrm>
            <a:off x="543598" y="889764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Lingkup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dan </a:t>
            </a: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Metodologi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Persegi Panjang: Sudut Lengkung 6">
            <a:extLst>
              <a:ext uri="{FF2B5EF4-FFF2-40B4-BE49-F238E27FC236}">
                <a16:creationId xmlns:a16="http://schemas.microsoft.com/office/drawing/2014/main" id="{4AF364BA-F9E6-960E-B0AD-58F12E908F77}"/>
              </a:ext>
            </a:extLst>
          </p:cNvPr>
          <p:cNvSpPr/>
          <p:nvPr/>
        </p:nvSpPr>
        <p:spPr>
          <a:xfrm>
            <a:off x="4116" y="6743697"/>
            <a:ext cx="3708399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Latar</a:t>
            </a:r>
            <a:r>
              <a:rPr lang="en-US" sz="28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800" dirty="0" err="1">
                <a:latin typeface="Arima" panose="020B0604020202020204" charset="0"/>
                <a:cs typeface="Arima" panose="020B0604020202020204" charset="0"/>
              </a:rPr>
              <a:t>Belakang</a:t>
            </a:r>
            <a:endParaRPr lang="en-ID" sz="28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8" name="Persegi Panjang: Sudut Lengkung 7">
            <a:extLst>
              <a:ext uri="{FF2B5EF4-FFF2-40B4-BE49-F238E27FC236}">
                <a16:creationId xmlns:a16="http://schemas.microsoft.com/office/drawing/2014/main" id="{8B0CF616-22A2-C328-3CCB-ED5D59B35E07}"/>
              </a:ext>
            </a:extLst>
          </p:cNvPr>
          <p:cNvSpPr/>
          <p:nvPr/>
        </p:nvSpPr>
        <p:spPr>
          <a:xfrm>
            <a:off x="4241799" y="6246409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Lingkup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dan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Metodologi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9" name="Persegi Panjang: Sudut Lengkung 8">
            <a:extLst>
              <a:ext uri="{FF2B5EF4-FFF2-40B4-BE49-F238E27FC236}">
                <a16:creationId xmlns:a16="http://schemas.microsoft.com/office/drawing/2014/main" id="{F79350FD-2AD2-BA36-0373-62844E21531A}"/>
              </a:ext>
            </a:extLst>
          </p:cNvPr>
          <p:cNvSpPr/>
          <p:nvPr/>
        </p:nvSpPr>
        <p:spPr>
          <a:xfrm>
            <a:off x="8492184" y="6743697"/>
            <a:ext cx="3708400" cy="160337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Tujuan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Perencanaan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grpSp>
        <p:nvGrpSpPr>
          <p:cNvPr id="21" name="Google Shape;885;p37">
            <a:extLst>
              <a:ext uri="{FF2B5EF4-FFF2-40B4-BE49-F238E27FC236}">
                <a16:creationId xmlns:a16="http://schemas.microsoft.com/office/drawing/2014/main" id="{916E8EF6-94E4-8F7A-40C0-8BA80E6EFBFC}"/>
              </a:ext>
            </a:extLst>
          </p:cNvPr>
          <p:cNvGrpSpPr/>
          <p:nvPr/>
        </p:nvGrpSpPr>
        <p:grpSpPr>
          <a:xfrm>
            <a:off x="680228" y="3027308"/>
            <a:ext cx="4125686" cy="1330431"/>
            <a:chOff x="2813024" y="1368725"/>
            <a:chExt cx="4108430" cy="1324866"/>
          </a:xfrm>
        </p:grpSpPr>
        <p:sp>
          <p:nvSpPr>
            <p:cNvPr id="22" name="Google Shape;886;p37">
              <a:extLst>
                <a:ext uri="{FF2B5EF4-FFF2-40B4-BE49-F238E27FC236}">
                  <a16:creationId xmlns:a16="http://schemas.microsoft.com/office/drawing/2014/main" id="{CD5F6224-F03C-984F-33AF-E1EA8308AE9C}"/>
                </a:ext>
              </a:extLst>
            </p:cNvPr>
            <p:cNvSpPr/>
            <p:nvPr/>
          </p:nvSpPr>
          <p:spPr>
            <a:xfrm>
              <a:off x="4174033" y="1618927"/>
              <a:ext cx="1336937" cy="796434"/>
            </a:xfrm>
            <a:custGeom>
              <a:avLst/>
              <a:gdLst/>
              <a:ahLst/>
              <a:cxnLst/>
              <a:rect l="l" t="t" r="r" b="b"/>
              <a:pathLst>
                <a:path w="19322" h="11510" extrusionOk="0">
                  <a:moveTo>
                    <a:pt x="15900" y="0"/>
                  </a:moveTo>
                  <a:cubicBezTo>
                    <a:pt x="15898" y="0"/>
                    <a:pt x="15896" y="0"/>
                    <a:pt x="15894" y="0"/>
                  </a:cubicBezTo>
                  <a:cubicBezTo>
                    <a:pt x="15419" y="16"/>
                    <a:pt x="15160" y="924"/>
                    <a:pt x="14995" y="1277"/>
                  </a:cubicBezTo>
                  <a:cubicBezTo>
                    <a:pt x="14909" y="1456"/>
                    <a:pt x="14846" y="1627"/>
                    <a:pt x="14644" y="1680"/>
                  </a:cubicBezTo>
                  <a:cubicBezTo>
                    <a:pt x="14357" y="1755"/>
                    <a:pt x="14067" y="1682"/>
                    <a:pt x="13797" y="1832"/>
                  </a:cubicBezTo>
                  <a:cubicBezTo>
                    <a:pt x="13595" y="1945"/>
                    <a:pt x="13545" y="2121"/>
                    <a:pt x="13386" y="2278"/>
                  </a:cubicBezTo>
                  <a:cubicBezTo>
                    <a:pt x="13168" y="2493"/>
                    <a:pt x="12897" y="2555"/>
                    <a:pt x="12608" y="2599"/>
                  </a:cubicBezTo>
                  <a:cubicBezTo>
                    <a:pt x="11898" y="2704"/>
                    <a:pt x="11182" y="2626"/>
                    <a:pt x="10575" y="3070"/>
                  </a:cubicBezTo>
                  <a:cubicBezTo>
                    <a:pt x="10362" y="3225"/>
                    <a:pt x="10175" y="3365"/>
                    <a:pt x="9902" y="3388"/>
                  </a:cubicBezTo>
                  <a:cubicBezTo>
                    <a:pt x="9880" y="3390"/>
                    <a:pt x="9858" y="3391"/>
                    <a:pt x="9836" y="3391"/>
                  </a:cubicBezTo>
                  <a:cubicBezTo>
                    <a:pt x="9541" y="3391"/>
                    <a:pt x="9319" y="3204"/>
                    <a:pt x="9037" y="3150"/>
                  </a:cubicBezTo>
                  <a:cubicBezTo>
                    <a:pt x="8959" y="3135"/>
                    <a:pt x="8878" y="3133"/>
                    <a:pt x="8796" y="3133"/>
                  </a:cubicBezTo>
                  <a:cubicBezTo>
                    <a:pt x="8745" y="3133"/>
                    <a:pt x="8693" y="3134"/>
                    <a:pt x="8641" y="3134"/>
                  </a:cubicBezTo>
                  <a:cubicBezTo>
                    <a:pt x="8515" y="3134"/>
                    <a:pt x="8390" y="3127"/>
                    <a:pt x="8273" y="3082"/>
                  </a:cubicBezTo>
                  <a:cubicBezTo>
                    <a:pt x="8020" y="2987"/>
                    <a:pt x="7896" y="2715"/>
                    <a:pt x="7642" y="2620"/>
                  </a:cubicBezTo>
                  <a:cubicBezTo>
                    <a:pt x="7549" y="2585"/>
                    <a:pt x="7393" y="2562"/>
                    <a:pt x="7258" y="2562"/>
                  </a:cubicBezTo>
                  <a:cubicBezTo>
                    <a:pt x="7190" y="2562"/>
                    <a:pt x="7128" y="2568"/>
                    <a:pt x="7081" y="2580"/>
                  </a:cubicBezTo>
                  <a:cubicBezTo>
                    <a:pt x="6914" y="2626"/>
                    <a:pt x="6919" y="2685"/>
                    <a:pt x="6803" y="2825"/>
                  </a:cubicBezTo>
                  <a:cubicBezTo>
                    <a:pt x="6627" y="3037"/>
                    <a:pt x="6491" y="2988"/>
                    <a:pt x="6240" y="3065"/>
                  </a:cubicBezTo>
                  <a:cubicBezTo>
                    <a:pt x="6027" y="3034"/>
                    <a:pt x="5846" y="3034"/>
                    <a:pt x="5644" y="2949"/>
                  </a:cubicBezTo>
                  <a:cubicBezTo>
                    <a:pt x="5482" y="2882"/>
                    <a:pt x="5374" y="2743"/>
                    <a:pt x="5219" y="2670"/>
                  </a:cubicBezTo>
                  <a:cubicBezTo>
                    <a:pt x="5009" y="2572"/>
                    <a:pt x="4775" y="2558"/>
                    <a:pt x="4541" y="2558"/>
                  </a:cubicBezTo>
                  <a:cubicBezTo>
                    <a:pt x="4455" y="2558"/>
                    <a:pt x="4369" y="2560"/>
                    <a:pt x="4284" y="2560"/>
                  </a:cubicBezTo>
                  <a:cubicBezTo>
                    <a:pt x="4243" y="2560"/>
                    <a:pt x="4202" y="2560"/>
                    <a:pt x="4162" y="2558"/>
                  </a:cubicBezTo>
                  <a:cubicBezTo>
                    <a:pt x="4142" y="2327"/>
                    <a:pt x="3937" y="2261"/>
                    <a:pt x="3716" y="2261"/>
                  </a:cubicBezTo>
                  <a:cubicBezTo>
                    <a:pt x="3571" y="2261"/>
                    <a:pt x="3419" y="2290"/>
                    <a:pt x="3308" y="2318"/>
                  </a:cubicBezTo>
                  <a:cubicBezTo>
                    <a:pt x="2951" y="2410"/>
                    <a:pt x="2699" y="2607"/>
                    <a:pt x="2318" y="2607"/>
                  </a:cubicBezTo>
                  <a:cubicBezTo>
                    <a:pt x="2296" y="2607"/>
                    <a:pt x="2274" y="2607"/>
                    <a:pt x="2251" y="2605"/>
                  </a:cubicBezTo>
                  <a:cubicBezTo>
                    <a:pt x="2093" y="2594"/>
                    <a:pt x="1992" y="2532"/>
                    <a:pt x="1926" y="2434"/>
                  </a:cubicBezTo>
                  <a:cubicBezTo>
                    <a:pt x="1856" y="2491"/>
                    <a:pt x="1765" y="2525"/>
                    <a:pt x="1683" y="2557"/>
                  </a:cubicBezTo>
                  <a:lnTo>
                    <a:pt x="1611" y="2585"/>
                  </a:lnTo>
                  <a:cubicBezTo>
                    <a:pt x="1404" y="2668"/>
                    <a:pt x="1404" y="2668"/>
                    <a:pt x="1424" y="2880"/>
                  </a:cubicBezTo>
                  <a:cubicBezTo>
                    <a:pt x="1429" y="2914"/>
                    <a:pt x="1432" y="2951"/>
                    <a:pt x="1435" y="2991"/>
                  </a:cubicBezTo>
                  <a:cubicBezTo>
                    <a:pt x="1445" y="3101"/>
                    <a:pt x="1467" y="3208"/>
                    <a:pt x="1489" y="3321"/>
                  </a:cubicBezTo>
                  <a:cubicBezTo>
                    <a:pt x="1517" y="3452"/>
                    <a:pt x="1544" y="3589"/>
                    <a:pt x="1550" y="3732"/>
                  </a:cubicBezTo>
                  <a:lnTo>
                    <a:pt x="1553" y="3790"/>
                  </a:lnTo>
                  <a:cubicBezTo>
                    <a:pt x="1561" y="3943"/>
                    <a:pt x="1572" y="4118"/>
                    <a:pt x="1308" y="4190"/>
                  </a:cubicBezTo>
                  <a:cubicBezTo>
                    <a:pt x="1257" y="4203"/>
                    <a:pt x="1210" y="4206"/>
                    <a:pt x="1170" y="4206"/>
                  </a:cubicBezTo>
                  <a:cubicBezTo>
                    <a:pt x="1158" y="4206"/>
                    <a:pt x="1147" y="4206"/>
                    <a:pt x="1136" y="4205"/>
                  </a:cubicBezTo>
                  <a:cubicBezTo>
                    <a:pt x="1090" y="4205"/>
                    <a:pt x="1064" y="4205"/>
                    <a:pt x="1040" y="4215"/>
                  </a:cubicBezTo>
                  <a:cubicBezTo>
                    <a:pt x="1014" y="4227"/>
                    <a:pt x="982" y="4257"/>
                    <a:pt x="949" y="4287"/>
                  </a:cubicBezTo>
                  <a:cubicBezTo>
                    <a:pt x="901" y="4334"/>
                    <a:pt x="846" y="4386"/>
                    <a:pt x="772" y="4416"/>
                  </a:cubicBezTo>
                  <a:cubicBezTo>
                    <a:pt x="707" y="4440"/>
                    <a:pt x="644" y="4448"/>
                    <a:pt x="584" y="4448"/>
                  </a:cubicBezTo>
                  <a:cubicBezTo>
                    <a:pt x="530" y="4448"/>
                    <a:pt x="477" y="4442"/>
                    <a:pt x="428" y="4436"/>
                  </a:cubicBezTo>
                  <a:cubicBezTo>
                    <a:pt x="384" y="4430"/>
                    <a:pt x="341" y="4425"/>
                    <a:pt x="300" y="4425"/>
                  </a:cubicBezTo>
                  <a:cubicBezTo>
                    <a:pt x="273" y="4425"/>
                    <a:pt x="246" y="4427"/>
                    <a:pt x="221" y="4434"/>
                  </a:cubicBezTo>
                  <a:cubicBezTo>
                    <a:pt x="163" y="4450"/>
                    <a:pt x="163" y="4450"/>
                    <a:pt x="154" y="4555"/>
                  </a:cubicBezTo>
                  <a:cubicBezTo>
                    <a:pt x="152" y="4591"/>
                    <a:pt x="148" y="4630"/>
                    <a:pt x="141" y="4674"/>
                  </a:cubicBezTo>
                  <a:cubicBezTo>
                    <a:pt x="132" y="4726"/>
                    <a:pt x="138" y="4787"/>
                    <a:pt x="143" y="4853"/>
                  </a:cubicBezTo>
                  <a:cubicBezTo>
                    <a:pt x="149" y="4932"/>
                    <a:pt x="156" y="5013"/>
                    <a:pt x="138" y="5090"/>
                  </a:cubicBezTo>
                  <a:cubicBezTo>
                    <a:pt x="116" y="5186"/>
                    <a:pt x="68" y="5248"/>
                    <a:pt x="32" y="5294"/>
                  </a:cubicBezTo>
                  <a:cubicBezTo>
                    <a:pt x="21" y="5310"/>
                    <a:pt x="2" y="5333"/>
                    <a:pt x="0" y="5341"/>
                  </a:cubicBezTo>
                  <a:cubicBezTo>
                    <a:pt x="0" y="5341"/>
                    <a:pt x="3" y="5361"/>
                    <a:pt x="47" y="5413"/>
                  </a:cubicBezTo>
                  <a:cubicBezTo>
                    <a:pt x="112" y="5488"/>
                    <a:pt x="218" y="5531"/>
                    <a:pt x="320" y="5572"/>
                  </a:cubicBezTo>
                  <a:lnTo>
                    <a:pt x="342" y="5581"/>
                  </a:lnTo>
                  <a:cubicBezTo>
                    <a:pt x="403" y="5604"/>
                    <a:pt x="488" y="5617"/>
                    <a:pt x="571" y="5630"/>
                  </a:cubicBezTo>
                  <a:cubicBezTo>
                    <a:pt x="687" y="5645"/>
                    <a:pt x="806" y="5663"/>
                    <a:pt x="901" y="5716"/>
                  </a:cubicBezTo>
                  <a:cubicBezTo>
                    <a:pt x="1258" y="5918"/>
                    <a:pt x="1126" y="6244"/>
                    <a:pt x="1031" y="6483"/>
                  </a:cubicBezTo>
                  <a:cubicBezTo>
                    <a:pt x="985" y="6594"/>
                    <a:pt x="938" y="6710"/>
                    <a:pt x="943" y="6798"/>
                  </a:cubicBezTo>
                  <a:cubicBezTo>
                    <a:pt x="949" y="6914"/>
                    <a:pt x="996" y="7046"/>
                    <a:pt x="1043" y="7175"/>
                  </a:cubicBezTo>
                  <a:cubicBezTo>
                    <a:pt x="1067" y="7240"/>
                    <a:pt x="1089" y="7305"/>
                    <a:pt x="1108" y="7368"/>
                  </a:cubicBezTo>
                  <a:cubicBezTo>
                    <a:pt x="1126" y="7432"/>
                    <a:pt x="1142" y="7498"/>
                    <a:pt x="1159" y="7564"/>
                  </a:cubicBezTo>
                  <a:cubicBezTo>
                    <a:pt x="1188" y="7683"/>
                    <a:pt x="1219" y="7805"/>
                    <a:pt x="1261" y="7910"/>
                  </a:cubicBezTo>
                  <a:cubicBezTo>
                    <a:pt x="1299" y="8001"/>
                    <a:pt x="1341" y="8078"/>
                    <a:pt x="1384" y="8150"/>
                  </a:cubicBezTo>
                  <a:cubicBezTo>
                    <a:pt x="1424" y="8224"/>
                    <a:pt x="1464" y="8295"/>
                    <a:pt x="1490" y="8371"/>
                  </a:cubicBezTo>
                  <a:cubicBezTo>
                    <a:pt x="1545" y="8387"/>
                    <a:pt x="1602" y="8404"/>
                    <a:pt x="1658" y="8423"/>
                  </a:cubicBezTo>
                  <a:cubicBezTo>
                    <a:pt x="2072" y="8564"/>
                    <a:pt x="2557" y="8602"/>
                    <a:pt x="2935" y="8826"/>
                  </a:cubicBezTo>
                  <a:cubicBezTo>
                    <a:pt x="3126" y="8939"/>
                    <a:pt x="3159" y="9112"/>
                    <a:pt x="3313" y="9295"/>
                  </a:cubicBezTo>
                  <a:cubicBezTo>
                    <a:pt x="3465" y="9476"/>
                    <a:pt x="3762" y="9634"/>
                    <a:pt x="4027" y="9634"/>
                  </a:cubicBezTo>
                  <a:cubicBezTo>
                    <a:pt x="4107" y="9634"/>
                    <a:pt x="4183" y="9620"/>
                    <a:pt x="4253" y="9589"/>
                  </a:cubicBezTo>
                  <a:cubicBezTo>
                    <a:pt x="4504" y="9476"/>
                    <a:pt x="4449" y="9272"/>
                    <a:pt x="4536" y="9066"/>
                  </a:cubicBezTo>
                  <a:cubicBezTo>
                    <a:pt x="4544" y="9066"/>
                    <a:pt x="4552" y="9066"/>
                    <a:pt x="4560" y="9066"/>
                  </a:cubicBezTo>
                  <a:cubicBezTo>
                    <a:pt x="4589" y="9066"/>
                    <a:pt x="4619" y="9066"/>
                    <a:pt x="4651" y="9066"/>
                  </a:cubicBezTo>
                  <a:cubicBezTo>
                    <a:pt x="4851" y="9066"/>
                    <a:pt x="5107" y="9055"/>
                    <a:pt x="5212" y="8897"/>
                  </a:cubicBezTo>
                  <a:cubicBezTo>
                    <a:pt x="5313" y="8746"/>
                    <a:pt x="5202" y="8651"/>
                    <a:pt x="5361" y="8560"/>
                  </a:cubicBezTo>
                  <a:cubicBezTo>
                    <a:pt x="5385" y="8546"/>
                    <a:pt x="5427" y="8542"/>
                    <a:pt x="5477" y="8542"/>
                  </a:cubicBezTo>
                  <a:cubicBezTo>
                    <a:pt x="5579" y="8542"/>
                    <a:pt x="5710" y="8561"/>
                    <a:pt x="5760" y="8561"/>
                  </a:cubicBezTo>
                  <a:cubicBezTo>
                    <a:pt x="5915" y="8561"/>
                    <a:pt x="6112" y="8541"/>
                    <a:pt x="6299" y="8541"/>
                  </a:cubicBezTo>
                  <a:cubicBezTo>
                    <a:pt x="6428" y="8541"/>
                    <a:pt x="6551" y="8550"/>
                    <a:pt x="6652" y="8583"/>
                  </a:cubicBezTo>
                  <a:cubicBezTo>
                    <a:pt x="6739" y="8611"/>
                    <a:pt x="6743" y="8647"/>
                    <a:pt x="6833" y="8702"/>
                  </a:cubicBezTo>
                  <a:cubicBezTo>
                    <a:pt x="7043" y="8831"/>
                    <a:pt x="7244" y="8894"/>
                    <a:pt x="7490" y="8939"/>
                  </a:cubicBezTo>
                  <a:cubicBezTo>
                    <a:pt x="7961" y="9029"/>
                    <a:pt x="8447" y="8996"/>
                    <a:pt x="8917" y="9044"/>
                  </a:cubicBezTo>
                  <a:cubicBezTo>
                    <a:pt x="8949" y="8966"/>
                    <a:pt x="8977" y="8895"/>
                    <a:pt x="9015" y="8848"/>
                  </a:cubicBezTo>
                  <a:cubicBezTo>
                    <a:pt x="9148" y="8685"/>
                    <a:pt x="9352" y="8665"/>
                    <a:pt x="9531" y="8647"/>
                  </a:cubicBezTo>
                  <a:cubicBezTo>
                    <a:pt x="9582" y="8643"/>
                    <a:pt x="9634" y="8636"/>
                    <a:pt x="9681" y="8629"/>
                  </a:cubicBezTo>
                  <a:cubicBezTo>
                    <a:pt x="9655" y="8484"/>
                    <a:pt x="9593" y="8385"/>
                    <a:pt x="9515" y="8257"/>
                  </a:cubicBezTo>
                  <a:cubicBezTo>
                    <a:pt x="9477" y="8197"/>
                    <a:pt x="9438" y="8135"/>
                    <a:pt x="9399" y="8061"/>
                  </a:cubicBezTo>
                  <a:cubicBezTo>
                    <a:pt x="9317" y="7907"/>
                    <a:pt x="9372" y="7802"/>
                    <a:pt x="9411" y="7753"/>
                  </a:cubicBezTo>
                  <a:cubicBezTo>
                    <a:pt x="9518" y="7621"/>
                    <a:pt x="9762" y="7585"/>
                    <a:pt x="9982" y="7585"/>
                  </a:cubicBezTo>
                  <a:cubicBezTo>
                    <a:pt x="10168" y="7585"/>
                    <a:pt x="10337" y="7611"/>
                    <a:pt x="10395" y="7626"/>
                  </a:cubicBezTo>
                  <a:cubicBezTo>
                    <a:pt x="10472" y="7648"/>
                    <a:pt x="10561" y="7667"/>
                    <a:pt x="10640" y="7667"/>
                  </a:cubicBezTo>
                  <a:cubicBezTo>
                    <a:pt x="10723" y="7667"/>
                    <a:pt x="10796" y="7647"/>
                    <a:pt x="10836" y="7589"/>
                  </a:cubicBezTo>
                  <a:cubicBezTo>
                    <a:pt x="10847" y="7571"/>
                    <a:pt x="10850" y="7548"/>
                    <a:pt x="10853" y="7507"/>
                  </a:cubicBezTo>
                  <a:cubicBezTo>
                    <a:pt x="10858" y="7457"/>
                    <a:pt x="10862" y="7396"/>
                    <a:pt x="10898" y="7331"/>
                  </a:cubicBezTo>
                  <a:cubicBezTo>
                    <a:pt x="10982" y="7182"/>
                    <a:pt x="11123" y="7084"/>
                    <a:pt x="11259" y="6989"/>
                  </a:cubicBezTo>
                  <a:cubicBezTo>
                    <a:pt x="11388" y="6899"/>
                    <a:pt x="11509" y="6814"/>
                    <a:pt x="11570" y="6698"/>
                  </a:cubicBezTo>
                  <a:lnTo>
                    <a:pt x="11603" y="6635"/>
                  </a:lnTo>
                  <a:lnTo>
                    <a:pt x="11675" y="6638"/>
                  </a:lnTo>
                  <a:cubicBezTo>
                    <a:pt x="11992" y="6654"/>
                    <a:pt x="12031" y="7052"/>
                    <a:pt x="12051" y="7266"/>
                  </a:cubicBezTo>
                  <a:lnTo>
                    <a:pt x="12056" y="7309"/>
                  </a:lnTo>
                  <a:cubicBezTo>
                    <a:pt x="12072" y="7454"/>
                    <a:pt x="12145" y="7683"/>
                    <a:pt x="12222" y="7832"/>
                  </a:cubicBezTo>
                  <a:cubicBezTo>
                    <a:pt x="12272" y="7926"/>
                    <a:pt x="12299" y="7926"/>
                    <a:pt x="12409" y="7927"/>
                  </a:cubicBezTo>
                  <a:cubicBezTo>
                    <a:pt x="12461" y="7927"/>
                    <a:pt x="12527" y="7929"/>
                    <a:pt x="12602" y="7943"/>
                  </a:cubicBezTo>
                  <a:cubicBezTo>
                    <a:pt x="12757" y="7975"/>
                    <a:pt x="12785" y="8004"/>
                    <a:pt x="12875" y="8155"/>
                  </a:cubicBezTo>
                  <a:lnTo>
                    <a:pt x="12894" y="8189"/>
                  </a:lnTo>
                  <a:cubicBezTo>
                    <a:pt x="12931" y="8255"/>
                    <a:pt x="12961" y="8307"/>
                    <a:pt x="13011" y="8345"/>
                  </a:cubicBezTo>
                  <a:cubicBezTo>
                    <a:pt x="13046" y="8370"/>
                    <a:pt x="13084" y="8377"/>
                    <a:pt x="13135" y="8377"/>
                  </a:cubicBezTo>
                  <a:cubicBezTo>
                    <a:pt x="13161" y="8377"/>
                    <a:pt x="13191" y="8376"/>
                    <a:pt x="13225" y="8373"/>
                  </a:cubicBezTo>
                  <a:cubicBezTo>
                    <a:pt x="13261" y="8370"/>
                    <a:pt x="13299" y="8366"/>
                    <a:pt x="13340" y="8366"/>
                  </a:cubicBezTo>
                  <a:cubicBezTo>
                    <a:pt x="13393" y="8366"/>
                    <a:pt x="13449" y="8372"/>
                    <a:pt x="13507" y="8392"/>
                  </a:cubicBezTo>
                  <a:cubicBezTo>
                    <a:pt x="13734" y="8465"/>
                    <a:pt x="13952" y="8804"/>
                    <a:pt x="13923" y="9040"/>
                  </a:cubicBezTo>
                  <a:cubicBezTo>
                    <a:pt x="13908" y="9159"/>
                    <a:pt x="13855" y="9264"/>
                    <a:pt x="13805" y="9366"/>
                  </a:cubicBezTo>
                  <a:cubicBezTo>
                    <a:pt x="13755" y="9469"/>
                    <a:pt x="13706" y="9567"/>
                    <a:pt x="13697" y="9672"/>
                  </a:cubicBezTo>
                  <a:cubicBezTo>
                    <a:pt x="13683" y="9844"/>
                    <a:pt x="13744" y="9934"/>
                    <a:pt x="13836" y="10069"/>
                  </a:cubicBezTo>
                  <a:cubicBezTo>
                    <a:pt x="13871" y="10120"/>
                    <a:pt x="13907" y="10172"/>
                    <a:pt x="13941" y="10233"/>
                  </a:cubicBezTo>
                  <a:cubicBezTo>
                    <a:pt x="14064" y="10450"/>
                    <a:pt x="14186" y="10737"/>
                    <a:pt x="14043" y="11038"/>
                  </a:cubicBezTo>
                  <a:cubicBezTo>
                    <a:pt x="13982" y="11166"/>
                    <a:pt x="13915" y="11292"/>
                    <a:pt x="13847" y="11417"/>
                  </a:cubicBezTo>
                  <a:cubicBezTo>
                    <a:pt x="13846" y="11419"/>
                    <a:pt x="13844" y="11422"/>
                    <a:pt x="13843" y="11425"/>
                  </a:cubicBezTo>
                  <a:cubicBezTo>
                    <a:pt x="13940" y="11457"/>
                    <a:pt x="14029" y="11483"/>
                    <a:pt x="14117" y="11510"/>
                  </a:cubicBezTo>
                  <a:cubicBezTo>
                    <a:pt x="14139" y="11461"/>
                    <a:pt x="14159" y="11413"/>
                    <a:pt x="14181" y="11361"/>
                  </a:cubicBezTo>
                  <a:cubicBezTo>
                    <a:pt x="14239" y="11229"/>
                    <a:pt x="14297" y="11093"/>
                    <a:pt x="14368" y="10970"/>
                  </a:cubicBezTo>
                  <a:cubicBezTo>
                    <a:pt x="14381" y="10948"/>
                    <a:pt x="14387" y="10933"/>
                    <a:pt x="14393" y="10920"/>
                  </a:cubicBezTo>
                  <a:cubicBezTo>
                    <a:pt x="14428" y="10840"/>
                    <a:pt x="14462" y="10810"/>
                    <a:pt x="14575" y="10762"/>
                  </a:cubicBezTo>
                  <a:cubicBezTo>
                    <a:pt x="14685" y="10715"/>
                    <a:pt x="14820" y="10691"/>
                    <a:pt x="14947" y="10671"/>
                  </a:cubicBezTo>
                  <a:cubicBezTo>
                    <a:pt x="14881" y="10570"/>
                    <a:pt x="14821" y="10462"/>
                    <a:pt x="14850" y="10362"/>
                  </a:cubicBezTo>
                  <a:cubicBezTo>
                    <a:pt x="14901" y="10177"/>
                    <a:pt x="15160" y="10050"/>
                    <a:pt x="15640" y="9971"/>
                  </a:cubicBezTo>
                  <a:cubicBezTo>
                    <a:pt x="15676" y="9965"/>
                    <a:pt x="15715" y="9960"/>
                    <a:pt x="15755" y="9954"/>
                  </a:cubicBezTo>
                  <a:cubicBezTo>
                    <a:pt x="15944" y="9929"/>
                    <a:pt x="16159" y="9901"/>
                    <a:pt x="16261" y="9770"/>
                  </a:cubicBezTo>
                  <a:cubicBezTo>
                    <a:pt x="16297" y="9725"/>
                    <a:pt x="16315" y="9661"/>
                    <a:pt x="16332" y="9585"/>
                  </a:cubicBezTo>
                  <a:cubicBezTo>
                    <a:pt x="16355" y="9490"/>
                    <a:pt x="16384" y="9383"/>
                    <a:pt x="16460" y="9292"/>
                  </a:cubicBezTo>
                  <a:cubicBezTo>
                    <a:pt x="16528" y="9214"/>
                    <a:pt x="16609" y="9178"/>
                    <a:pt x="16683" y="9145"/>
                  </a:cubicBezTo>
                  <a:cubicBezTo>
                    <a:pt x="16736" y="9121"/>
                    <a:pt x="16782" y="9101"/>
                    <a:pt x="16810" y="9069"/>
                  </a:cubicBezTo>
                  <a:cubicBezTo>
                    <a:pt x="16896" y="8967"/>
                    <a:pt x="16871" y="8831"/>
                    <a:pt x="16735" y="8665"/>
                  </a:cubicBezTo>
                  <a:cubicBezTo>
                    <a:pt x="16671" y="8586"/>
                    <a:pt x="16608" y="8528"/>
                    <a:pt x="16547" y="8470"/>
                  </a:cubicBezTo>
                  <a:cubicBezTo>
                    <a:pt x="16395" y="8331"/>
                    <a:pt x="16252" y="8197"/>
                    <a:pt x="16239" y="7862"/>
                  </a:cubicBezTo>
                  <a:cubicBezTo>
                    <a:pt x="16236" y="7799"/>
                    <a:pt x="16235" y="7738"/>
                    <a:pt x="16233" y="7678"/>
                  </a:cubicBezTo>
                  <a:cubicBezTo>
                    <a:pt x="16230" y="7451"/>
                    <a:pt x="16225" y="7255"/>
                    <a:pt x="16148" y="7041"/>
                  </a:cubicBezTo>
                  <a:cubicBezTo>
                    <a:pt x="16023" y="6699"/>
                    <a:pt x="15893" y="6373"/>
                    <a:pt x="15750" y="6044"/>
                  </a:cubicBezTo>
                  <a:cubicBezTo>
                    <a:pt x="15635" y="5782"/>
                    <a:pt x="15493" y="5455"/>
                    <a:pt x="15711" y="5134"/>
                  </a:cubicBezTo>
                  <a:cubicBezTo>
                    <a:pt x="15863" y="4908"/>
                    <a:pt x="16030" y="4831"/>
                    <a:pt x="16190" y="4831"/>
                  </a:cubicBezTo>
                  <a:cubicBezTo>
                    <a:pt x="16357" y="4831"/>
                    <a:pt x="16517" y="4915"/>
                    <a:pt x="16645" y="4999"/>
                  </a:cubicBezTo>
                  <a:cubicBezTo>
                    <a:pt x="16704" y="5035"/>
                    <a:pt x="16774" y="5095"/>
                    <a:pt x="16856" y="5161"/>
                  </a:cubicBezTo>
                  <a:cubicBezTo>
                    <a:pt x="17116" y="5375"/>
                    <a:pt x="17354" y="5552"/>
                    <a:pt x="17546" y="5552"/>
                  </a:cubicBezTo>
                  <a:cubicBezTo>
                    <a:pt x="17629" y="5552"/>
                    <a:pt x="17703" y="5520"/>
                    <a:pt x="17767" y="5444"/>
                  </a:cubicBezTo>
                  <a:cubicBezTo>
                    <a:pt x="17811" y="5393"/>
                    <a:pt x="17839" y="5343"/>
                    <a:pt x="17867" y="5294"/>
                  </a:cubicBezTo>
                  <a:cubicBezTo>
                    <a:pt x="17929" y="5186"/>
                    <a:pt x="17993" y="5073"/>
                    <a:pt x="18197" y="5005"/>
                  </a:cubicBezTo>
                  <a:cubicBezTo>
                    <a:pt x="18605" y="4872"/>
                    <a:pt x="18780" y="4759"/>
                    <a:pt x="18741" y="4442"/>
                  </a:cubicBezTo>
                  <a:cubicBezTo>
                    <a:pt x="18730" y="4356"/>
                    <a:pt x="18707" y="4274"/>
                    <a:pt x="18681" y="4188"/>
                  </a:cubicBezTo>
                  <a:cubicBezTo>
                    <a:pt x="18649" y="4074"/>
                    <a:pt x="18614" y="3956"/>
                    <a:pt x="18608" y="3820"/>
                  </a:cubicBezTo>
                  <a:cubicBezTo>
                    <a:pt x="18594" y="3514"/>
                    <a:pt x="18649" y="3372"/>
                    <a:pt x="18871" y="3134"/>
                  </a:cubicBezTo>
                  <a:cubicBezTo>
                    <a:pt x="18901" y="3103"/>
                    <a:pt x="18931" y="3073"/>
                    <a:pt x="18962" y="3042"/>
                  </a:cubicBezTo>
                  <a:cubicBezTo>
                    <a:pt x="19147" y="2853"/>
                    <a:pt x="19321" y="2674"/>
                    <a:pt x="19298" y="2424"/>
                  </a:cubicBezTo>
                  <a:cubicBezTo>
                    <a:pt x="19287" y="2312"/>
                    <a:pt x="19246" y="2195"/>
                    <a:pt x="19204" y="2069"/>
                  </a:cubicBezTo>
                  <a:cubicBezTo>
                    <a:pt x="19169" y="1970"/>
                    <a:pt x="19133" y="1867"/>
                    <a:pt x="19113" y="1763"/>
                  </a:cubicBezTo>
                  <a:cubicBezTo>
                    <a:pt x="19110" y="1747"/>
                    <a:pt x="19108" y="1729"/>
                    <a:pt x="19107" y="1711"/>
                  </a:cubicBezTo>
                  <a:cubicBezTo>
                    <a:pt x="19038" y="1729"/>
                    <a:pt x="18968" y="1743"/>
                    <a:pt x="18899" y="1754"/>
                  </a:cubicBezTo>
                  <a:cubicBezTo>
                    <a:pt x="18891" y="1862"/>
                    <a:pt x="18806" y="1897"/>
                    <a:pt x="18702" y="1897"/>
                  </a:cubicBezTo>
                  <a:cubicBezTo>
                    <a:pt x="18569" y="1897"/>
                    <a:pt x="18404" y="1839"/>
                    <a:pt x="18332" y="1804"/>
                  </a:cubicBezTo>
                  <a:cubicBezTo>
                    <a:pt x="17900" y="1597"/>
                    <a:pt x="18018" y="1150"/>
                    <a:pt x="17863" y="767"/>
                  </a:cubicBezTo>
                  <a:cubicBezTo>
                    <a:pt x="17707" y="386"/>
                    <a:pt x="17226" y="326"/>
                    <a:pt x="16854" y="304"/>
                  </a:cubicBezTo>
                  <a:cubicBezTo>
                    <a:pt x="16835" y="303"/>
                    <a:pt x="16816" y="303"/>
                    <a:pt x="16797" y="303"/>
                  </a:cubicBezTo>
                  <a:cubicBezTo>
                    <a:pt x="16714" y="303"/>
                    <a:pt x="16629" y="311"/>
                    <a:pt x="16545" y="311"/>
                  </a:cubicBezTo>
                  <a:cubicBezTo>
                    <a:pt x="16453" y="311"/>
                    <a:pt x="16364" y="301"/>
                    <a:pt x="16283" y="259"/>
                  </a:cubicBezTo>
                  <a:cubicBezTo>
                    <a:pt x="16153" y="192"/>
                    <a:pt x="16067" y="0"/>
                    <a:pt x="159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87;p37">
              <a:extLst>
                <a:ext uri="{FF2B5EF4-FFF2-40B4-BE49-F238E27FC236}">
                  <a16:creationId xmlns:a16="http://schemas.microsoft.com/office/drawing/2014/main" id="{6223B620-B6CE-AE67-8FC5-41940ED16994}"/>
                </a:ext>
              </a:extLst>
            </p:cNvPr>
            <p:cNvSpPr/>
            <p:nvPr/>
          </p:nvSpPr>
          <p:spPr>
            <a:xfrm>
              <a:off x="5165625" y="1714759"/>
              <a:ext cx="1755829" cy="978832"/>
            </a:xfrm>
            <a:custGeom>
              <a:avLst/>
              <a:gdLst/>
              <a:ahLst/>
              <a:cxnLst/>
              <a:rect l="l" t="t" r="r" b="b"/>
              <a:pathLst>
                <a:path w="25376" h="14146" extrusionOk="0">
                  <a:moveTo>
                    <a:pt x="6015" y="1"/>
                  </a:moveTo>
                  <a:cubicBezTo>
                    <a:pt x="5996" y="1"/>
                    <a:pt x="5976" y="2"/>
                    <a:pt x="5955" y="5"/>
                  </a:cubicBezTo>
                  <a:cubicBezTo>
                    <a:pt x="5632" y="47"/>
                    <a:pt x="5315" y="171"/>
                    <a:pt x="4994" y="267"/>
                  </a:cubicBezTo>
                  <a:cubicBezTo>
                    <a:pt x="4997" y="289"/>
                    <a:pt x="4998" y="314"/>
                    <a:pt x="5001" y="334"/>
                  </a:cubicBezTo>
                  <a:cubicBezTo>
                    <a:pt x="5020" y="422"/>
                    <a:pt x="5052" y="515"/>
                    <a:pt x="5085" y="610"/>
                  </a:cubicBezTo>
                  <a:cubicBezTo>
                    <a:pt x="5130" y="742"/>
                    <a:pt x="5177" y="879"/>
                    <a:pt x="5191" y="1018"/>
                  </a:cubicBezTo>
                  <a:cubicBezTo>
                    <a:pt x="5224" y="1373"/>
                    <a:pt x="4994" y="1606"/>
                    <a:pt x="4791" y="1813"/>
                  </a:cubicBezTo>
                  <a:cubicBezTo>
                    <a:pt x="4761" y="1843"/>
                    <a:pt x="4733" y="1873"/>
                    <a:pt x="4705" y="1903"/>
                  </a:cubicBezTo>
                  <a:cubicBezTo>
                    <a:pt x="4523" y="2097"/>
                    <a:pt x="4490" y="2180"/>
                    <a:pt x="4501" y="2425"/>
                  </a:cubicBezTo>
                  <a:cubicBezTo>
                    <a:pt x="4506" y="2533"/>
                    <a:pt x="4536" y="2634"/>
                    <a:pt x="4565" y="2740"/>
                  </a:cubicBezTo>
                  <a:cubicBezTo>
                    <a:pt x="4592" y="2831"/>
                    <a:pt x="4619" y="2925"/>
                    <a:pt x="4633" y="3029"/>
                  </a:cubicBezTo>
                  <a:cubicBezTo>
                    <a:pt x="4702" y="3584"/>
                    <a:pt x="4241" y="3735"/>
                    <a:pt x="3936" y="3834"/>
                  </a:cubicBezTo>
                  <a:cubicBezTo>
                    <a:pt x="3814" y="3874"/>
                    <a:pt x="3784" y="3926"/>
                    <a:pt x="3731" y="4020"/>
                  </a:cubicBezTo>
                  <a:cubicBezTo>
                    <a:pt x="3701" y="4075"/>
                    <a:pt x="3665" y="4136"/>
                    <a:pt x="3609" y="4204"/>
                  </a:cubicBezTo>
                  <a:cubicBezTo>
                    <a:pt x="3492" y="4341"/>
                    <a:pt x="3361" y="4394"/>
                    <a:pt x="3226" y="4394"/>
                  </a:cubicBezTo>
                  <a:cubicBezTo>
                    <a:pt x="2924" y="4394"/>
                    <a:pt x="2602" y="4130"/>
                    <a:pt x="2382" y="3950"/>
                  </a:cubicBezTo>
                  <a:cubicBezTo>
                    <a:pt x="2310" y="3889"/>
                    <a:pt x="2244" y="3835"/>
                    <a:pt x="2192" y="3802"/>
                  </a:cubicBezTo>
                  <a:cubicBezTo>
                    <a:pt x="2060" y="3716"/>
                    <a:pt x="1953" y="3672"/>
                    <a:pt x="1862" y="3672"/>
                  </a:cubicBezTo>
                  <a:cubicBezTo>
                    <a:pt x="1748" y="3672"/>
                    <a:pt x="1657" y="3739"/>
                    <a:pt x="1565" y="3874"/>
                  </a:cubicBezTo>
                  <a:cubicBezTo>
                    <a:pt x="1427" y="4080"/>
                    <a:pt x="1499" y="4282"/>
                    <a:pt x="1624" y="4569"/>
                  </a:cubicBezTo>
                  <a:cubicBezTo>
                    <a:pt x="1770" y="4903"/>
                    <a:pt x="1902" y="5234"/>
                    <a:pt x="2027" y="5579"/>
                  </a:cubicBezTo>
                  <a:cubicBezTo>
                    <a:pt x="2118" y="5827"/>
                    <a:pt x="2123" y="6052"/>
                    <a:pt x="2128" y="6288"/>
                  </a:cubicBezTo>
                  <a:cubicBezTo>
                    <a:pt x="2128" y="6348"/>
                    <a:pt x="2129" y="6408"/>
                    <a:pt x="2133" y="6469"/>
                  </a:cubicBezTo>
                  <a:cubicBezTo>
                    <a:pt x="2142" y="6710"/>
                    <a:pt x="2227" y="6790"/>
                    <a:pt x="2368" y="6920"/>
                  </a:cubicBezTo>
                  <a:cubicBezTo>
                    <a:pt x="2432" y="6980"/>
                    <a:pt x="2503" y="7048"/>
                    <a:pt x="2578" y="7137"/>
                  </a:cubicBezTo>
                  <a:cubicBezTo>
                    <a:pt x="2785" y="7389"/>
                    <a:pt x="2812" y="7642"/>
                    <a:pt x="2650" y="7830"/>
                  </a:cubicBezTo>
                  <a:cubicBezTo>
                    <a:pt x="2589" y="7902"/>
                    <a:pt x="2511" y="7935"/>
                    <a:pt x="2442" y="7967"/>
                  </a:cubicBezTo>
                  <a:cubicBezTo>
                    <a:pt x="2384" y="7992"/>
                    <a:pt x="2333" y="8014"/>
                    <a:pt x="2300" y="8051"/>
                  </a:cubicBezTo>
                  <a:cubicBezTo>
                    <a:pt x="2256" y="8103"/>
                    <a:pt x="2239" y="8174"/>
                    <a:pt x="2219" y="8254"/>
                  </a:cubicBezTo>
                  <a:cubicBezTo>
                    <a:pt x="2198" y="8342"/>
                    <a:pt x="2173" y="8440"/>
                    <a:pt x="2107" y="8525"/>
                  </a:cubicBezTo>
                  <a:cubicBezTo>
                    <a:pt x="1949" y="8726"/>
                    <a:pt x="1675" y="8762"/>
                    <a:pt x="1453" y="8792"/>
                  </a:cubicBezTo>
                  <a:cubicBezTo>
                    <a:pt x="1416" y="8798"/>
                    <a:pt x="1380" y="8803"/>
                    <a:pt x="1345" y="8807"/>
                  </a:cubicBezTo>
                  <a:cubicBezTo>
                    <a:pt x="893" y="8881"/>
                    <a:pt x="749" y="8991"/>
                    <a:pt x="735" y="9038"/>
                  </a:cubicBezTo>
                  <a:cubicBezTo>
                    <a:pt x="738" y="9066"/>
                    <a:pt x="809" y="9171"/>
                    <a:pt x="840" y="9217"/>
                  </a:cubicBezTo>
                  <a:cubicBezTo>
                    <a:pt x="868" y="9258"/>
                    <a:pt x="892" y="9295"/>
                    <a:pt x="906" y="9322"/>
                  </a:cubicBezTo>
                  <a:lnTo>
                    <a:pt x="973" y="9457"/>
                  </a:lnTo>
                  <a:lnTo>
                    <a:pt x="823" y="9482"/>
                  </a:lnTo>
                  <a:cubicBezTo>
                    <a:pt x="787" y="9488"/>
                    <a:pt x="748" y="9494"/>
                    <a:pt x="707" y="9501"/>
                  </a:cubicBezTo>
                  <a:cubicBezTo>
                    <a:pt x="578" y="9520"/>
                    <a:pt x="434" y="9540"/>
                    <a:pt x="333" y="9584"/>
                  </a:cubicBezTo>
                  <a:cubicBezTo>
                    <a:pt x="286" y="9604"/>
                    <a:pt x="274" y="9612"/>
                    <a:pt x="271" y="9614"/>
                  </a:cubicBezTo>
                  <a:cubicBezTo>
                    <a:pt x="260" y="9643"/>
                    <a:pt x="249" y="9667"/>
                    <a:pt x="231" y="9697"/>
                  </a:cubicBezTo>
                  <a:cubicBezTo>
                    <a:pt x="167" y="9808"/>
                    <a:pt x="112" y="9938"/>
                    <a:pt x="57" y="10065"/>
                  </a:cubicBezTo>
                  <a:cubicBezTo>
                    <a:pt x="39" y="10108"/>
                    <a:pt x="20" y="10152"/>
                    <a:pt x="1" y="10196"/>
                  </a:cubicBezTo>
                  <a:cubicBezTo>
                    <a:pt x="192" y="10263"/>
                    <a:pt x="371" y="10346"/>
                    <a:pt x="556" y="10498"/>
                  </a:cubicBezTo>
                  <a:cubicBezTo>
                    <a:pt x="867" y="10756"/>
                    <a:pt x="1166" y="10823"/>
                    <a:pt x="1565" y="10876"/>
                  </a:cubicBezTo>
                  <a:cubicBezTo>
                    <a:pt x="2178" y="10959"/>
                    <a:pt x="2892" y="11118"/>
                    <a:pt x="3560" y="11118"/>
                  </a:cubicBezTo>
                  <a:cubicBezTo>
                    <a:pt x="3844" y="11118"/>
                    <a:pt x="4119" y="11090"/>
                    <a:pt x="4374" y="11014"/>
                  </a:cubicBezTo>
                  <a:cubicBezTo>
                    <a:pt x="4616" y="10944"/>
                    <a:pt x="4537" y="10905"/>
                    <a:pt x="4702" y="10771"/>
                  </a:cubicBezTo>
                  <a:cubicBezTo>
                    <a:pt x="4798" y="10692"/>
                    <a:pt x="4996" y="10658"/>
                    <a:pt x="5165" y="10658"/>
                  </a:cubicBezTo>
                  <a:cubicBezTo>
                    <a:pt x="5244" y="10658"/>
                    <a:pt x="5316" y="10665"/>
                    <a:pt x="5370" y="10679"/>
                  </a:cubicBezTo>
                  <a:cubicBezTo>
                    <a:pt x="5571" y="10730"/>
                    <a:pt x="5699" y="10953"/>
                    <a:pt x="5825" y="11118"/>
                  </a:cubicBezTo>
                  <a:cubicBezTo>
                    <a:pt x="6041" y="11400"/>
                    <a:pt x="6055" y="11372"/>
                    <a:pt x="6394" y="11380"/>
                  </a:cubicBezTo>
                  <a:cubicBezTo>
                    <a:pt x="6620" y="11386"/>
                    <a:pt x="6753" y="11534"/>
                    <a:pt x="6945" y="11579"/>
                  </a:cubicBezTo>
                  <a:cubicBezTo>
                    <a:pt x="6972" y="11585"/>
                    <a:pt x="6996" y="11588"/>
                    <a:pt x="7018" y="11588"/>
                  </a:cubicBezTo>
                  <a:cubicBezTo>
                    <a:pt x="7275" y="11588"/>
                    <a:pt x="7189" y="11187"/>
                    <a:pt x="7375" y="11003"/>
                  </a:cubicBezTo>
                  <a:cubicBezTo>
                    <a:pt x="7495" y="10884"/>
                    <a:pt x="7666" y="10795"/>
                    <a:pt x="7792" y="10680"/>
                  </a:cubicBezTo>
                  <a:cubicBezTo>
                    <a:pt x="7931" y="10555"/>
                    <a:pt x="8019" y="10503"/>
                    <a:pt x="8222" y="10503"/>
                  </a:cubicBezTo>
                  <a:cubicBezTo>
                    <a:pt x="8567" y="10503"/>
                    <a:pt x="8946" y="10655"/>
                    <a:pt x="9236" y="10834"/>
                  </a:cubicBezTo>
                  <a:cubicBezTo>
                    <a:pt x="9423" y="10950"/>
                    <a:pt x="9630" y="11047"/>
                    <a:pt x="9801" y="11179"/>
                  </a:cubicBezTo>
                  <a:cubicBezTo>
                    <a:pt x="9927" y="11276"/>
                    <a:pt x="10013" y="11417"/>
                    <a:pt x="10134" y="11516"/>
                  </a:cubicBezTo>
                  <a:cubicBezTo>
                    <a:pt x="10301" y="11651"/>
                    <a:pt x="10515" y="11682"/>
                    <a:pt x="10729" y="11682"/>
                  </a:cubicBezTo>
                  <a:cubicBezTo>
                    <a:pt x="10854" y="11682"/>
                    <a:pt x="10979" y="11672"/>
                    <a:pt x="11095" y="11665"/>
                  </a:cubicBezTo>
                  <a:cubicBezTo>
                    <a:pt x="11181" y="11660"/>
                    <a:pt x="11269" y="11657"/>
                    <a:pt x="11357" y="11657"/>
                  </a:cubicBezTo>
                  <a:cubicBezTo>
                    <a:pt x="11708" y="11657"/>
                    <a:pt x="12067" y="11703"/>
                    <a:pt x="12386" y="11843"/>
                  </a:cubicBezTo>
                  <a:cubicBezTo>
                    <a:pt x="12681" y="11970"/>
                    <a:pt x="12916" y="12166"/>
                    <a:pt x="13250" y="12191"/>
                  </a:cubicBezTo>
                  <a:cubicBezTo>
                    <a:pt x="13274" y="12193"/>
                    <a:pt x="13296" y="12193"/>
                    <a:pt x="13318" y="12193"/>
                  </a:cubicBezTo>
                  <a:cubicBezTo>
                    <a:pt x="13704" y="12193"/>
                    <a:pt x="13878" y="11931"/>
                    <a:pt x="14206" y="11769"/>
                  </a:cubicBezTo>
                  <a:cubicBezTo>
                    <a:pt x="14408" y="11670"/>
                    <a:pt x="14659" y="11646"/>
                    <a:pt x="14866" y="11548"/>
                  </a:cubicBezTo>
                  <a:cubicBezTo>
                    <a:pt x="15076" y="11449"/>
                    <a:pt x="15159" y="11312"/>
                    <a:pt x="15319" y="11184"/>
                  </a:cubicBezTo>
                  <a:cubicBezTo>
                    <a:pt x="15407" y="11115"/>
                    <a:pt x="15434" y="11123"/>
                    <a:pt x="15551" y="11101"/>
                  </a:cubicBezTo>
                  <a:cubicBezTo>
                    <a:pt x="15876" y="11046"/>
                    <a:pt x="16166" y="10922"/>
                    <a:pt x="16486" y="10847"/>
                  </a:cubicBezTo>
                  <a:cubicBezTo>
                    <a:pt x="16639" y="10810"/>
                    <a:pt x="16789" y="10782"/>
                    <a:pt x="16930" y="10782"/>
                  </a:cubicBezTo>
                  <a:cubicBezTo>
                    <a:pt x="17131" y="10782"/>
                    <a:pt x="17315" y="10838"/>
                    <a:pt x="17471" y="11008"/>
                  </a:cubicBezTo>
                  <a:cubicBezTo>
                    <a:pt x="17733" y="11297"/>
                    <a:pt x="17437" y="11405"/>
                    <a:pt x="17117" y="11471"/>
                  </a:cubicBezTo>
                  <a:cubicBezTo>
                    <a:pt x="17125" y="11739"/>
                    <a:pt x="17236" y="11863"/>
                    <a:pt x="17004" y="12039"/>
                  </a:cubicBezTo>
                  <a:cubicBezTo>
                    <a:pt x="16823" y="12175"/>
                    <a:pt x="16554" y="12203"/>
                    <a:pt x="16395" y="12338"/>
                  </a:cubicBezTo>
                  <a:cubicBezTo>
                    <a:pt x="16596" y="12518"/>
                    <a:pt x="16826" y="12639"/>
                    <a:pt x="17090" y="12639"/>
                  </a:cubicBezTo>
                  <a:cubicBezTo>
                    <a:pt x="17134" y="12639"/>
                    <a:pt x="17179" y="12635"/>
                    <a:pt x="17225" y="12628"/>
                  </a:cubicBezTo>
                  <a:cubicBezTo>
                    <a:pt x="17473" y="12592"/>
                    <a:pt x="17589" y="12398"/>
                    <a:pt x="17881" y="12387"/>
                  </a:cubicBezTo>
                  <a:cubicBezTo>
                    <a:pt x="17926" y="12166"/>
                    <a:pt x="17691" y="11971"/>
                    <a:pt x="17904" y="11747"/>
                  </a:cubicBezTo>
                  <a:cubicBezTo>
                    <a:pt x="17980" y="11667"/>
                    <a:pt x="18080" y="11638"/>
                    <a:pt x="18188" y="11638"/>
                  </a:cubicBezTo>
                  <a:cubicBezTo>
                    <a:pt x="18375" y="11638"/>
                    <a:pt x="18586" y="11726"/>
                    <a:pt x="18735" y="11784"/>
                  </a:cubicBezTo>
                  <a:cubicBezTo>
                    <a:pt x="19054" y="11912"/>
                    <a:pt x="19201" y="12183"/>
                    <a:pt x="19513" y="12313"/>
                  </a:cubicBezTo>
                  <a:cubicBezTo>
                    <a:pt x="19846" y="12453"/>
                    <a:pt x="20210" y="12457"/>
                    <a:pt x="20546" y="12562"/>
                  </a:cubicBezTo>
                  <a:cubicBezTo>
                    <a:pt x="20673" y="12943"/>
                    <a:pt x="21076" y="13005"/>
                    <a:pt x="21495" y="13005"/>
                  </a:cubicBezTo>
                  <a:cubicBezTo>
                    <a:pt x="21700" y="13005"/>
                    <a:pt x="21909" y="12990"/>
                    <a:pt x="22091" y="12990"/>
                  </a:cubicBezTo>
                  <a:cubicBezTo>
                    <a:pt x="22196" y="12990"/>
                    <a:pt x="22292" y="12995"/>
                    <a:pt x="22373" y="13011"/>
                  </a:cubicBezTo>
                  <a:cubicBezTo>
                    <a:pt x="22652" y="13066"/>
                    <a:pt x="22930" y="13074"/>
                    <a:pt x="23201" y="13149"/>
                  </a:cubicBezTo>
                  <a:cubicBezTo>
                    <a:pt x="23497" y="13234"/>
                    <a:pt x="23559" y="13358"/>
                    <a:pt x="23764" y="13577"/>
                  </a:cubicBezTo>
                  <a:cubicBezTo>
                    <a:pt x="24021" y="13850"/>
                    <a:pt x="24299" y="13944"/>
                    <a:pt x="24654" y="14029"/>
                  </a:cubicBezTo>
                  <a:cubicBezTo>
                    <a:pt x="24759" y="14054"/>
                    <a:pt x="24948" y="14146"/>
                    <a:pt x="25094" y="14146"/>
                  </a:cubicBezTo>
                  <a:cubicBezTo>
                    <a:pt x="25140" y="14146"/>
                    <a:pt x="25182" y="14137"/>
                    <a:pt x="25215" y="14114"/>
                  </a:cubicBezTo>
                  <a:cubicBezTo>
                    <a:pt x="25355" y="14020"/>
                    <a:pt x="25375" y="13513"/>
                    <a:pt x="25284" y="13395"/>
                  </a:cubicBezTo>
                  <a:lnTo>
                    <a:pt x="25284" y="13395"/>
                  </a:lnTo>
                  <a:lnTo>
                    <a:pt x="25240" y="13417"/>
                  </a:lnTo>
                  <a:cubicBezTo>
                    <a:pt x="25210" y="13419"/>
                    <a:pt x="25178" y="13419"/>
                    <a:pt x="25144" y="13419"/>
                  </a:cubicBezTo>
                  <a:cubicBezTo>
                    <a:pt x="25000" y="13419"/>
                    <a:pt x="24830" y="13402"/>
                    <a:pt x="24735" y="13309"/>
                  </a:cubicBezTo>
                  <a:cubicBezTo>
                    <a:pt x="24595" y="13174"/>
                    <a:pt x="24619" y="12973"/>
                    <a:pt x="24457" y="12843"/>
                  </a:cubicBezTo>
                  <a:cubicBezTo>
                    <a:pt x="24398" y="12795"/>
                    <a:pt x="24277" y="12755"/>
                    <a:pt x="24236" y="12694"/>
                  </a:cubicBezTo>
                  <a:cubicBezTo>
                    <a:pt x="24164" y="12584"/>
                    <a:pt x="24206" y="12445"/>
                    <a:pt x="24161" y="12326"/>
                  </a:cubicBezTo>
                  <a:cubicBezTo>
                    <a:pt x="24109" y="12188"/>
                    <a:pt x="23973" y="12090"/>
                    <a:pt x="23899" y="11968"/>
                  </a:cubicBezTo>
                  <a:cubicBezTo>
                    <a:pt x="23767" y="11750"/>
                    <a:pt x="23734" y="11439"/>
                    <a:pt x="23822" y="11204"/>
                  </a:cubicBezTo>
                  <a:cubicBezTo>
                    <a:pt x="23952" y="10850"/>
                    <a:pt x="24324" y="10740"/>
                    <a:pt x="24409" y="10360"/>
                  </a:cubicBezTo>
                  <a:cubicBezTo>
                    <a:pt x="24483" y="10029"/>
                    <a:pt x="24382" y="9774"/>
                    <a:pt x="24275" y="9477"/>
                  </a:cubicBezTo>
                  <a:cubicBezTo>
                    <a:pt x="24133" y="9080"/>
                    <a:pt x="24189" y="8743"/>
                    <a:pt x="24489" y="8406"/>
                  </a:cubicBezTo>
                  <a:cubicBezTo>
                    <a:pt x="24664" y="8208"/>
                    <a:pt x="24941" y="7857"/>
                    <a:pt x="24544" y="7639"/>
                  </a:cubicBezTo>
                  <a:cubicBezTo>
                    <a:pt x="24497" y="7613"/>
                    <a:pt x="24440" y="7606"/>
                    <a:pt x="24381" y="7606"/>
                  </a:cubicBezTo>
                  <a:cubicBezTo>
                    <a:pt x="24306" y="7606"/>
                    <a:pt x="24226" y="7618"/>
                    <a:pt x="24159" y="7618"/>
                  </a:cubicBezTo>
                  <a:cubicBezTo>
                    <a:pt x="24151" y="7618"/>
                    <a:pt x="24142" y="7617"/>
                    <a:pt x="24134" y="7617"/>
                  </a:cubicBezTo>
                  <a:cubicBezTo>
                    <a:pt x="23819" y="7598"/>
                    <a:pt x="23414" y="7495"/>
                    <a:pt x="23174" y="7277"/>
                  </a:cubicBezTo>
                  <a:cubicBezTo>
                    <a:pt x="23000" y="7118"/>
                    <a:pt x="22947" y="6963"/>
                    <a:pt x="22696" y="6936"/>
                  </a:cubicBezTo>
                  <a:cubicBezTo>
                    <a:pt x="22665" y="6933"/>
                    <a:pt x="22637" y="6932"/>
                    <a:pt x="22610" y="6932"/>
                  </a:cubicBezTo>
                  <a:cubicBezTo>
                    <a:pt x="22498" y="6932"/>
                    <a:pt x="22420" y="6954"/>
                    <a:pt x="22344" y="6954"/>
                  </a:cubicBezTo>
                  <a:cubicBezTo>
                    <a:pt x="22265" y="6954"/>
                    <a:pt x="22190" y="6930"/>
                    <a:pt x="22083" y="6834"/>
                  </a:cubicBezTo>
                  <a:cubicBezTo>
                    <a:pt x="21850" y="6626"/>
                    <a:pt x="21580" y="6035"/>
                    <a:pt x="21231" y="6035"/>
                  </a:cubicBezTo>
                  <a:cubicBezTo>
                    <a:pt x="21143" y="6035"/>
                    <a:pt x="21050" y="6072"/>
                    <a:pt x="20952" y="6163"/>
                  </a:cubicBezTo>
                  <a:cubicBezTo>
                    <a:pt x="20580" y="6503"/>
                    <a:pt x="20738" y="7176"/>
                    <a:pt x="20105" y="7222"/>
                  </a:cubicBezTo>
                  <a:cubicBezTo>
                    <a:pt x="20068" y="7224"/>
                    <a:pt x="20031" y="7225"/>
                    <a:pt x="19995" y="7225"/>
                  </a:cubicBezTo>
                  <a:cubicBezTo>
                    <a:pt x="19715" y="7225"/>
                    <a:pt x="19427" y="7159"/>
                    <a:pt x="19156" y="7137"/>
                  </a:cubicBezTo>
                  <a:cubicBezTo>
                    <a:pt x="19137" y="7135"/>
                    <a:pt x="19119" y="7135"/>
                    <a:pt x="19101" y="7135"/>
                  </a:cubicBezTo>
                  <a:cubicBezTo>
                    <a:pt x="18810" y="7135"/>
                    <a:pt x="18621" y="7340"/>
                    <a:pt x="18342" y="7402"/>
                  </a:cubicBezTo>
                  <a:cubicBezTo>
                    <a:pt x="18194" y="7436"/>
                    <a:pt x="18039" y="7447"/>
                    <a:pt x="17882" y="7447"/>
                  </a:cubicBezTo>
                  <a:cubicBezTo>
                    <a:pt x="17592" y="7447"/>
                    <a:pt x="17292" y="7409"/>
                    <a:pt x="17004" y="7409"/>
                  </a:cubicBezTo>
                  <a:cubicBezTo>
                    <a:pt x="16926" y="7409"/>
                    <a:pt x="16848" y="7412"/>
                    <a:pt x="16772" y="7419"/>
                  </a:cubicBezTo>
                  <a:cubicBezTo>
                    <a:pt x="16617" y="7434"/>
                    <a:pt x="16527" y="7449"/>
                    <a:pt x="16454" y="7449"/>
                  </a:cubicBezTo>
                  <a:cubicBezTo>
                    <a:pt x="16340" y="7449"/>
                    <a:pt x="16269" y="7412"/>
                    <a:pt x="16063" y="7277"/>
                  </a:cubicBezTo>
                  <a:cubicBezTo>
                    <a:pt x="15799" y="7104"/>
                    <a:pt x="15653" y="7099"/>
                    <a:pt x="15625" y="6804"/>
                  </a:cubicBezTo>
                  <a:cubicBezTo>
                    <a:pt x="15589" y="6414"/>
                    <a:pt x="15539" y="6146"/>
                    <a:pt x="15211" y="5882"/>
                  </a:cubicBezTo>
                  <a:cubicBezTo>
                    <a:pt x="15002" y="5714"/>
                    <a:pt x="14791" y="5561"/>
                    <a:pt x="14587" y="5386"/>
                  </a:cubicBezTo>
                  <a:cubicBezTo>
                    <a:pt x="14270" y="5118"/>
                    <a:pt x="14066" y="4878"/>
                    <a:pt x="14028" y="4464"/>
                  </a:cubicBezTo>
                  <a:cubicBezTo>
                    <a:pt x="13984" y="3987"/>
                    <a:pt x="13790" y="3649"/>
                    <a:pt x="13390" y="3360"/>
                  </a:cubicBezTo>
                  <a:cubicBezTo>
                    <a:pt x="12735" y="2886"/>
                    <a:pt x="12866" y="1636"/>
                    <a:pt x="11915" y="1636"/>
                  </a:cubicBezTo>
                  <a:cubicBezTo>
                    <a:pt x="11841" y="1636"/>
                    <a:pt x="11760" y="1644"/>
                    <a:pt x="11672" y="1660"/>
                  </a:cubicBezTo>
                  <a:cubicBezTo>
                    <a:pt x="11354" y="1718"/>
                    <a:pt x="11075" y="1744"/>
                    <a:pt x="10745" y="1744"/>
                  </a:cubicBezTo>
                  <a:cubicBezTo>
                    <a:pt x="10681" y="1744"/>
                    <a:pt x="10616" y="1744"/>
                    <a:pt x="10552" y="1744"/>
                  </a:cubicBezTo>
                  <a:cubicBezTo>
                    <a:pt x="10294" y="1744"/>
                    <a:pt x="10036" y="1745"/>
                    <a:pt x="9778" y="1755"/>
                  </a:cubicBezTo>
                  <a:cubicBezTo>
                    <a:pt x="9745" y="1757"/>
                    <a:pt x="9443" y="1834"/>
                    <a:pt x="9433" y="1834"/>
                  </a:cubicBezTo>
                  <a:cubicBezTo>
                    <a:pt x="9433" y="1834"/>
                    <a:pt x="9433" y="1834"/>
                    <a:pt x="9432" y="1834"/>
                  </a:cubicBezTo>
                  <a:cubicBezTo>
                    <a:pt x="9326" y="1785"/>
                    <a:pt x="9268" y="1514"/>
                    <a:pt x="9178" y="1423"/>
                  </a:cubicBezTo>
                  <a:cubicBezTo>
                    <a:pt x="9075" y="1318"/>
                    <a:pt x="8909" y="1253"/>
                    <a:pt x="8758" y="1239"/>
                  </a:cubicBezTo>
                  <a:cubicBezTo>
                    <a:pt x="8744" y="1238"/>
                    <a:pt x="8730" y="1237"/>
                    <a:pt x="8716" y="1237"/>
                  </a:cubicBezTo>
                  <a:cubicBezTo>
                    <a:pt x="8513" y="1237"/>
                    <a:pt x="8330" y="1377"/>
                    <a:pt x="8137" y="1377"/>
                  </a:cubicBezTo>
                  <a:cubicBezTo>
                    <a:pt x="8121" y="1377"/>
                    <a:pt x="8106" y="1376"/>
                    <a:pt x="8090" y="1374"/>
                  </a:cubicBezTo>
                  <a:cubicBezTo>
                    <a:pt x="7809" y="1340"/>
                    <a:pt x="7470" y="1045"/>
                    <a:pt x="7262" y="860"/>
                  </a:cubicBezTo>
                  <a:cubicBezTo>
                    <a:pt x="7067" y="689"/>
                    <a:pt x="6849" y="612"/>
                    <a:pt x="6636" y="468"/>
                  </a:cubicBezTo>
                  <a:cubicBezTo>
                    <a:pt x="6398" y="306"/>
                    <a:pt x="6303" y="1"/>
                    <a:pt x="60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888;p37">
              <a:extLst>
                <a:ext uri="{FF2B5EF4-FFF2-40B4-BE49-F238E27FC236}">
                  <a16:creationId xmlns:a16="http://schemas.microsoft.com/office/drawing/2014/main" id="{4574A4CF-91CB-8426-3A61-B7AD70F88D42}"/>
                </a:ext>
              </a:extLst>
            </p:cNvPr>
            <p:cNvSpPr/>
            <p:nvPr/>
          </p:nvSpPr>
          <p:spPr>
            <a:xfrm>
              <a:off x="3383513" y="1442347"/>
              <a:ext cx="161011" cy="134999"/>
            </a:xfrm>
            <a:custGeom>
              <a:avLst/>
              <a:gdLst/>
              <a:ahLst/>
              <a:cxnLst/>
              <a:rect l="l" t="t" r="r" b="b"/>
              <a:pathLst>
                <a:path w="2327" h="1951" extrusionOk="0">
                  <a:moveTo>
                    <a:pt x="388" y="0"/>
                  </a:moveTo>
                  <a:cubicBezTo>
                    <a:pt x="137" y="276"/>
                    <a:pt x="0" y="464"/>
                    <a:pt x="235" y="871"/>
                  </a:cubicBezTo>
                  <a:cubicBezTo>
                    <a:pt x="282" y="954"/>
                    <a:pt x="361" y="1042"/>
                    <a:pt x="444" y="1134"/>
                  </a:cubicBezTo>
                  <a:cubicBezTo>
                    <a:pt x="621" y="1332"/>
                    <a:pt x="824" y="1558"/>
                    <a:pt x="814" y="1840"/>
                  </a:cubicBezTo>
                  <a:cubicBezTo>
                    <a:pt x="813" y="1856"/>
                    <a:pt x="809" y="1870"/>
                    <a:pt x="808" y="1884"/>
                  </a:cubicBezTo>
                  <a:cubicBezTo>
                    <a:pt x="830" y="1879"/>
                    <a:pt x="850" y="1875"/>
                    <a:pt x="871" y="1873"/>
                  </a:cubicBezTo>
                  <a:cubicBezTo>
                    <a:pt x="876" y="1873"/>
                    <a:pt x="881" y="1872"/>
                    <a:pt x="886" y="1872"/>
                  </a:cubicBezTo>
                  <a:cubicBezTo>
                    <a:pt x="947" y="1872"/>
                    <a:pt x="1002" y="1897"/>
                    <a:pt x="1046" y="1915"/>
                  </a:cubicBezTo>
                  <a:cubicBezTo>
                    <a:pt x="1071" y="1926"/>
                    <a:pt x="1095" y="1936"/>
                    <a:pt x="1112" y="1939"/>
                  </a:cubicBezTo>
                  <a:cubicBezTo>
                    <a:pt x="1160" y="1947"/>
                    <a:pt x="1197" y="1950"/>
                    <a:pt x="1227" y="1950"/>
                  </a:cubicBezTo>
                  <a:cubicBezTo>
                    <a:pt x="1293" y="1950"/>
                    <a:pt x="1320" y="1935"/>
                    <a:pt x="1330" y="1926"/>
                  </a:cubicBezTo>
                  <a:cubicBezTo>
                    <a:pt x="1347" y="1912"/>
                    <a:pt x="1357" y="1886"/>
                    <a:pt x="1357" y="1845"/>
                  </a:cubicBezTo>
                  <a:cubicBezTo>
                    <a:pt x="1357" y="1795"/>
                    <a:pt x="1352" y="1754"/>
                    <a:pt x="1349" y="1719"/>
                  </a:cubicBezTo>
                  <a:cubicBezTo>
                    <a:pt x="1330" y="1545"/>
                    <a:pt x="1365" y="1442"/>
                    <a:pt x="1608" y="1399"/>
                  </a:cubicBezTo>
                  <a:cubicBezTo>
                    <a:pt x="1644" y="1391"/>
                    <a:pt x="1682" y="1387"/>
                    <a:pt x="1716" y="1382"/>
                  </a:cubicBezTo>
                  <a:cubicBezTo>
                    <a:pt x="1911" y="1352"/>
                    <a:pt x="2008" y="1332"/>
                    <a:pt x="2082" y="1191"/>
                  </a:cubicBezTo>
                  <a:cubicBezTo>
                    <a:pt x="2169" y="1024"/>
                    <a:pt x="2323" y="730"/>
                    <a:pt x="2326" y="563"/>
                  </a:cubicBezTo>
                  <a:cubicBezTo>
                    <a:pt x="2326" y="541"/>
                    <a:pt x="2320" y="518"/>
                    <a:pt x="2318" y="494"/>
                  </a:cubicBezTo>
                  <a:cubicBezTo>
                    <a:pt x="2309" y="549"/>
                    <a:pt x="2293" y="601"/>
                    <a:pt x="2270" y="646"/>
                  </a:cubicBezTo>
                  <a:cubicBezTo>
                    <a:pt x="2205" y="766"/>
                    <a:pt x="2097" y="812"/>
                    <a:pt x="1967" y="812"/>
                  </a:cubicBezTo>
                  <a:cubicBezTo>
                    <a:pt x="1629" y="812"/>
                    <a:pt x="1146" y="502"/>
                    <a:pt x="915" y="384"/>
                  </a:cubicBezTo>
                  <a:cubicBezTo>
                    <a:pt x="742" y="295"/>
                    <a:pt x="491" y="168"/>
                    <a:pt x="391" y="6"/>
                  </a:cubicBezTo>
                  <a:cubicBezTo>
                    <a:pt x="391" y="5"/>
                    <a:pt x="389" y="3"/>
                    <a:pt x="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9;p37">
              <a:extLst>
                <a:ext uri="{FF2B5EF4-FFF2-40B4-BE49-F238E27FC236}">
                  <a16:creationId xmlns:a16="http://schemas.microsoft.com/office/drawing/2014/main" id="{142B0F8F-2E42-03B9-269A-DF8571700104}"/>
                </a:ext>
              </a:extLst>
            </p:cNvPr>
            <p:cNvSpPr/>
            <p:nvPr/>
          </p:nvSpPr>
          <p:spPr>
            <a:xfrm>
              <a:off x="3222641" y="1400554"/>
              <a:ext cx="1077673" cy="860924"/>
            </a:xfrm>
            <a:custGeom>
              <a:avLst/>
              <a:gdLst/>
              <a:ahLst/>
              <a:cxnLst/>
              <a:rect l="l" t="t" r="r" b="b"/>
              <a:pathLst>
                <a:path w="15575" h="12442" extrusionOk="0">
                  <a:moveTo>
                    <a:pt x="5688" y="0"/>
                  </a:moveTo>
                  <a:cubicBezTo>
                    <a:pt x="5649" y="41"/>
                    <a:pt x="5602" y="77"/>
                    <a:pt x="5537" y="108"/>
                  </a:cubicBezTo>
                  <a:cubicBezTo>
                    <a:pt x="5450" y="151"/>
                    <a:pt x="5345" y="176"/>
                    <a:pt x="5232" y="203"/>
                  </a:cubicBezTo>
                  <a:cubicBezTo>
                    <a:pt x="4945" y="268"/>
                    <a:pt x="4769" y="323"/>
                    <a:pt x="4759" y="512"/>
                  </a:cubicBezTo>
                  <a:cubicBezTo>
                    <a:pt x="4755" y="607"/>
                    <a:pt x="4783" y="708"/>
                    <a:pt x="4813" y="814"/>
                  </a:cubicBezTo>
                  <a:cubicBezTo>
                    <a:pt x="4844" y="927"/>
                    <a:pt x="4877" y="1043"/>
                    <a:pt x="4876" y="1170"/>
                  </a:cubicBezTo>
                  <a:cubicBezTo>
                    <a:pt x="4872" y="1390"/>
                    <a:pt x="4716" y="1691"/>
                    <a:pt x="4610" y="1890"/>
                  </a:cubicBezTo>
                  <a:cubicBezTo>
                    <a:pt x="4476" y="2149"/>
                    <a:pt x="4262" y="2181"/>
                    <a:pt x="4074" y="2207"/>
                  </a:cubicBezTo>
                  <a:cubicBezTo>
                    <a:pt x="4041" y="2212"/>
                    <a:pt x="4007" y="2218"/>
                    <a:pt x="3972" y="2224"/>
                  </a:cubicBezTo>
                  <a:cubicBezTo>
                    <a:pt x="3901" y="2237"/>
                    <a:pt x="3886" y="2248"/>
                    <a:pt x="3884" y="2250"/>
                  </a:cubicBezTo>
                  <a:cubicBezTo>
                    <a:pt x="3885" y="2249"/>
                    <a:pt x="3886" y="2249"/>
                    <a:pt x="3886" y="2249"/>
                  </a:cubicBezTo>
                  <a:cubicBezTo>
                    <a:pt x="3893" y="2249"/>
                    <a:pt x="3895" y="2277"/>
                    <a:pt x="3897" y="2300"/>
                  </a:cubicBezTo>
                  <a:cubicBezTo>
                    <a:pt x="3901" y="2342"/>
                    <a:pt x="3908" y="2392"/>
                    <a:pt x="3906" y="2452"/>
                  </a:cubicBezTo>
                  <a:cubicBezTo>
                    <a:pt x="3905" y="2560"/>
                    <a:pt x="3869" y="2645"/>
                    <a:pt x="3800" y="2703"/>
                  </a:cubicBezTo>
                  <a:cubicBezTo>
                    <a:pt x="3738" y="2754"/>
                    <a:pt x="3655" y="2779"/>
                    <a:pt x="3548" y="2779"/>
                  </a:cubicBezTo>
                  <a:cubicBezTo>
                    <a:pt x="3503" y="2779"/>
                    <a:pt x="3453" y="2774"/>
                    <a:pt x="3400" y="2766"/>
                  </a:cubicBezTo>
                  <a:cubicBezTo>
                    <a:pt x="3354" y="2758"/>
                    <a:pt x="3315" y="2740"/>
                    <a:pt x="3280" y="2725"/>
                  </a:cubicBezTo>
                  <a:cubicBezTo>
                    <a:pt x="3255" y="2714"/>
                    <a:pt x="3225" y="2701"/>
                    <a:pt x="3210" y="2701"/>
                  </a:cubicBezTo>
                  <a:cubicBezTo>
                    <a:pt x="3166" y="2704"/>
                    <a:pt x="3084" y="2748"/>
                    <a:pt x="3025" y="2780"/>
                  </a:cubicBezTo>
                  <a:cubicBezTo>
                    <a:pt x="3003" y="2792"/>
                    <a:pt x="2982" y="2802"/>
                    <a:pt x="2962" y="2813"/>
                  </a:cubicBezTo>
                  <a:cubicBezTo>
                    <a:pt x="2785" y="2959"/>
                    <a:pt x="2519" y="2994"/>
                    <a:pt x="2307" y="2994"/>
                  </a:cubicBezTo>
                  <a:cubicBezTo>
                    <a:pt x="2202" y="2994"/>
                    <a:pt x="2111" y="2985"/>
                    <a:pt x="2049" y="2977"/>
                  </a:cubicBezTo>
                  <a:cubicBezTo>
                    <a:pt x="1935" y="2963"/>
                    <a:pt x="1798" y="2927"/>
                    <a:pt x="1654" y="2889"/>
                  </a:cubicBezTo>
                  <a:cubicBezTo>
                    <a:pt x="1451" y="2836"/>
                    <a:pt x="1216" y="2774"/>
                    <a:pt x="1025" y="2774"/>
                  </a:cubicBezTo>
                  <a:cubicBezTo>
                    <a:pt x="930" y="2774"/>
                    <a:pt x="847" y="2789"/>
                    <a:pt x="783" y="2828"/>
                  </a:cubicBezTo>
                  <a:cubicBezTo>
                    <a:pt x="716" y="2869"/>
                    <a:pt x="670" y="2941"/>
                    <a:pt x="648" y="3045"/>
                  </a:cubicBezTo>
                  <a:cubicBezTo>
                    <a:pt x="617" y="3192"/>
                    <a:pt x="639" y="3354"/>
                    <a:pt x="659" y="3512"/>
                  </a:cubicBezTo>
                  <a:cubicBezTo>
                    <a:pt x="684" y="3699"/>
                    <a:pt x="710" y="3893"/>
                    <a:pt x="647" y="4072"/>
                  </a:cubicBezTo>
                  <a:cubicBezTo>
                    <a:pt x="619" y="4155"/>
                    <a:pt x="590" y="4224"/>
                    <a:pt x="564" y="4284"/>
                  </a:cubicBezTo>
                  <a:cubicBezTo>
                    <a:pt x="481" y="4482"/>
                    <a:pt x="451" y="4555"/>
                    <a:pt x="578" y="4850"/>
                  </a:cubicBezTo>
                  <a:cubicBezTo>
                    <a:pt x="887" y="5567"/>
                    <a:pt x="783" y="5962"/>
                    <a:pt x="150" y="6477"/>
                  </a:cubicBezTo>
                  <a:cubicBezTo>
                    <a:pt x="106" y="6513"/>
                    <a:pt x="52" y="6550"/>
                    <a:pt x="1" y="6590"/>
                  </a:cubicBezTo>
                  <a:cubicBezTo>
                    <a:pt x="212" y="6768"/>
                    <a:pt x="402" y="6968"/>
                    <a:pt x="720" y="7015"/>
                  </a:cubicBezTo>
                  <a:cubicBezTo>
                    <a:pt x="827" y="7030"/>
                    <a:pt x="913" y="7039"/>
                    <a:pt x="990" y="7039"/>
                  </a:cubicBezTo>
                  <a:cubicBezTo>
                    <a:pt x="1157" y="7039"/>
                    <a:pt x="1283" y="6999"/>
                    <a:pt x="1483" y="6903"/>
                  </a:cubicBezTo>
                  <a:cubicBezTo>
                    <a:pt x="1569" y="6863"/>
                    <a:pt x="1623" y="6840"/>
                    <a:pt x="1674" y="6840"/>
                  </a:cubicBezTo>
                  <a:cubicBezTo>
                    <a:pt x="1725" y="6840"/>
                    <a:pt x="1773" y="6863"/>
                    <a:pt x="1847" y="6913"/>
                  </a:cubicBezTo>
                  <a:cubicBezTo>
                    <a:pt x="2534" y="7377"/>
                    <a:pt x="1792" y="7648"/>
                    <a:pt x="1434" y="7907"/>
                  </a:cubicBezTo>
                  <a:cubicBezTo>
                    <a:pt x="1188" y="8086"/>
                    <a:pt x="1215" y="8315"/>
                    <a:pt x="1309" y="8585"/>
                  </a:cubicBezTo>
                  <a:cubicBezTo>
                    <a:pt x="1408" y="8866"/>
                    <a:pt x="1384" y="9164"/>
                    <a:pt x="1397" y="9473"/>
                  </a:cubicBezTo>
                  <a:cubicBezTo>
                    <a:pt x="1403" y="9609"/>
                    <a:pt x="1389" y="9767"/>
                    <a:pt x="1462" y="9888"/>
                  </a:cubicBezTo>
                  <a:cubicBezTo>
                    <a:pt x="1570" y="10066"/>
                    <a:pt x="1742" y="10119"/>
                    <a:pt x="1938" y="10119"/>
                  </a:cubicBezTo>
                  <a:cubicBezTo>
                    <a:pt x="2225" y="10119"/>
                    <a:pt x="2564" y="10005"/>
                    <a:pt x="2822" y="10005"/>
                  </a:cubicBezTo>
                  <a:cubicBezTo>
                    <a:pt x="2850" y="10005"/>
                    <a:pt x="2878" y="10006"/>
                    <a:pt x="2904" y="10009"/>
                  </a:cubicBezTo>
                  <a:cubicBezTo>
                    <a:pt x="3199" y="10044"/>
                    <a:pt x="3301" y="10260"/>
                    <a:pt x="3522" y="10337"/>
                  </a:cubicBezTo>
                  <a:cubicBezTo>
                    <a:pt x="3557" y="10349"/>
                    <a:pt x="3593" y="10354"/>
                    <a:pt x="3631" y="10354"/>
                  </a:cubicBezTo>
                  <a:cubicBezTo>
                    <a:pt x="3792" y="10354"/>
                    <a:pt x="3970" y="10262"/>
                    <a:pt x="4127" y="10262"/>
                  </a:cubicBezTo>
                  <a:cubicBezTo>
                    <a:pt x="4177" y="10262"/>
                    <a:pt x="4225" y="10272"/>
                    <a:pt x="4270" y="10296"/>
                  </a:cubicBezTo>
                  <a:cubicBezTo>
                    <a:pt x="4559" y="10453"/>
                    <a:pt x="4454" y="10955"/>
                    <a:pt x="4670" y="11129"/>
                  </a:cubicBezTo>
                  <a:cubicBezTo>
                    <a:pt x="4720" y="11170"/>
                    <a:pt x="4775" y="11187"/>
                    <a:pt x="4832" y="11187"/>
                  </a:cubicBezTo>
                  <a:cubicBezTo>
                    <a:pt x="5028" y="11187"/>
                    <a:pt x="5243" y="10981"/>
                    <a:pt x="5326" y="10847"/>
                  </a:cubicBezTo>
                  <a:cubicBezTo>
                    <a:pt x="5478" y="10602"/>
                    <a:pt x="5459" y="10318"/>
                    <a:pt x="5746" y="10207"/>
                  </a:cubicBezTo>
                  <a:cubicBezTo>
                    <a:pt x="5842" y="10169"/>
                    <a:pt x="5931" y="10154"/>
                    <a:pt x="6015" y="10154"/>
                  </a:cubicBezTo>
                  <a:cubicBezTo>
                    <a:pt x="6233" y="10154"/>
                    <a:pt x="6422" y="10253"/>
                    <a:pt x="6645" y="10316"/>
                  </a:cubicBezTo>
                  <a:cubicBezTo>
                    <a:pt x="6719" y="10338"/>
                    <a:pt x="6791" y="10346"/>
                    <a:pt x="6862" y="10346"/>
                  </a:cubicBezTo>
                  <a:cubicBezTo>
                    <a:pt x="7072" y="10346"/>
                    <a:pt x="7268" y="10271"/>
                    <a:pt x="7475" y="10230"/>
                  </a:cubicBezTo>
                  <a:cubicBezTo>
                    <a:pt x="7577" y="10210"/>
                    <a:pt x="7682" y="10199"/>
                    <a:pt x="7788" y="10199"/>
                  </a:cubicBezTo>
                  <a:cubicBezTo>
                    <a:pt x="8028" y="10199"/>
                    <a:pt x="8270" y="10254"/>
                    <a:pt x="8480" y="10371"/>
                  </a:cubicBezTo>
                  <a:cubicBezTo>
                    <a:pt x="9211" y="10778"/>
                    <a:pt x="9338" y="11661"/>
                    <a:pt x="10256" y="11825"/>
                  </a:cubicBezTo>
                  <a:cubicBezTo>
                    <a:pt x="10354" y="11843"/>
                    <a:pt x="10439" y="11851"/>
                    <a:pt x="10518" y="11851"/>
                  </a:cubicBezTo>
                  <a:cubicBezTo>
                    <a:pt x="10692" y="11851"/>
                    <a:pt x="10839" y="11812"/>
                    <a:pt x="11041" y="11750"/>
                  </a:cubicBezTo>
                  <a:cubicBezTo>
                    <a:pt x="11129" y="11723"/>
                    <a:pt x="11187" y="11711"/>
                    <a:pt x="11241" y="11711"/>
                  </a:cubicBezTo>
                  <a:cubicBezTo>
                    <a:pt x="11305" y="11711"/>
                    <a:pt x="11365" y="11728"/>
                    <a:pt x="11466" y="11760"/>
                  </a:cubicBezTo>
                  <a:cubicBezTo>
                    <a:pt x="11868" y="11885"/>
                    <a:pt x="12164" y="12152"/>
                    <a:pt x="12563" y="12266"/>
                  </a:cubicBezTo>
                  <a:cubicBezTo>
                    <a:pt x="13079" y="12415"/>
                    <a:pt x="13560" y="12403"/>
                    <a:pt x="14075" y="12423"/>
                  </a:cubicBezTo>
                  <a:cubicBezTo>
                    <a:pt x="14160" y="12426"/>
                    <a:pt x="14238" y="12441"/>
                    <a:pt x="14312" y="12441"/>
                  </a:cubicBezTo>
                  <a:cubicBezTo>
                    <a:pt x="14387" y="12441"/>
                    <a:pt x="14458" y="12425"/>
                    <a:pt x="14525" y="12365"/>
                  </a:cubicBezTo>
                  <a:cubicBezTo>
                    <a:pt x="14705" y="12205"/>
                    <a:pt x="14604" y="12004"/>
                    <a:pt x="14646" y="11811"/>
                  </a:cubicBezTo>
                  <a:cubicBezTo>
                    <a:pt x="14698" y="11578"/>
                    <a:pt x="14823" y="11499"/>
                    <a:pt x="14978" y="11491"/>
                  </a:cubicBezTo>
                  <a:cubicBezTo>
                    <a:pt x="14966" y="11468"/>
                    <a:pt x="14952" y="11443"/>
                    <a:pt x="14938" y="11416"/>
                  </a:cubicBezTo>
                  <a:cubicBezTo>
                    <a:pt x="14895" y="11341"/>
                    <a:pt x="14847" y="11256"/>
                    <a:pt x="14804" y="11152"/>
                  </a:cubicBezTo>
                  <a:cubicBezTo>
                    <a:pt x="14754" y="11030"/>
                    <a:pt x="14721" y="10900"/>
                    <a:pt x="14691" y="10773"/>
                  </a:cubicBezTo>
                  <a:cubicBezTo>
                    <a:pt x="14676" y="10710"/>
                    <a:pt x="14660" y="10647"/>
                    <a:pt x="14643" y="10586"/>
                  </a:cubicBezTo>
                  <a:cubicBezTo>
                    <a:pt x="14626" y="10528"/>
                    <a:pt x="14604" y="10467"/>
                    <a:pt x="14582" y="10406"/>
                  </a:cubicBezTo>
                  <a:cubicBezTo>
                    <a:pt x="14530" y="10263"/>
                    <a:pt x="14476" y="10116"/>
                    <a:pt x="14469" y="9967"/>
                  </a:cubicBezTo>
                  <a:cubicBezTo>
                    <a:pt x="14461" y="9829"/>
                    <a:pt x="14517" y="9689"/>
                    <a:pt x="14572" y="9554"/>
                  </a:cubicBezTo>
                  <a:cubicBezTo>
                    <a:pt x="14684" y="9278"/>
                    <a:pt x="14710" y="9164"/>
                    <a:pt x="14541" y="9068"/>
                  </a:cubicBezTo>
                  <a:cubicBezTo>
                    <a:pt x="14483" y="9035"/>
                    <a:pt x="14384" y="9021"/>
                    <a:pt x="14288" y="9007"/>
                  </a:cubicBezTo>
                  <a:cubicBezTo>
                    <a:pt x="14194" y="8994"/>
                    <a:pt x="14095" y="8980"/>
                    <a:pt x="14009" y="8946"/>
                  </a:cubicBezTo>
                  <a:lnTo>
                    <a:pt x="13987" y="8936"/>
                  </a:lnTo>
                  <a:cubicBezTo>
                    <a:pt x="13865" y="8888"/>
                    <a:pt x="13728" y="8833"/>
                    <a:pt x="13626" y="8717"/>
                  </a:cubicBezTo>
                  <a:cubicBezTo>
                    <a:pt x="13463" y="8527"/>
                    <a:pt x="13526" y="8412"/>
                    <a:pt x="13604" y="8312"/>
                  </a:cubicBezTo>
                  <a:cubicBezTo>
                    <a:pt x="13634" y="8276"/>
                    <a:pt x="13658" y="8243"/>
                    <a:pt x="13669" y="8197"/>
                  </a:cubicBezTo>
                  <a:cubicBezTo>
                    <a:pt x="13678" y="8153"/>
                    <a:pt x="13673" y="8091"/>
                    <a:pt x="13669" y="8026"/>
                  </a:cubicBezTo>
                  <a:cubicBezTo>
                    <a:pt x="13662" y="7954"/>
                    <a:pt x="13656" y="7873"/>
                    <a:pt x="13669" y="7794"/>
                  </a:cubicBezTo>
                  <a:cubicBezTo>
                    <a:pt x="13675" y="7757"/>
                    <a:pt x="13678" y="7724"/>
                    <a:pt x="13681" y="7692"/>
                  </a:cubicBezTo>
                  <a:cubicBezTo>
                    <a:pt x="13691" y="7575"/>
                    <a:pt x="13702" y="7429"/>
                    <a:pt x="13913" y="7372"/>
                  </a:cubicBezTo>
                  <a:cubicBezTo>
                    <a:pt x="13959" y="7360"/>
                    <a:pt x="14005" y="7355"/>
                    <a:pt x="14049" y="7355"/>
                  </a:cubicBezTo>
                  <a:cubicBezTo>
                    <a:pt x="14104" y="7355"/>
                    <a:pt x="14157" y="7362"/>
                    <a:pt x="14207" y="7369"/>
                  </a:cubicBezTo>
                  <a:cubicBezTo>
                    <a:pt x="14251" y="7375"/>
                    <a:pt x="14293" y="7380"/>
                    <a:pt x="14333" y="7380"/>
                  </a:cubicBezTo>
                  <a:cubicBezTo>
                    <a:pt x="14370" y="7380"/>
                    <a:pt x="14406" y="7375"/>
                    <a:pt x="14439" y="7361"/>
                  </a:cubicBezTo>
                  <a:cubicBezTo>
                    <a:pt x="14473" y="7349"/>
                    <a:pt x="14508" y="7316"/>
                    <a:pt x="14546" y="7280"/>
                  </a:cubicBezTo>
                  <a:cubicBezTo>
                    <a:pt x="14589" y="7239"/>
                    <a:pt x="14638" y="7192"/>
                    <a:pt x="14701" y="7165"/>
                  </a:cubicBezTo>
                  <a:cubicBezTo>
                    <a:pt x="14757" y="7141"/>
                    <a:pt x="14810" y="7137"/>
                    <a:pt x="14858" y="7137"/>
                  </a:cubicBezTo>
                  <a:cubicBezTo>
                    <a:pt x="14869" y="7137"/>
                    <a:pt x="14880" y="7137"/>
                    <a:pt x="14891" y="7137"/>
                  </a:cubicBezTo>
                  <a:cubicBezTo>
                    <a:pt x="14902" y="7138"/>
                    <a:pt x="14913" y="7138"/>
                    <a:pt x="14924" y="7138"/>
                  </a:cubicBezTo>
                  <a:cubicBezTo>
                    <a:pt x="14950" y="7138"/>
                    <a:pt x="14974" y="7136"/>
                    <a:pt x="14999" y="7129"/>
                  </a:cubicBezTo>
                  <a:cubicBezTo>
                    <a:pt x="15087" y="7104"/>
                    <a:pt x="15087" y="7104"/>
                    <a:pt x="15079" y="6958"/>
                  </a:cubicBezTo>
                  <a:lnTo>
                    <a:pt x="15076" y="6897"/>
                  </a:lnTo>
                  <a:cubicBezTo>
                    <a:pt x="15071" y="6772"/>
                    <a:pt x="15046" y="6651"/>
                    <a:pt x="15019" y="6522"/>
                  </a:cubicBezTo>
                  <a:cubicBezTo>
                    <a:pt x="14996" y="6408"/>
                    <a:pt x="14971" y="6288"/>
                    <a:pt x="14961" y="6165"/>
                  </a:cubicBezTo>
                  <a:cubicBezTo>
                    <a:pt x="14958" y="6125"/>
                    <a:pt x="14955" y="6091"/>
                    <a:pt x="14952" y="6059"/>
                  </a:cubicBezTo>
                  <a:cubicBezTo>
                    <a:pt x="14925" y="5802"/>
                    <a:pt x="14928" y="5674"/>
                    <a:pt x="15276" y="5532"/>
                  </a:cubicBezTo>
                  <a:cubicBezTo>
                    <a:pt x="15303" y="5521"/>
                    <a:pt x="15330" y="5512"/>
                    <a:pt x="15355" y="5501"/>
                  </a:cubicBezTo>
                  <a:cubicBezTo>
                    <a:pt x="15515" y="5443"/>
                    <a:pt x="15568" y="5412"/>
                    <a:pt x="15570" y="5349"/>
                  </a:cubicBezTo>
                  <a:cubicBezTo>
                    <a:pt x="15574" y="5258"/>
                    <a:pt x="15546" y="5162"/>
                    <a:pt x="15516" y="5059"/>
                  </a:cubicBezTo>
                  <a:cubicBezTo>
                    <a:pt x="15482" y="4943"/>
                    <a:pt x="15447" y="4822"/>
                    <a:pt x="15452" y="4690"/>
                  </a:cubicBezTo>
                  <a:cubicBezTo>
                    <a:pt x="15353" y="4574"/>
                    <a:pt x="15217" y="4477"/>
                    <a:pt x="15143" y="4350"/>
                  </a:cubicBezTo>
                  <a:cubicBezTo>
                    <a:pt x="14971" y="4047"/>
                    <a:pt x="14963" y="3669"/>
                    <a:pt x="14817" y="3355"/>
                  </a:cubicBezTo>
                  <a:cubicBezTo>
                    <a:pt x="14647" y="2995"/>
                    <a:pt x="14346" y="2618"/>
                    <a:pt x="14100" y="2304"/>
                  </a:cubicBezTo>
                  <a:cubicBezTo>
                    <a:pt x="13902" y="2050"/>
                    <a:pt x="13586" y="1912"/>
                    <a:pt x="13272" y="1912"/>
                  </a:cubicBezTo>
                  <a:cubicBezTo>
                    <a:pt x="13134" y="1912"/>
                    <a:pt x="12996" y="1938"/>
                    <a:pt x="12869" y="1994"/>
                  </a:cubicBezTo>
                  <a:cubicBezTo>
                    <a:pt x="12507" y="2150"/>
                    <a:pt x="12322" y="2605"/>
                    <a:pt x="11947" y="2605"/>
                  </a:cubicBezTo>
                  <a:cubicBezTo>
                    <a:pt x="11870" y="2605"/>
                    <a:pt x="11785" y="2586"/>
                    <a:pt x="11689" y="2541"/>
                  </a:cubicBezTo>
                  <a:cubicBezTo>
                    <a:pt x="11521" y="2463"/>
                    <a:pt x="11385" y="2282"/>
                    <a:pt x="11239" y="2157"/>
                  </a:cubicBezTo>
                  <a:cubicBezTo>
                    <a:pt x="10966" y="1922"/>
                    <a:pt x="10685" y="1751"/>
                    <a:pt x="10325" y="1668"/>
                  </a:cubicBezTo>
                  <a:cubicBezTo>
                    <a:pt x="10202" y="1639"/>
                    <a:pt x="10086" y="1629"/>
                    <a:pt x="9974" y="1629"/>
                  </a:cubicBezTo>
                  <a:cubicBezTo>
                    <a:pt x="9627" y="1629"/>
                    <a:pt x="9316" y="1731"/>
                    <a:pt x="8936" y="1731"/>
                  </a:cubicBezTo>
                  <a:cubicBezTo>
                    <a:pt x="8919" y="1731"/>
                    <a:pt x="8903" y="1731"/>
                    <a:pt x="8886" y="1730"/>
                  </a:cubicBezTo>
                  <a:cubicBezTo>
                    <a:pt x="8869" y="1731"/>
                    <a:pt x="8852" y="1732"/>
                    <a:pt x="8835" y="1732"/>
                  </a:cubicBezTo>
                  <a:cubicBezTo>
                    <a:pt x="8284" y="1732"/>
                    <a:pt x="7976" y="1215"/>
                    <a:pt x="7696" y="830"/>
                  </a:cubicBezTo>
                  <a:cubicBezTo>
                    <a:pt x="7564" y="650"/>
                    <a:pt x="7357" y="239"/>
                    <a:pt x="7131" y="174"/>
                  </a:cubicBezTo>
                  <a:cubicBezTo>
                    <a:pt x="7102" y="166"/>
                    <a:pt x="7073" y="163"/>
                    <a:pt x="7044" y="163"/>
                  </a:cubicBezTo>
                  <a:cubicBezTo>
                    <a:pt x="6878" y="163"/>
                    <a:pt x="6717" y="278"/>
                    <a:pt x="6562" y="306"/>
                  </a:cubicBezTo>
                  <a:cubicBezTo>
                    <a:pt x="6531" y="311"/>
                    <a:pt x="6502" y="314"/>
                    <a:pt x="6473" y="314"/>
                  </a:cubicBezTo>
                  <a:cubicBezTo>
                    <a:pt x="6239" y="314"/>
                    <a:pt x="6050" y="152"/>
                    <a:pt x="5842" y="57"/>
                  </a:cubicBezTo>
                  <a:cubicBezTo>
                    <a:pt x="5792" y="33"/>
                    <a:pt x="5740" y="16"/>
                    <a:pt x="5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90;p37">
              <a:extLst>
                <a:ext uri="{FF2B5EF4-FFF2-40B4-BE49-F238E27FC236}">
                  <a16:creationId xmlns:a16="http://schemas.microsoft.com/office/drawing/2014/main" id="{F65CE560-E58A-0F08-DBB0-E7199FACE2FB}"/>
                </a:ext>
              </a:extLst>
            </p:cNvPr>
            <p:cNvSpPr/>
            <p:nvPr/>
          </p:nvSpPr>
          <p:spPr>
            <a:xfrm>
              <a:off x="2813024" y="1368725"/>
              <a:ext cx="611800" cy="490247"/>
            </a:xfrm>
            <a:custGeom>
              <a:avLst/>
              <a:gdLst/>
              <a:ahLst/>
              <a:cxnLst/>
              <a:rect l="l" t="t" r="r" b="b"/>
              <a:pathLst>
                <a:path w="8842" h="7085" extrusionOk="0">
                  <a:moveTo>
                    <a:pt x="6197" y="0"/>
                  </a:moveTo>
                  <a:cubicBezTo>
                    <a:pt x="6114" y="0"/>
                    <a:pt x="6010" y="33"/>
                    <a:pt x="5875" y="110"/>
                  </a:cubicBezTo>
                  <a:cubicBezTo>
                    <a:pt x="5690" y="217"/>
                    <a:pt x="5637" y="307"/>
                    <a:pt x="5412" y="308"/>
                  </a:cubicBezTo>
                  <a:cubicBezTo>
                    <a:pt x="5407" y="308"/>
                    <a:pt x="5402" y="308"/>
                    <a:pt x="5397" y="308"/>
                  </a:cubicBezTo>
                  <a:cubicBezTo>
                    <a:pt x="5305" y="308"/>
                    <a:pt x="5220" y="305"/>
                    <a:pt x="5140" y="305"/>
                  </a:cubicBezTo>
                  <a:cubicBezTo>
                    <a:pt x="4927" y="305"/>
                    <a:pt x="4745" y="330"/>
                    <a:pt x="4539" y="514"/>
                  </a:cubicBezTo>
                  <a:cubicBezTo>
                    <a:pt x="4259" y="763"/>
                    <a:pt x="4109" y="1064"/>
                    <a:pt x="4054" y="1428"/>
                  </a:cubicBezTo>
                  <a:cubicBezTo>
                    <a:pt x="4021" y="1640"/>
                    <a:pt x="4026" y="1872"/>
                    <a:pt x="3866" y="2015"/>
                  </a:cubicBezTo>
                  <a:cubicBezTo>
                    <a:pt x="3689" y="2175"/>
                    <a:pt x="3274" y="2342"/>
                    <a:pt x="3353" y="2673"/>
                  </a:cubicBezTo>
                  <a:cubicBezTo>
                    <a:pt x="3369" y="2741"/>
                    <a:pt x="3441" y="2755"/>
                    <a:pt x="3474" y="2807"/>
                  </a:cubicBezTo>
                  <a:cubicBezTo>
                    <a:pt x="3582" y="2971"/>
                    <a:pt x="3696" y="3158"/>
                    <a:pt x="3736" y="3356"/>
                  </a:cubicBezTo>
                  <a:cubicBezTo>
                    <a:pt x="3792" y="3633"/>
                    <a:pt x="3689" y="3925"/>
                    <a:pt x="3439" y="4088"/>
                  </a:cubicBezTo>
                  <a:cubicBezTo>
                    <a:pt x="3385" y="4124"/>
                    <a:pt x="3334" y="4137"/>
                    <a:pt x="3286" y="4137"/>
                  </a:cubicBezTo>
                  <a:cubicBezTo>
                    <a:pt x="3146" y="4137"/>
                    <a:pt x="3022" y="4024"/>
                    <a:pt x="2856" y="4024"/>
                  </a:cubicBezTo>
                  <a:cubicBezTo>
                    <a:pt x="2835" y="4024"/>
                    <a:pt x="2814" y="4026"/>
                    <a:pt x="2791" y="4030"/>
                  </a:cubicBezTo>
                  <a:cubicBezTo>
                    <a:pt x="2307" y="4118"/>
                    <a:pt x="2123" y="4783"/>
                    <a:pt x="1999" y="5166"/>
                  </a:cubicBezTo>
                  <a:cubicBezTo>
                    <a:pt x="1913" y="5440"/>
                    <a:pt x="1819" y="5709"/>
                    <a:pt x="1689" y="5969"/>
                  </a:cubicBezTo>
                  <a:cubicBezTo>
                    <a:pt x="1592" y="6163"/>
                    <a:pt x="1514" y="6253"/>
                    <a:pt x="1433" y="6253"/>
                  </a:cubicBezTo>
                  <a:cubicBezTo>
                    <a:pt x="1348" y="6253"/>
                    <a:pt x="1259" y="6154"/>
                    <a:pt x="1141" y="5975"/>
                  </a:cubicBezTo>
                  <a:cubicBezTo>
                    <a:pt x="1019" y="5790"/>
                    <a:pt x="845" y="5478"/>
                    <a:pt x="617" y="5407"/>
                  </a:cubicBezTo>
                  <a:cubicBezTo>
                    <a:pt x="570" y="5393"/>
                    <a:pt x="527" y="5386"/>
                    <a:pt x="486" y="5386"/>
                  </a:cubicBezTo>
                  <a:cubicBezTo>
                    <a:pt x="265" y="5386"/>
                    <a:pt x="143" y="5586"/>
                    <a:pt x="90" y="5784"/>
                  </a:cubicBezTo>
                  <a:cubicBezTo>
                    <a:pt x="71" y="5854"/>
                    <a:pt x="1" y="6065"/>
                    <a:pt x="20" y="6126"/>
                  </a:cubicBezTo>
                  <a:cubicBezTo>
                    <a:pt x="92" y="6352"/>
                    <a:pt x="553" y="6350"/>
                    <a:pt x="704" y="6535"/>
                  </a:cubicBezTo>
                  <a:cubicBezTo>
                    <a:pt x="854" y="6721"/>
                    <a:pt x="1012" y="6920"/>
                    <a:pt x="1249" y="6920"/>
                  </a:cubicBezTo>
                  <a:cubicBezTo>
                    <a:pt x="1319" y="6920"/>
                    <a:pt x="1395" y="6902"/>
                    <a:pt x="1480" y="6863"/>
                  </a:cubicBezTo>
                  <a:cubicBezTo>
                    <a:pt x="1689" y="6766"/>
                    <a:pt x="1787" y="6562"/>
                    <a:pt x="2020" y="6477"/>
                  </a:cubicBezTo>
                  <a:cubicBezTo>
                    <a:pt x="2134" y="6435"/>
                    <a:pt x="2277" y="6389"/>
                    <a:pt x="2408" y="6389"/>
                  </a:cubicBezTo>
                  <a:cubicBezTo>
                    <a:pt x="2435" y="6389"/>
                    <a:pt x="2462" y="6391"/>
                    <a:pt x="2487" y="6396"/>
                  </a:cubicBezTo>
                  <a:cubicBezTo>
                    <a:pt x="2650" y="6422"/>
                    <a:pt x="2801" y="6543"/>
                    <a:pt x="2969" y="6593"/>
                  </a:cubicBezTo>
                  <a:cubicBezTo>
                    <a:pt x="3177" y="6656"/>
                    <a:pt x="3401" y="6686"/>
                    <a:pt x="3605" y="6750"/>
                  </a:cubicBezTo>
                  <a:cubicBezTo>
                    <a:pt x="3889" y="6838"/>
                    <a:pt x="4170" y="7084"/>
                    <a:pt x="4481" y="7084"/>
                  </a:cubicBezTo>
                  <a:cubicBezTo>
                    <a:pt x="4509" y="7084"/>
                    <a:pt x="4537" y="7082"/>
                    <a:pt x="4565" y="7078"/>
                  </a:cubicBezTo>
                  <a:cubicBezTo>
                    <a:pt x="4771" y="7047"/>
                    <a:pt x="4785" y="6876"/>
                    <a:pt x="4950" y="6800"/>
                  </a:cubicBezTo>
                  <a:cubicBezTo>
                    <a:pt x="5002" y="6775"/>
                    <a:pt x="5090" y="6766"/>
                    <a:pt x="5184" y="6766"/>
                  </a:cubicBezTo>
                  <a:cubicBezTo>
                    <a:pt x="5321" y="6766"/>
                    <a:pt x="5471" y="6787"/>
                    <a:pt x="5543" y="6813"/>
                  </a:cubicBezTo>
                  <a:cubicBezTo>
                    <a:pt x="5612" y="6839"/>
                    <a:pt x="5673" y="6874"/>
                    <a:pt x="5731" y="6912"/>
                  </a:cubicBezTo>
                  <a:cubicBezTo>
                    <a:pt x="5742" y="6904"/>
                    <a:pt x="5753" y="6896"/>
                    <a:pt x="5762" y="6888"/>
                  </a:cubicBezTo>
                  <a:cubicBezTo>
                    <a:pt x="5822" y="6844"/>
                    <a:pt x="5878" y="6802"/>
                    <a:pt x="5927" y="6763"/>
                  </a:cubicBezTo>
                  <a:cubicBezTo>
                    <a:pt x="6487" y="6308"/>
                    <a:pt x="6562" y="6027"/>
                    <a:pt x="6291" y="5398"/>
                  </a:cubicBezTo>
                  <a:cubicBezTo>
                    <a:pt x="6132" y="5033"/>
                    <a:pt x="6175" y="4899"/>
                    <a:pt x="6277" y="4656"/>
                  </a:cubicBezTo>
                  <a:cubicBezTo>
                    <a:pt x="6300" y="4601"/>
                    <a:pt x="6327" y="4537"/>
                    <a:pt x="6355" y="4458"/>
                  </a:cubicBezTo>
                  <a:cubicBezTo>
                    <a:pt x="6399" y="4330"/>
                    <a:pt x="6379" y="4170"/>
                    <a:pt x="6357" y="4000"/>
                  </a:cubicBezTo>
                  <a:cubicBezTo>
                    <a:pt x="6333" y="3825"/>
                    <a:pt x="6310" y="3643"/>
                    <a:pt x="6349" y="3456"/>
                  </a:cubicBezTo>
                  <a:cubicBezTo>
                    <a:pt x="6385" y="3293"/>
                    <a:pt x="6463" y="3171"/>
                    <a:pt x="6586" y="3095"/>
                  </a:cubicBezTo>
                  <a:cubicBezTo>
                    <a:pt x="6688" y="3032"/>
                    <a:pt x="6811" y="3008"/>
                    <a:pt x="6943" y="3008"/>
                  </a:cubicBezTo>
                  <a:cubicBezTo>
                    <a:pt x="7161" y="3008"/>
                    <a:pt x="7406" y="3073"/>
                    <a:pt x="7632" y="3133"/>
                  </a:cubicBezTo>
                  <a:cubicBezTo>
                    <a:pt x="7768" y="3169"/>
                    <a:pt x="7897" y="3202"/>
                    <a:pt x="7996" y="3215"/>
                  </a:cubicBezTo>
                  <a:cubicBezTo>
                    <a:pt x="8068" y="3223"/>
                    <a:pt x="8145" y="3229"/>
                    <a:pt x="8223" y="3229"/>
                  </a:cubicBezTo>
                  <a:cubicBezTo>
                    <a:pt x="8424" y="3229"/>
                    <a:pt x="8627" y="3194"/>
                    <a:pt x="8741" y="3097"/>
                  </a:cubicBezTo>
                  <a:cubicBezTo>
                    <a:pt x="8800" y="3047"/>
                    <a:pt x="8832" y="2981"/>
                    <a:pt x="8835" y="2896"/>
                  </a:cubicBezTo>
                  <a:cubicBezTo>
                    <a:pt x="8841" y="2703"/>
                    <a:pt x="8678" y="2523"/>
                    <a:pt x="8523" y="2349"/>
                  </a:cubicBezTo>
                  <a:cubicBezTo>
                    <a:pt x="8430" y="2247"/>
                    <a:pt x="8345" y="2151"/>
                    <a:pt x="8286" y="2048"/>
                  </a:cubicBezTo>
                  <a:cubicBezTo>
                    <a:pt x="7952" y="1472"/>
                    <a:pt x="8239" y="1160"/>
                    <a:pt x="8516" y="859"/>
                  </a:cubicBezTo>
                  <a:cubicBezTo>
                    <a:pt x="8527" y="846"/>
                    <a:pt x="8540" y="834"/>
                    <a:pt x="8551" y="821"/>
                  </a:cubicBezTo>
                  <a:cubicBezTo>
                    <a:pt x="8529" y="769"/>
                    <a:pt x="8490" y="725"/>
                    <a:pt x="8389" y="696"/>
                  </a:cubicBezTo>
                  <a:cubicBezTo>
                    <a:pt x="8347" y="683"/>
                    <a:pt x="8309" y="677"/>
                    <a:pt x="8274" y="677"/>
                  </a:cubicBezTo>
                  <a:cubicBezTo>
                    <a:pt x="7995" y="677"/>
                    <a:pt x="7908" y="1038"/>
                    <a:pt x="7684" y="1165"/>
                  </a:cubicBezTo>
                  <a:cubicBezTo>
                    <a:pt x="7625" y="1198"/>
                    <a:pt x="7559" y="1212"/>
                    <a:pt x="7490" y="1212"/>
                  </a:cubicBezTo>
                  <a:cubicBezTo>
                    <a:pt x="7198" y="1212"/>
                    <a:pt x="6843" y="954"/>
                    <a:pt x="6706" y="746"/>
                  </a:cubicBezTo>
                  <a:cubicBezTo>
                    <a:pt x="6521" y="462"/>
                    <a:pt x="6509" y="0"/>
                    <a:pt x="6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91;p37">
              <a:extLst>
                <a:ext uri="{FF2B5EF4-FFF2-40B4-BE49-F238E27FC236}">
                  <a16:creationId xmlns:a16="http://schemas.microsoft.com/office/drawing/2014/main" id="{D6C9F236-7B89-52EF-5383-64F508BDD15B}"/>
                </a:ext>
              </a:extLst>
            </p:cNvPr>
            <p:cNvSpPr/>
            <p:nvPr/>
          </p:nvSpPr>
          <p:spPr>
            <a:xfrm>
              <a:off x="4806933" y="2095320"/>
              <a:ext cx="330117" cy="309440"/>
            </a:xfrm>
            <a:custGeom>
              <a:avLst/>
              <a:gdLst/>
              <a:ahLst/>
              <a:cxnLst/>
              <a:rect l="l" t="t" r="r" b="b"/>
              <a:pathLst>
                <a:path w="4771" h="4472" extrusionOk="0">
                  <a:moveTo>
                    <a:pt x="2570" y="1"/>
                  </a:moveTo>
                  <a:cubicBezTo>
                    <a:pt x="2481" y="120"/>
                    <a:pt x="2360" y="205"/>
                    <a:pt x="2241" y="288"/>
                  </a:cubicBezTo>
                  <a:cubicBezTo>
                    <a:pt x="2120" y="373"/>
                    <a:pt x="2006" y="453"/>
                    <a:pt x="1947" y="556"/>
                  </a:cubicBezTo>
                  <a:cubicBezTo>
                    <a:pt x="1935" y="577"/>
                    <a:pt x="1933" y="602"/>
                    <a:pt x="1930" y="641"/>
                  </a:cubicBezTo>
                  <a:cubicBezTo>
                    <a:pt x="1926" y="696"/>
                    <a:pt x="1919" y="763"/>
                    <a:pt x="1874" y="831"/>
                  </a:cubicBezTo>
                  <a:cubicBezTo>
                    <a:pt x="1813" y="918"/>
                    <a:pt x="1701" y="1005"/>
                    <a:pt x="1490" y="1005"/>
                  </a:cubicBezTo>
                  <a:cubicBezTo>
                    <a:pt x="1406" y="1005"/>
                    <a:pt x="1306" y="991"/>
                    <a:pt x="1187" y="958"/>
                  </a:cubicBezTo>
                  <a:cubicBezTo>
                    <a:pt x="1113" y="937"/>
                    <a:pt x="986" y="925"/>
                    <a:pt x="856" y="925"/>
                  </a:cubicBezTo>
                  <a:cubicBezTo>
                    <a:pt x="674" y="925"/>
                    <a:pt x="488" y="949"/>
                    <a:pt x="439" y="1010"/>
                  </a:cubicBezTo>
                  <a:cubicBezTo>
                    <a:pt x="435" y="1013"/>
                    <a:pt x="426" y="1025"/>
                    <a:pt x="451" y="1071"/>
                  </a:cubicBezTo>
                  <a:cubicBezTo>
                    <a:pt x="487" y="1138"/>
                    <a:pt x="523" y="1198"/>
                    <a:pt x="558" y="1254"/>
                  </a:cubicBezTo>
                  <a:cubicBezTo>
                    <a:pt x="658" y="1416"/>
                    <a:pt x="752" y="1568"/>
                    <a:pt x="770" y="1822"/>
                  </a:cubicBezTo>
                  <a:lnTo>
                    <a:pt x="776" y="1910"/>
                  </a:lnTo>
                  <a:lnTo>
                    <a:pt x="693" y="1937"/>
                  </a:lnTo>
                  <a:cubicBezTo>
                    <a:pt x="599" y="1966"/>
                    <a:pt x="501" y="1976"/>
                    <a:pt x="406" y="1985"/>
                  </a:cubicBezTo>
                  <a:cubicBezTo>
                    <a:pt x="250" y="2001"/>
                    <a:pt x="117" y="2015"/>
                    <a:pt x="42" y="2106"/>
                  </a:cubicBezTo>
                  <a:cubicBezTo>
                    <a:pt x="31" y="2120"/>
                    <a:pt x="15" y="2153"/>
                    <a:pt x="1" y="2189"/>
                  </a:cubicBezTo>
                  <a:cubicBezTo>
                    <a:pt x="249" y="2231"/>
                    <a:pt x="493" y="2308"/>
                    <a:pt x="727" y="2448"/>
                  </a:cubicBezTo>
                  <a:cubicBezTo>
                    <a:pt x="961" y="2587"/>
                    <a:pt x="1122" y="2835"/>
                    <a:pt x="1345" y="2992"/>
                  </a:cubicBezTo>
                  <a:cubicBezTo>
                    <a:pt x="1786" y="3303"/>
                    <a:pt x="2362" y="3171"/>
                    <a:pt x="2829" y="3383"/>
                  </a:cubicBezTo>
                  <a:cubicBezTo>
                    <a:pt x="3160" y="3533"/>
                    <a:pt x="3383" y="3756"/>
                    <a:pt x="3623" y="4013"/>
                  </a:cubicBezTo>
                  <a:cubicBezTo>
                    <a:pt x="3860" y="4269"/>
                    <a:pt x="4159" y="4371"/>
                    <a:pt x="4478" y="4471"/>
                  </a:cubicBezTo>
                  <a:cubicBezTo>
                    <a:pt x="4485" y="4456"/>
                    <a:pt x="4493" y="4440"/>
                    <a:pt x="4501" y="4426"/>
                  </a:cubicBezTo>
                  <a:cubicBezTo>
                    <a:pt x="4567" y="4303"/>
                    <a:pt x="4633" y="4181"/>
                    <a:pt x="4692" y="4057"/>
                  </a:cubicBezTo>
                  <a:cubicBezTo>
                    <a:pt x="4771" y="3892"/>
                    <a:pt x="4743" y="3714"/>
                    <a:pt x="4598" y="3460"/>
                  </a:cubicBezTo>
                  <a:cubicBezTo>
                    <a:pt x="4567" y="3405"/>
                    <a:pt x="4534" y="3356"/>
                    <a:pt x="4503" y="3311"/>
                  </a:cubicBezTo>
                  <a:cubicBezTo>
                    <a:pt x="4405" y="3168"/>
                    <a:pt x="4305" y="3019"/>
                    <a:pt x="4325" y="2768"/>
                  </a:cubicBezTo>
                  <a:cubicBezTo>
                    <a:pt x="4338" y="2619"/>
                    <a:pt x="4401" y="2493"/>
                    <a:pt x="4457" y="2380"/>
                  </a:cubicBezTo>
                  <a:cubicBezTo>
                    <a:pt x="4501" y="2293"/>
                    <a:pt x="4542" y="2208"/>
                    <a:pt x="4553" y="2126"/>
                  </a:cubicBezTo>
                  <a:cubicBezTo>
                    <a:pt x="4570" y="1987"/>
                    <a:pt x="4407" y="1758"/>
                    <a:pt x="4291" y="1720"/>
                  </a:cubicBezTo>
                  <a:cubicBezTo>
                    <a:pt x="4259" y="1709"/>
                    <a:pt x="4226" y="1706"/>
                    <a:pt x="4191" y="1706"/>
                  </a:cubicBezTo>
                  <a:cubicBezTo>
                    <a:pt x="4160" y="1706"/>
                    <a:pt x="4128" y="1708"/>
                    <a:pt x="4095" y="1711"/>
                  </a:cubicBezTo>
                  <a:cubicBezTo>
                    <a:pt x="4059" y="1714"/>
                    <a:pt x="4022" y="1717"/>
                    <a:pt x="3984" y="1717"/>
                  </a:cubicBezTo>
                  <a:cubicBezTo>
                    <a:pt x="3901" y="1717"/>
                    <a:pt x="3813" y="1702"/>
                    <a:pt x="3729" y="1639"/>
                  </a:cubicBezTo>
                  <a:cubicBezTo>
                    <a:pt x="3643" y="1574"/>
                    <a:pt x="3598" y="1494"/>
                    <a:pt x="3552" y="1416"/>
                  </a:cubicBezTo>
                  <a:lnTo>
                    <a:pt x="3533" y="1384"/>
                  </a:lnTo>
                  <a:cubicBezTo>
                    <a:pt x="3510" y="1344"/>
                    <a:pt x="3485" y="1301"/>
                    <a:pt x="3477" y="1295"/>
                  </a:cubicBezTo>
                  <a:cubicBezTo>
                    <a:pt x="3469" y="1290"/>
                    <a:pt x="3428" y="1282"/>
                    <a:pt x="3411" y="1279"/>
                  </a:cubicBezTo>
                  <a:cubicBezTo>
                    <a:pt x="3356" y="1268"/>
                    <a:pt x="3307" y="1267"/>
                    <a:pt x="3260" y="1267"/>
                  </a:cubicBezTo>
                  <a:cubicBezTo>
                    <a:pt x="3133" y="1265"/>
                    <a:pt x="2989" y="1265"/>
                    <a:pt x="2876" y="1052"/>
                  </a:cubicBezTo>
                  <a:cubicBezTo>
                    <a:pt x="2798" y="901"/>
                    <a:pt x="2707" y="646"/>
                    <a:pt x="2685" y="450"/>
                  </a:cubicBezTo>
                  <a:lnTo>
                    <a:pt x="2680" y="403"/>
                  </a:lnTo>
                  <a:cubicBezTo>
                    <a:pt x="2669" y="288"/>
                    <a:pt x="2649" y="72"/>
                    <a:pt x="2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92;p37">
              <a:extLst>
                <a:ext uri="{FF2B5EF4-FFF2-40B4-BE49-F238E27FC236}">
                  <a16:creationId xmlns:a16="http://schemas.microsoft.com/office/drawing/2014/main" id="{78971612-30FC-F547-7762-F753FABF303C}"/>
                </a:ext>
              </a:extLst>
            </p:cNvPr>
            <p:cNvSpPr/>
            <p:nvPr/>
          </p:nvSpPr>
          <p:spPr>
            <a:xfrm>
              <a:off x="6115080" y="1832249"/>
              <a:ext cx="604258" cy="175963"/>
            </a:xfrm>
            <a:custGeom>
              <a:avLst/>
              <a:gdLst/>
              <a:ahLst/>
              <a:cxnLst/>
              <a:rect l="l" t="t" r="r" b="b"/>
              <a:pathLst>
                <a:path w="8733" h="2543" extrusionOk="0">
                  <a:moveTo>
                    <a:pt x="1425" y="0"/>
                  </a:moveTo>
                  <a:cubicBezTo>
                    <a:pt x="1290" y="0"/>
                    <a:pt x="1170" y="49"/>
                    <a:pt x="1084" y="202"/>
                  </a:cubicBezTo>
                  <a:cubicBezTo>
                    <a:pt x="987" y="374"/>
                    <a:pt x="956" y="489"/>
                    <a:pt x="794" y="598"/>
                  </a:cubicBezTo>
                  <a:cubicBezTo>
                    <a:pt x="614" y="721"/>
                    <a:pt x="404" y="795"/>
                    <a:pt x="338" y="1020"/>
                  </a:cubicBezTo>
                  <a:cubicBezTo>
                    <a:pt x="295" y="1168"/>
                    <a:pt x="338" y="1298"/>
                    <a:pt x="250" y="1425"/>
                  </a:cubicBezTo>
                  <a:cubicBezTo>
                    <a:pt x="162" y="1552"/>
                    <a:pt x="0" y="1601"/>
                    <a:pt x="109" y="1778"/>
                  </a:cubicBezTo>
                  <a:cubicBezTo>
                    <a:pt x="193" y="1917"/>
                    <a:pt x="394" y="1964"/>
                    <a:pt x="599" y="1964"/>
                  </a:cubicBezTo>
                  <a:cubicBezTo>
                    <a:pt x="778" y="1964"/>
                    <a:pt x="961" y="1928"/>
                    <a:pt x="1072" y="1885"/>
                  </a:cubicBezTo>
                  <a:cubicBezTo>
                    <a:pt x="1191" y="1836"/>
                    <a:pt x="1347" y="1795"/>
                    <a:pt x="1497" y="1795"/>
                  </a:cubicBezTo>
                  <a:cubicBezTo>
                    <a:pt x="1600" y="1795"/>
                    <a:pt x="1700" y="1815"/>
                    <a:pt x="1782" y="1866"/>
                  </a:cubicBezTo>
                  <a:cubicBezTo>
                    <a:pt x="1916" y="1949"/>
                    <a:pt x="1956" y="2140"/>
                    <a:pt x="2040" y="2272"/>
                  </a:cubicBezTo>
                  <a:cubicBezTo>
                    <a:pt x="2172" y="2478"/>
                    <a:pt x="2430" y="2535"/>
                    <a:pt x="2676" y="2535"/>
                  </a:cubicBezTo>
                  <a:cubicBezTo>
                    <a:pt x="2799" y="2535"/>
                    <a:pt x="2919" y="2521"/>
                    <a:pt x="3020" y="2504"/>
                  </a:cubicBezTo>
                  <a:cubicBezTo>
                    <a:pt x="3145" y="2484"/>
                    <a:pt x="3269" y="2476"/>
                    <a:pt x="3393" y="2476"/>
                  </a:cubicBezTo>
                  <a:cubicBezTo>
                    <a:pt x="3760" y="2476"/>
                    <a:pt x="4125" y="2542"/>
                    <a:pt x="4494" y="2542"/>
                  </a:cubicBezTo>
                  <a:cubicBezTo>
                    <a:pt x="4530" y="2542"/>
                    <a:pt x="4566" y="2542"/>
                    <a:pt x="4602" y="2540"/>
                  </a:cubicBezTo>
                  <a:cubicBezTo>
                    <a:pt x="4869" y="2529"/>
                    <a:pt x="5153" y="2517"/>
                    <a:pt x="5275" y="2278"/>
                  </a:cubicBezTo>
                  <a:cubicBezTo>
                    <a:pt x="5335" y="2159"/>
                    <a:pt x="5348" y="1886"/>
                    <a:pt x="5424" y="1798"/>
                  </a:cubicBezTo>
                  <a:cubicBezTo>
                    <a:pt x="5520" y="1689"/>
                    <a:pt x="5670" y="1662"/>
                    <a:pt x="5834" y="1662"/>
                  </a:cubicBezTo>
                  <a:cubicBezTo>
                    <a:pt x="5992" y="1662"/>
                    <a:pt x="6162" y="1687"/>
                    <a:pt x="6306" y="1687"/>
                  </a:cubicBezTo>
                  <a:cubicBezTo>
                    <a:pt x="6367" y="1687"/>
                    <a:pt x="6422" y="1682"/>
                    <a:pt x="6471" y="1670"/>
                  </a:cubicBezTo>
                  <a:cubicBezTo>
                    <a:pt x="6583" y="1641"/>
                    <a:pt x="6689" y="1579"/>
                    <a:pt x="6805" y="1579"/>
                  </a:cubicBezTo>
                  <a:cubicBezTo>
                    <a:pt x="6835" y="1579"/>
                    <a:pt x="6866" y="1583"/>
                    <a:pt x="6897" y="1593"/>
                  </a:cubicBezTo>
                  <a:cubicBezTo>
                    <a:pt x="7064" y="1645"/>
                    <a:pt x="7180" y="1817"/>
                    <a:pt x="7363" y="1833"/>
                  </a:cubicBezTo>
                  <a:cubicBezTo>
                    <a:pt x="7421" y="1728"/>
                    <a:pt x="7405" y="1596"/>
                    <a:pt x="7462" y="1488"/>
                  </a:cubicBezTo>
                  <a:cubicBezTo>
                    <a:pt x="7539" y="1340"/>
                    <a:pt x="7722" y="1209"/>
                    <a:pt x="7870" y="1143"/>
                  </a:cubicBezTo>
                  <a:cubicBezTo>
                    <a:pt x="8016" y="1077"/>
                    <a:pt x="8218" y="1025"/>
                    <a:pt x="8372" y="994"/>
                  </a:cubicBezTo>
                  <a:cubicBezTo>
                    <a:pt x="8403" y="988"/>
                    <a:pt x="8438" y="986"/>
                    <a:pt x="8475" y="986"/>
                  </a:cubicBezTo>
                  <a:cubicBezTo>
                    <a:pt x="8502" y="986"/>
                    <a:pt x="8529" y="987"/>
                    <a:pt x="8556" y="987"/>
                  </a:cubicBezTo>
                  <a:cubicBezTo>
                    <a:pt x="8623" y="987"/>
                    <a:pt x="8687" y="983"/>
                    <a:pt x="8732" y="953"/>
                  </a:cubicBezTo>
                  <a:cubicBezTo>
                    <a:pt x="8695" y="834"/>
                    <a:pt x="8624" y="721"/>
                    <a:pt x="8609" y="597"/>
                  </a:cubicBezTo>
                  <a:cubicBezTo>
                    <a:pt x="8599" y="509"/>
                    <a:pt x="8651" y="407"/>
                    <a:pt x="8627" y="321"/>
                  </a:cubicBezTo>
                  <a:cubicBezTo>
                    <a:pt x="8590" y="189"/>
                    <a:pt x="8452" y="145"/>
                    <a:pt x="8341" y="145"/>
                  </a:cubicBezTo>
                  <a:cubicBezTo>
                    <a:pt x="8306" y="145"/>
                    <a:pt x="8275" y="149"/>
                    <a:pt x="8249" y="156"/>
                  </a:cubicBezTo>
                  <a:cubicBezTo>
                    <a:pt x="8163" y="156"/>
                    <a:pt x="8076" y="157"/>
                    <a:pt x="7990" y="157"/>
                  </a:cubicBezTo>
                  <a:cubicBezTo>
                    <a:pt x="7753" y="157"/>
                    <a:pt x="7517" y="156"/>
                    <a:pt x="7281" y="156"/>
                  </a:cubicBezTo>
                  <a:cubicBezTo>
                    <a:pt x="7194" y="156"/>
                    <a:pt x="7108" y="156"/>
                    <a:pt x="7021" y="156"/>
                  </a:cubicBezTo>
                  <a:cubicBezTo>
                    <a:pt x="7019" y="156"/>
                    <a:pt x="7017" y="156"/>
                    <a:pt x="7015" y="156"/>
                  </a:cubicBezTo>
                  <a:cubicBezTo>
                    <a:pt x="6753" y="156"/>
                    <a:pt x="6528" y="52"/>
                    <a:pt x="6271" y="24"/>
                  </a:cubicBezTo>
                  <a:cubicBezTo>
                    <a:pt x="6120" y="8"/>
                    <a:pt x="5966" y="2"/>
                    <a:pt x="5811" y="2"/>
                  </a:cubicBezTo>
                  <a:cubicBezTo>
                    <a:pt x="5360" y="2"/>
                    <a:pt x="4899" y="57"/>
                    <a:pt x="4461" y="92"/>
                  </a:cubicBezTo>
                  <a:cubicBezTo>
                    <a:pt x="3901" y="136"/>
                    <a:pt x="3325" y="172"/>
                    <a:pt x="2755" y="172"/>
                  </a:cubicBezTo>
                  <a:cubicBezTo>
                    <a:pt x="2558" y="172"/>
                    <a:pt x="2361" y="167"/>
                    <a:pt x="2167" y="158"/>
                  </a:cubicBezTo>
                  <a:cubicBezTo>
                    <a:pt x="1939" y="147"/>
                    <a:pt x="1659" y="0"/>
                    <a:pt x="1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93;p37">
              <a:extLst>
                <a:ext uri="{FF2B5EF4-FFF2-40B4-BE49-F238E27FC236}">
                  <a16:creationId xmlns:a16="http://schemas.microsoft.com/office/drawing/2014/main" id="{3E8A76D9-3769-C9A4-6A26-9A69837577F3}"/>
                </a:ext>
              </a:extLst>
            </p:cNvPr>
            <p:cNvSpPr/>
            <p:nvPr/>
          </p:nvSpPr>
          <p:spPr>
            <a:xfrm>
              <a:off x="6776487" y="1926766"/>
              <a:ext cx="88843" cy="51827"/>
            </a:xfrm>
            <a:custGeom>
              <a:avLst/>
              <a:gdLst/>
              <a:ahLst/>
              <a:cxnLst/>
              <a:rect l="l" t="t" r="r" b="b"/>
              <a:pathLst>
                <a:path w="1284" h="749" extrusionOk="0">
                  <a:moveTo>
                    <a:pt x="651" y="0"/>
                  </a:moveTo>
                  <a:cubicBezTo>
                    <a:pt x="635" y="0"/>
                    <a:pt x="620" y="2"/>
                    <a:pt x="605" y="6"/>
                  </a:cubicBezTo>
                  <a:cubicBezTo>
                    <a:pt x="569" y="15"/>
                    <a:pt x="565" y="58"/>
                    <a:pt x="525" y="70"/>
                  </a:cubicBezTo>
                  <a:cubicBezTo>
                    <a:pt x="516" y="73"/>
                    <a:pt x="505" y="74"/>
                    <a:pt x="494" y="74"/>
                  </a:cubicBezTo>
                  <a:cubicBezTo>
                    <a:pt x="464" y="74"/>
                    <a:pt x="436" y="63"/>
                    <a:pt x="447" y="39"/>
                  </a:cubicBezTo>
                  <a:lnTo>
                    <a:pt x="447" y="39"/>
                  </a:lnTo>
                  <a:cubicBezTo>
                    <a:pt x="335" y="42"/>
                    <a:pt x="221" y="94"/>
                    <a:pt x="110" y="94"/>
                  </a:cubicBezTo>
                  <a:cubicBezTo>
                    <a:pt x="73" y="94"/>
                    <a:pt x="36" y="88"/>
                    <a:pt x="0" y="73"/>
                  </a:cubicBezTo>
                  <a:lnTo>
                    <a:pt x="0" y="73"/>
                  </a:lnTo>
                  <a:cubicBezTo>
                    <a:pt x="27" y="196"/>
                    <a:pt x="121" y="238"/>
                    <a:pt x="224" y="296"/>
                  </a:cubicBezTo>
                  <a:cubicBezTo>
                    <a:pt x="340" y="360"/>
                    <a:pt x="367" y="483"/>
                    <a:pt x="458" y="575"/>
                  </a:cubicBezTo>
                  <a:cubicBezTo>
                    <a:pt x="527" y="644"/>
                    <a:pt x="704" y="748"/>
                    <a:pt x="831" y="748"/>
                  </a:cubicBezTo>
                  <a:cubicBezTo>
                    <a:pt x="875" y="748"/>
                    <a:pt x="912" y="736"/>
                    <a:pt x="938" y="707"/>
                  </a:cubicBezTo>
                  <a:cubicBezTo>
                    <a:pt x="958" y="683"/>
                    <a:pt x="938" y="628"/>
                    <a:pt x="960" y="600"/>
                  </a:cubicBezTo>
                  <a:cubicBezTo>
                    <a:pt x="1031" y="512"/>
                    <a:pt x="1206" y="567"/>
                    <a:pt x="1283" y="478"/>
                  </a:cubicBezTo>
                  <a:cubicBezTo>
                    <a:pt x="1234" y="415"/>
                    <a:pt x="1145" y="335"/>
                    <a:pt x="1071" y="305"/>
                  </a:cubicBezTo>
                  <a:cubicBezTo>
                    <a:pt x="1020" y="283"/>
                    <a:pt x="943" y="298"/>
                    <a:pt x="896" y="266"/>
                  </a:cubicBezTo>
                  <a:cubicBezTo>
                    <a:pt x="817" y="216"/>
                    <a:pt x="842" y="128"/>
                    <a:pt x="794" y="65"/>
                  </a:cubicBezTo>
                  <a:cubicBezTo>
                    <a:pt x="762" y="24"/>
                    <a:pt x="706" y="0"/>
                    <a:pt x="6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7">
            <a:extLst>
              <a:ext uri="{FF2B5EF4-FFF2-40B4-BE49-F238E27FC236}">
                <a16:creationId xmlns:a16="http://schemas.microsoft.com/office/drawing/2014/main" id="{FA66C27A-9CA9-E3C3-CE40-2B77A54DCF94}"/>
              </a:ext>
            </a:extLst>
          </p:cNvPr>
          <p:cNvSpPr txBox="1"/>
          <p:nvPr/>
        </p:nvSpPr>
        <p:spPr>
          <a:xfrm>
            <a:off x="5674860" y="1881108"/>
            <a:ext cx="52363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Lingkup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Menganalisis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jatuh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rugi-rugi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keandalan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dianalisis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lanjut</a:t>
            </a: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terbarukan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PV,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Mengelompokkan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beban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penganalisisan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kelayakan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menilai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potensi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terbarukan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simulasi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aliran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jatuh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rugi-rugi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E1D258C-A27F-A944-FA32-4F7302461E59}"/>
              </a:ext>
            </a:extLst>
          </p:cNvPr>
          <p:cNvSpPr txBox="1"/>
          <p:nvPr/>
        </p:nvSpPr>
        <p:spPr>
          <a:xfrm>
            <a:off x="-5733786" y="2198879"/>
            <a:ext cx="52363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US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US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Menganalisis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keandalan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pada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 Wilayah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endParaRPr lang="en-ID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Menganalisis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perhitungan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pengelompokan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beban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terdapat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pada Wilayah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endParaRPr lang="en-ID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Menganalisis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topologi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jaringan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digunakan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pada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sistem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tenaga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listrik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di wilayah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Pulau</a:t>
            </a:r>
            <a:r>
              <a:rPr lang="en-ID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Neera</a:t>
            </a:r>
            <a:endParaRPr lang="en-ID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Mempertimbangkan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6" name="Gambar 5">
            <a:extLst>
              <a:ext uri="{FF2B5EF4-FFF2-40B4-BE49-F238E27FC236}">
                <a16:creationId xmlns:a16="http://schemas.microsoft.com/office/drawing/2014/main" id="{7EA69078-A6D6-482B-7268-4D1202733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055" y="5863121"/>
            <a:ext cx="5037138" cy="336452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0" name="Google Shape;486;p25">
            <a:extLst>
              <a:ext uri="{FF2B5EF4-FFF2-40B4-BE49-F238E27FC236}">
                <a16:creationId xmlns:a16="http://schemas.microsoft.com/office/drawing/2014/main" id="{BC8A2106-FF4B-F7FF-1C5B-7C7B297639C0}"/>
              </a:ext>
            </a:extLst>
          </p:cNvPr>
          <p:cNvSpPr txBox="1">
            <a:spLocks/>
          </p:cNvSpPr>
          <p:nvPr/>
        </p:nvSpPr>
        <p:spPr>
          <a:xfrm>
            <a:off x="9598699" y="8822833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Analisis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Wilayah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4" name="Persegi Panjang: Sudut Lengkung 13">
            <a:extLst>
              <a:ext uri="{FF2B5EF4-FFF2-40B4-BE49-F238E27FC236}">
                <a16:creationId xmlns:a16="http://schemas.microsoft.com/office/drawing/2014/main" id="{49117F0A-164C-6E29-D6D9-232A09D86AAF}"/>
              </a:ext>
            </a:extLst>
          </p:cNvPr>
          <p:cNvSpPr/>
          <p:nvPr/>
        </p:nvSpPr>
        <p:spPr>
          <a:xfrm>
            <a:off x="12818457" y="1398507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Lokasi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Strategis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5" name="Persegi Panjang: Sudut Lengkung 14">
            <a:extLst>
              <a:ext uri="{FF2B5EF4-FFF2-40B4-BE49-F238E27FC236}">
                <a16:creationId xmlns:a16="http://schemas.microsoft.com/office/drawing/2014/main" id="{1074EF82-B50E-B790-0F47-D3200BD6528E}"/>
              </a:ext>
            </a:extLst>
          </p:cNvPr>
          <p:cNvSpPr/>
          <p:nvPr/>
        </p:nvSpPr>
        <p:spPr>
          <a:xfrm>
            <a:off x="12818457" y="3048532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Kebutuhan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Pelanggan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6" name="Persegi Panjang: Sudut Lengkung 15">
            <a:extLst>
              <a:ext uri="{FF2B5EF4-FFF2-40B4-BE49-F238E27FC236}">
                <a16:creationId xmlns:a16="http://schemas.microsoft.com/office/drawing/2014/main" id="{FF4C10AD-97FA-CE71-FE72-9CDFB4A97EBB}"/>
              </a:ext>
            </a:extLst>
          </p:cNvPr>
          <p:cNvSpPr/>
          <p:nvPr/>
        </p:nvSpPr>
        <p:spPr>
          <a:xfrm>
            <a:off x="12818457" y="4698557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Potensi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Pertumbuhan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380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D06B1E74-D3F9-113A-44B9-A3175C4DF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62" y="1746737"/>
            <a:ext cx="5037138" cy="336452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Google Shape;486;p25">
            <a:extLst>
              <a:ext uri="{FF2B5EF4-FFF2-40B4-BE49-F238E27FC236}">
                <a16:creationId xmlns:a16="http://schemas.microsoft.com/office/drawing/2014/main" id="{5C4F4FD4-B831-C600-4C4E-E5E638D6A157}"/>
              </a:ext>
            </a:extLst>
          </p:cNvPr>
          <p:cNvSpPr txBox="1">
            <a:spLocks/>
          </p:cNvSpPr>
          <p:nvPr/>
        </p:nvSpPr>
        <p:spPr>
          <a:xfrm>
            <a:off x="984130" y="5111262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Analisis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Wilayah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Persegi Panjang: Sudut Lengkung 6">
            <a:extLst>
              <a:ext uri="{FF2B5EF4-FFF2-40B4-BE49-F238E27FC236}">
                <a16:creationId xmlns:a16="http://schemas.microsoft.com/office/drawing/2014/main" id="{3DCD0688-774D-7882-A7CA-1A4A8591C50D}"/>
              </a:ext>
            </a:extLst>
          </p:cNvPr>
          <p:cNvSpPr/>
          <p:nvPr/>
        </p:nvSpPr>
        <p:spPr>
          <a:xfrm>
            <a:off x="7696200" y="1131274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Lokasi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Strategis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8" name="Persegi Panjang: Sudut Lengkung 7">
            <a:extLst>
              <a:ext uri="{FF2B5EF4-FFF2-40B4-BE49-F238E27FC236}">
                <a16:creationId xmlns:a16="http://schemas.microsoft.com/office/drawing/2014/main" id="{0442F23D-7E48-2C06-B228-33C065F40D45}"/>
              </a:ext>
            </a:extLst>
          </p:cNvPr>
          <p:cNvSpPr/>
          <p:nvPr/>
        </p:nvSpPr>
        <p:spPr>
          <a:xfrm>
            <a:off x="7696200" y="2781299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Kebutuhan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Pelanggan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9" name="Persegi Panjang: Sudut Lengkung 8">
            <a:extLst>
              <a:ext uri="{FF2B5EF4-FFF2-40B4-BE49-F238E27FC236}">
                <a16:creationId xmlns:a16="http://schemas.microsoft.com/office/drawing/2014/main" id="{5271AC80-A771-3D6C-86C2-4CA22D70C42D}"/>
              </a:ext>
            </a:extLst>
          </p:cNvPr>
          <p:cNvSpPr/>
          <p:nvPr/>
        </p:nvSpPr>
        <p:spPr>
          <a:xfrm>
            <a:off x="7696200" y="4431324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Potensi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Pertumbuhan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25ABA493-31EF-63CA-CF3F-C6664FFE0E8F}"/>
              </a:ext>
            </a:extLst>
          </p:cNvPr>
          <p:cNvSpPr txBox="1"/>
          <p:nvPr/>
        </p:nvSpPr>
        <p:spPr>
          <a:xfrm>
            <a:off x="12192000" y="7090041"/>
            <a:ext cx="55062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geografis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dimanfaatkan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Dibawah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poin-poin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pemanfaatan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hidro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dioptimalkan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Ketersediaan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daerah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IKN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mengurangi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kerugian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transmisi</a:t>
            </a:r>
            <a:endParaRPr lang="en-ID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1553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D06B1E74-D3F9-113A-44B9-A3175C4DF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2" y="2086707"/>
            <a:ext cx="4019180" cy="268458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Google Shape;486;p25">
            <a:extLst>
              <a:ext uri="{FF2B5EF4-FFF2-40B4-BE49-F238E27FC236}">
                <a16:creationId xmlns:a16="http://schemas.microsoft.com/office/drawing/2014/main" id="{5C4F4FD4-B831-C600-4C4E-E5E638D6A157}"/>
              </a:ext>
            </a:extLst>
          </p:cNvPr>
          <p:cNvSpPr txBox="1">
            <a:spLocks/>
          </p:cNvSpPr>
          <p:nvPr/>
        </p:nvSpPr>
        <p:spPr>
          <a:xfrm>
            <a:off x="170351" y="5060462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Analisis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Wilayah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Persegi Panjang: Sudut Lengkung 6">
            <a:extLst>
              <a:ext uri="{FF2B5EF4-FFF2-40B4-BE49-F238E27FC236}">
                <a16:creationId xmlns:a16="http://schemas.microsoft.com/office/drawing/2014/main" id="{3DCD0688-774D-7882-A7CA-1A4A8591C50D}"/>
              </a:ext>
            </a:extLst>
          </p:cNvPr>
          <p:cNvSpPr/>
          <p:nvPr/>
        </p:nvSpPr>
        <p:spPr>
          <a:xfrm>
            <a:off x="10699750" y="140674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Lokasi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Strategis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8" name="Persegi Panjang: Sudut Lengkung 7">
            <a:extLst>
              <a:ext uri="{FF2B5EF4-FFF2-40B4-BE49-F238E27FC236}">
                <a16:creationId xmlns:a16="http://schemas.microsoft.com/office/drawing/2014/main" id="{0442F23D-7E48-2C06-B228-33C065F40D45}"/>
              </a:ext>
            </a:extLst>
          </p:cNvPr>
          <p:cNvSpPr/>
          <p:nvPr/>
        </p:nvSpPr>
        <p:spPr>
          <a:xfrm>
            <a:off x="11861800" y="1638298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Kebutuhan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Pelanggan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9" name="Persegi Panjang: Sudut Lengkung 8">
            <a:extLst>
              <a:ext uri="{FF2B5EF4-FFF2-40B4-BE49-F238E27FC236}">
                <a16:creationId xmlns:a16="http://schemas.microsoft.com/office/drawing/2014/main" id="{5271AC80-A771-3D6C-86C2-4CA22D70C42D}"/>
              </a:ext>
            </a:extLst>
          </p:cNvPr>
          <p:cNvSpPr/>
          <p:nvPr/>
        </p:nvSpPr>
        <p:spPr>
          <a:xfrm>
            <a:off x="11861800" y="3135922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Potensi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Pertumbuhan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50BC37A8-574C-CF8B-82C0-385F3C3AA6C1}"/>
              </a:ext>
            </a:extLst>
          </p:cNvPr>
          <p:cNvSpPr txBox="1"/>
          <p:nvPr/>
        </p:nvSpPr>
        <p:spPr>
          <a:xfrm>
            <a:off x="5356952" y="1921141"/>
            <a:ext cx="55062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geografis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dimanfaatkan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Dibawah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poin-poin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pemanfaatan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hidro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dioptimalkan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Ketersediaan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daerah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IKN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mengurangi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kerugian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transmisi</a:t>
            </a:r>
            <a:endParaRPr lang="en-ID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AD151FD8-4B28-1800-F001-305F9E0B275B}"/>
              </a:ext>
            </a:extLst>
          </p:cNvPr>
          <p:cNvSpPr txBox="1"/>
          <p:nvPr/>
        </p:nvSpPr>
        <p:spPr>
          <a:xfrm>
            <a:off x="-5335855" y="1638298"/>
            <a:ext cx="5077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diperhatikan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memproyeksikan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masa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konsumsi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komersial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tangga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berkembang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wilayah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3152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D06B1E74-D3F9-113A-44B9-A3175C4DF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2" y="2086707"/>
            <a:ext cx="4019180" cy="268458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Google Shape;486;p25">
            <a:extLst>
              <a:ext uri="{FF2B5EF4-FFF2-40B4-BE49-F238E27FC236}">
                <a16:creationId xmlns:a16="http://schemas.microsoft.com/office/drawing/2014/main" id="{5C4F4FD4-B831-C600-4C4E-E5E638D6A157}"/>
              </a:ext>
            </a:extLst>
          </p:cNvPr>
          <p:cNvSpPr txBox="1">
            <a:spLocks/>
          </p:cNvSpPr>
          <p:nvPr/>
        </p:nvSpPr>
        <p:spPr>
          <a:xfrm>
            <a:off x="170351" y="5060462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Analisis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Wilayah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Persegi Panjang: Sudut Lengkung 6">
            <a:extLst>
              <a:ext uri="{FF2B5EF4-FFF2-40B4-BE49-F238E27FC236}">
                <a16:creationId xmlns:a16="http://schemas.microsoft.com/office/drawing/2014/main" id="{3DCD0688-774D-7882-A7CA-1A4A8591C50D}"/>
              </a:ext>
            </a:extLst>
          </p:cNvPr>
          <p:cNvSpPr/>
          <p:nvPr/>
        </p:nvSpPr>
        <p:spPr>
          <a:xfrm>
            <a:off x="11861800" y="140674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Lokasi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Strategis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8" name="Persegi Panjang: Sudut Lengkung 7">
            <a:extLst>
              <a:ext uri="{FF2B5EF4-FFF2-40B4-BE49-F238E27FC236}">
                <a16:creationId xmlns:a16="http://schemas.microsoft.com/office/drawing/2014/main" id="{0442F23D-7E48-2C06-B228-33C065F40D45}"/>
              </a:ext>
            </a:extLst>
          </p:cNvPr>
          <p:cNvSpPr/>
          <p:nvPr/>
        </p:nvSpPr>
        <p:spPr>
          <a:xfrm>
            <a:off x="10699750" y="1638298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Kebutuhan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Pelanggan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9" name="Persegi Panjang: Sudut Lengkung 8">
            <a:extLst>
              <a:ext uri="{FF2B5EF4-FFF2-40B4-BE49-F238E27FC236}">
                <a16:creationId xmlns:a16="http://schemas.microsoft.com/office/drawing/2014/main" id="{5271AC80-A771-3D6C-86C2-4CA22D70C42D}"/>
              </a:ext>
            </a:extLst>
          </p:cNvPr>
          <p:cNvSpPr/>
          <p:nvPr/>
        </p:nvSpPr>
        <p:spPr>
          <a:xfrm>
            <a:off x="11861800" y="3135922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Potensi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Pertumbuhan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793EE3D1-DA5D-1909-6427-9B3D9D1E27DC}"/>
              </a:ext>
            </a:extLst>
          </p:cNvPr>
          <p:cNvSpPr txBox="1"/>
          <p:nvPr/>
        </p:nvSpPr>
        <p:spPr>
          <a:xfrm>
            <a:off x="5197776" y="1797538"/>
            <a:ext cx="5077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diperhatikan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memproyeksikan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masa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konsumsi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komersial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tangga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berkembang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wilayah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62921E16-99A8-996C-0ED6-D49C987391F8}"/>
              </a:ext>
            </a:extLst>
          </p:cNvPr>
          <p:cNvSpPr txBox="1"/>
          <p:nvPr/>
        </p:nvSpPr>
        <p:spPr>
          <a:xfrm>
            <a:off x="-5057048" y="6866793"/>
            <a:ext cx="55062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geografis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dimanfaatkan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Dibawah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poin-poin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pemanfaatan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hidro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dioptimalkan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Ketersediaan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daerah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IKN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memudahkan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mengurangi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kerugian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transmisi</a:t>
            </a:r>
            <a:endParaRPr lang="en-ID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459DE36-2260-C1D1-3312-0117F938BF10}"/>
              </a:ext>
            </a:extLst>
          </p:cNvPr>
          <p:cNvSpPr txBox="1"/>
          <p:nvPr/>
        </p:nvSpPr>
        <p:spPr>
          <a:xfrm>
            <a:off x="-5228924" y="1704761"/>
            <a:ext cx="50774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IKN,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diperhatikan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IKN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memproyeksikan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masa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konsumsi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komersial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tangga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berkembang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wilayah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794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D06B1E74-D3F9-113A-44B9-A3175C4DF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2" y="2086707"/>
            <a:ext cx="4019180" cy="268458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Google Shape;486;p25">
            <a:extLst>
              <a:ext uri="{FF2B5EF4-FFF2-40B4-BE49-F238E27FC236}">
                <a16:creationId xmlns:a16="http://schemas.microsoft.com/office/drawing/2014/main" id="{5C4F4FD4-B831-C600-4C4E-E5E638D6A157}"/>
              </a:ext>
            </a:extLst>
          </p:cNvPr>
          <p:cNvSpPr txBox="1">
            <a:spLocks/>
          </p:cNvSpPr>
          <p:nvPr/>
        </p:nvSpPr>
        <p:spPr>
          <a:xfrm>
            <a:off x="170351" y="5060462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Analisis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Wilayah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7" name="Persegi Panjang: Sudut Lengkung 6">
            <a:extLst>
              <a:ext uri="{FF2B5EF4-FFF2-40B4-BE49-F238E27FC236}">
                <a16:creationId xmlns:a16="http://schemas.microsoft.com/office/drawing/2014/main" id="{3DCD0688-774D-7882-A7CA-1A4A8591C50D}"/>
              </a:ext>
            </a:extLst>
          </p:cNvPr>
          <p:cNvSpPr/>
          <p:nvPr/>
        </p:nvSpPr>
        <p:spPr>
          <a:xfrm>
            <a:off x="11861800" y="140674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Lokasi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Strategis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8" name="Persegi Panjang: Sudut Lengkung 7">
            <a:extLst>
              <a:ext uri="{FF2B5EF4-FFF2-40B4-BE49-F238E27FC236}">
                <a16:creationId xmlns:a16="http://schemas.microsoft.com/office/drawing/2014/main" id="{0442F23D-7E48-2C06-B228-33C065F40D45}"/>
              </a:ext>
            </a:extLst>
          </p:cNvPr>
          <p:cNvSpPr/>
          <p:nvPr/>
        </p:nvSpPr>
        <p:spPr>
          <a:xfrm>
            <a:off x="10699750" y="1638298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Kebutuhan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Pelanggan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9" name="Persegi Panjang: Sudut Lengkung 8">
            <a:extLst>
              <a:ext uri="{FF2B5EF4-FFF2-40B4-BE49-F238E27FC236}">
                <a16:creationId xmlns:a16="http://schemas.microsoft.com/office/drawing/2014/main" id="{5271AC80-A771-3D6C-86C2-4CA22D70C42D}"/>
              </a:ext>
            </a:extLst>
          </p:cNvPr>
          <p:cNvSpPr/>
          <p:nvPr/>
        </p:nvSpPr>
        <p:spPr>
          <a:xfrm>
            <a:off x="11861800" y="3135922"/>
            <a:ext cx="3187700" cy="1295401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Potensi</a:t>
            </a:r>
            <a:r>
              <a:rPr lang="en-US" sz="2400" dirty="0"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2400" dirty="0" err="1">
                <a:latin typeface="Arima" panose="020B0604020202020204" charset="0"/>
                <a:cs typeface="Arima" panose="020B0604020202020204" charset="0"/>
              </a:rPr>
              <a:t>Pertumbuhan</a:t>
            </a:r>
            <a:endParaRPr lang="en-ID" sz="2400" dirty="0"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793EE3D1-DA5D-1909-6427-9B3D9D1E27DC}"/>
              </a:ext>
            </a:extLst>
          </p:cNvPr>
          <p:cNvSpPr txBox="1"/>
          <p:nvPr/>
        </p:nvSpPr>
        <p:spPr>
          <a:xfrm>
            <a:off x="5197776" y="1997839"/>
            <a:ext cx="50774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IKN,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diperhatikan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IKN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memproyeksikan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masa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konsumsi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komersial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tangga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berkembang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wilayah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345F3BA-2713-0DE7-A2EF-DA4ED72ADCF6}"/>
              </a:ext>
            </a:extLst>
          </p:cNvPr>
          <p:cNvSpPr txBox="1"/>
          <p:nvPr/>
        </p:nvSpPr>
        <p:spPr>
          <a:xfrm>
            <a:off x="12919376" y="4771293"/>
            <a:ext cx="5077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diperhatikan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memproyeksikan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masa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Memahami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konsumsi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komersial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rumah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tangga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Mengidentifikasi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sektor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berkembang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pesat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 wilayah </a:t>
            </a:r>
            <a:r>
              <a:rPr lang="en-ID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412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>
            <a:extLst>
              <a:ext uri="{FF2B5EF4-FFF2-40B4-BE49-F238E27FC236}">
                <a16:creationId xmlns:a16="http://schemas.microsoft.com/office/drawing/2014/main" id="{2218C4E1-6346-5D75-6B05-7A2C4756E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0" name="Google Shape;486;p25">
            <a:extLst>
              <a:ext uri="{FF2B5EF4-FFF2-40B4-BE49-F238E27FC236}">
                <a16:creationId xmlns:a16="http://schemas.microsoft.com/office/drawing/2014/main" id="{FF2E2091-1143-3B84-C0B3-40950032C98A}"/>
              </a:ext>
            </a:extLst>
          </p:cNvPr>
          <p:cNvSpPr txBox="1">
            <a:spLocks/>
          </p:cNvSpPr>
          <p:nvPr/>
        </p:nvSpPr>
        <p:spPr>
          <a:xfrm rot="5400000">
            <a:off x="8539651" y="3024187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Produk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dan </a:t>
            </a: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Layanan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4" name="Persegi Panjang: Sudut Lengkung 13">
            <a:extLst>
              <a:ext uri="{FF2B5EF4-FFF2-40B4-BE49-F238E27FC236}">
                <a16:creationId xmlns:a16="http://schemas.microsoft.com/office/drawing/2014/main" id="{075FFEC1-AD9D-8D62-A14C-CE91C897D8C5}"/>
              </a:ext>
            </a:extLst>
          </p:cNvPr>
          <p:cNvSpPr/>
          <p:nvPr/>
        </p:nvSpPr>
        <p:spPr>
          <a:xfrm>
            <a:off x="654236" y="1606550"/>
            <a:ext cx="8759639" cy="485775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terbarukan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rancang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PV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berjenis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grid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tersambung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saluran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PLN</a:t>
            </a:r>
          </a:p>
          <a:p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Infrastruktur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kelistrikan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Jaringan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distribusi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dibuat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menjamin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aliran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endParaRPr lang="en-US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optimal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endParaRPr lang="en-US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pemantauan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pemantauan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 – Time,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implementasi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memantau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konsumsi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 – Time</a:t>
            </a:r>
            <a:endParaRPr lang="en-ID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D" dirty="0"/>
          </a:p>
        </p:txBody>
      </p:sp>
      <p:sp>
        <p:nvSpPr>
          <p:cNvPr id="15" name="Persegi Panjang: Sudut Diagonal Lengkung 14">
            <a:extLst>
              <a:ext uri="{FF2B5EF4-FFF2-40B4-BE49-F238E27FC236}">
                <a16:creationId xmlns:a16="http://schemas.microsoft.com/office/drawing/2014/main" id="{7DEA0DD0-3481-4ACE-A35D-A973C728E2F9}"/>
              </a:ext>
            </a:extLst>
          </p:cNvPr>
          <p:cNvSpPr/>
          <p:nvPr/>
        </p:nvSpPr>
        <p:spPr>
          <a:xfrm>
            <a:off x="292100" y="368300"/>
            <a:ext cx="2006600" cy="844550"/>
          </a:xfrm>
          <a:prstGeom prst="round2Diag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Kategorisasi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Klasifikasi</a:t>
            </a:r>
            <a:endParaRPr lang="en-ID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490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>
            <a:extLst>
              <a:ext uri="{FF2B5EF4-FFF2-40B4-BE49-F238E27FC236}">
                <a16:creationId xmlns:a16="http://schemas.microsoft.com/office/drawing/2014/main" id="{2218C4E1-6346-5D75-6B05-7A2C4756E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-1"/>
            <a:ext cx="10287000" cy="6858000"/>
          </a:xfrm>
          <a:prstGeom prst="rect">
            <a:avLst/>
          </a:prstGeom>
        </p:spPr>
      </p:pic>
      <p:sp>
        <p:nvSpPr>
          <p:cNvPr id="10" name="Google Shape;486;p25">
            <a:extLst>
              <a:ext uri="{FF2B5EF4-FFF2-40B4-BE49-F238E27FC236}">
                <a16:creationId xmlns:a16="http://schemas.microsoft.com/office/drawing/2014/main" id="{FF2E2091-1143-3B84-C0B3-40950032C98A}"/>
              </a:ext>
            </a:extLst>
          </p:cNvPr>
          <p:cNvSpPr txBox="1">
            <a:spLocks/>
          </p:cNvSpPr>
          <p:nvPr/>
        </p:nvSpPr>
        <p:spPr>
          <a:xfrm rot="16200000">
            <a:off x="-1753420" y="3024186"/>
            <a:ext cx="5186601" cy="8096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Produk</a:t>
            </a: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dan </a:t>
            </a:r>
            <a:r>
              <a:rPr lang="en-US" sz="4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Layanan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14" name="Persegi Panjang: Sudut Lengkung 13">
            <a:extLst>
              <a:ext uri="{FF2B5EF4-FFF2-40B4-BE49-F238E27FC236}">
                <a16:creationId xmlns:a16="http://schemas.microsoft.com/office/drawing/2014/main" id="{075FFEC1-AD9D-8D62-A14C-CE91C897D8C5}"/>
              </a:ext>
            </a:extLst>
          </p:cNvPr>
          <p:cNvSpPr/>
          <p:nvPr/>
        </p:nvSpPr>
        <p:spPr>
          <a:xfrm>
            <a:off x="2778125" y="1403350"/>
            <a:ext cx="8759639" cy="485775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terbarukan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rancang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PV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berjenis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grid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tersambung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saluran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PLN</a:t>
            </a:r>
          </a:p>
          <a:p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Infrastruktur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kelistrikan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Jaringan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distribusi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dibuat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menjamin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aliran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endParaRPr lang="en-US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Perencanaan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optimal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memenuhi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kebutuhan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endParaRPr lang="en-US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pemantauan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pemantauan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 – Time,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implementasi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memantau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konsumsi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 – Time</a:t>
            </a:r>
            <a:endParaRPr lang="en-ID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D" dirty="0"/>
          </a:p>
        </p:txBody>
      </p:sp>
      <p:sp>
        <p:nvSpPr>
          <p:cNvPr id="15" name="Persegi Panjang: Sudut Diagonal Lengkung 14">
            <a:extLst>
              <a:ext uri="{FF2B5EF4-FFF2-40B4-BE49-F238E27FC236}">
                <a16:creationId xmlns:a16="http://schemas.microsoft.com/office/drawing/2014/main" id="{7DEA0DD0-3481-4ACE-A35D-A973C728E2F9}"/>
              </a:ext>
            </a:extLst>
          </p:cNvPr>
          <p:cNvSpPr/>
          <p:nvPr/>
        </p:nvSpPr>
        <p:spPr>
          <a:xfrm>
            <a:off x="9899464" y="279400"/>
            <a:ext cx="2006600" cy="844550"/>
          </a:xfrm>
          <a:prstGeom prst="round2Diag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Kategorisasi</a:t>
            </a: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Klasifikasi</a:t>
            </a:r>
            <a:endParaRPr lang="en-ID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8994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6A49D79F-9E60-7E80-0DDC-A6A029A8B9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500"/>
          <a:stretch/>
        </p:blipFill>
        <p:spPr>
          <a:xfrm>
            <a:off x="11049000" y="0"/>
            <a:ext cx="1143000" cy="6858000"/>
          </a:xfrm>
          <a:prstGeom prst="rect">
            <a:avLst/>
          </a:prstGeom>
        </p:spPr>
      </p:pic>
      <p:sp>
        <p:nvSpPr>
          <p:cNvPr id="6" name="Google Shape;486;p25">
            <a:extLst>
              <a:ext uri="{FF2B5EF4-FFF2-40B4-BE49-F238E27FC236}">
                <a16:creationId xmlns:a16="http://schemas.microsoft.com/office/drawing/2014/main" id="{C0DCD2C3-F296-CFD6-3B0B-7AA88B417AAC}"/>
              </a:ext>
            </a:extLst>
          </p:cNvPr>
          <p:cNvSpPr txBox="1">
            <a:spLocks/>
          </p:cNvSpPr>
          <p:nvPr/>
        </p:nvSpPr>
        <p:spPr>
          <a:xfrm>
            <a:off x="1510480" y="2305844"/>
            <a:ext cx="7544620" cy="224631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7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Metode</a:t>
            </a:r>
            <a:r>
              <a:rPr lang="en-US" sz="7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7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Jaringan</a:t>
            </a:r>
            <a:r>
              <a:rPr lang="en-US" sz="7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</a:t>
            </a:r>
            <a:r>
              <a:rPr lang="en-US" sz="7000" b="1" dirty="0" err="1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Distribusi</a:t>
            </a:r>
            <a:r>
              <a:rPr lang="en-US" sz="7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 Listrik</a:t>
            </a:r>
            <a:endParaRPr lang="en-ID" sz="7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013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6A49D79F-9E60-7E80-0DDC-A6A029A8B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1500"/>
            <a:ext cx="12192000" cy="7493000"/>
          </a:xfrm>
          <a:prstGeom prst="rect">
            <a:avLst/>
          </a:prstGeom>
        </p:spPr>
      </p:pic>
      <p:sp>
        <p:nvSpPr>
          <p:cNvPr id="3" name="Persegi Panjang: Sudut Lengkung 2">
            <a:extLst>
              <a:ext uri="{FF2B5EF4-FFF2-40B4-BE49-F238E27FC236}">
                <a16:creationId xmlns:a16="http://schemas.microsoft.com/office/drawing/2014/main" id="{324581E9-57CB-973C-1CB2-FD146709D6AE}"/>
              </a:ext>
            </a:extLst>
          </p:cNvPr>
          <p:cNvSpPr/>
          <p:nvPr/>
        </p:nvSpPr>
        <p:spPr>
          <a:xfrm>
            <a:off x="241300" y="622300"/>
            <a:ext cx="11645900" cy="60071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Tim kami </a:t>
            </a:r>
            <a:r>
              <a:rPr lang="en-US" sz="3200" dirty="0" err="1"/>
              <a:t>menggunakan</a:t>
            </a:r>
            <a:r>
              <a:rPr lang="en-US" sz="3200" dirty="0"/>
              <a:t> </a:t>
            </a:r>
            <a:r>
              <a:rPr lang="en-US" sz="3200" dirty="0" err="1"/>
              <a:t>metode</a:t>
            </a:r>
            <a:r>
              <a:rPr lang="en-US" sz="3200" dirty="0"/>
              <a:t> </a:t>
            </a:r>
            <a:r>
              <a:rPr lang="en-US" sz="3200" dirty="0" err="1"/>
              <a:t>jaringan</a:t>
            </a:r>
            <a:r>
              <a:rPr lang="en-US" sz="3200" dirty="0"/>
              <a:t> </a:t>
            </a:r>
            <a:r>
              <a:rPr lang="en-US" sz="3200" dirty="0" err="1"/>
              <a:t>distribusi</a:t>
            </a:r>
            <a:r>
              <a:rPr lang="en-US" sz="3200" dirty="0"/>
              <a:t> Radial, yang </a:t>
            </a:r>
            <a:r>
              <a:rPr lang="en-US" sz="3200" dirty="0" err="1"/>
              <a:t>dimana</a:t>
            </a:r>
            <a:r>
              <a:rPr lang="en-US" sz="3200" dirty="0"/>
              <a:t> </a:t>
            </a:r>
            <a:r>
              <a:rPr lang="en-US" sz="3200" dirty="0" err="1"/>
              <a:t>jaringan</a:t>
            </a:r>
            <a:r>
              <a:rPr lang="en-US" sz="3200" dirty="0"/>
              <a:t>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/>
              <a:t>berbentuk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 yang </a:t>
            </a:r>
            <a:r>
              <a:rPr lang="en-US" sz="3200" dirty="0" err="1"/>
              <a:t>memiliki</a:t>
            </a:r>
            <a:r>
              <a:rPr lang="en-US" sz="3200" dirty="0"/>
              <a:t> </a:t>
            </a:r>
            <a:r>
              <a:rPr lang="en-US" sz="3200" dirty="0" err="1"/>
              <a:t>akar</a:t>
            </a:r>
            <a:r>
              <a:rPr lang="en-US" sz="3200" dirty="0"/>
              <a:t> </a:t>
            </a:r>
            <a:r>
              <a:rPr lang="en-US" sz="3200" dirty="0" err="1"/>
              <a:t>pohon</a:t>
            </a:r>
            <a:r>
              <a:rPr lang="en-US" sz="3200" dirty="0"/>
              <a:t>. </a:t>
            </a:r>
            <a:r>
              <a:rPr lang="en-US" sz="3200" dirty="0" err="1"/>
              <a:t>Kelebihannya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radial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murah</a:t>
            </a:r>
            <a:r>
              <a:rPr lang="en-US" sz="3200" dirty="0"/>
              <a:t> </a:t>
            </a:r>
            <a:r>
              <a:rPr lang="en-US" sz="3200" dirty="0" err="1"/>
              <a:t>daripada</a:t>
            </a:r>
            <a:r>
              <a:rPr lang="en-US" sz="3200" dirty="0"/>
              <a:t> </a:t>
            </a:r>
            <a:r>
              <a:rPr lang="en-US" sz="3200" dirty="0" err="1"/>
              <a:t>metode</a:t>
            </a:r>
            <a:r>
              <a:rPr lang="en-US" sz="3200" dirty="0"/>
              <a:t> </a:t>
            </a:r>
            <a:r>
              <a:rPr lang="en-US" sz="3200" dirty="0" err="1"/>
              <a:t>lainnya</a:t>
            </a:r>
            <a:r>
              <a:rPr lang="en-US" sz="3200" dirty="0"/>
              <a:t> </a:t>
            </a:r>
            <a:r>
              <a:rPr lang="en-US" sz="3200" dirty="0" err="1"/>
              <a:t>dikarenakan</a:t>
            </a:r>
            <a:r>
              <a:rPr lang="en-US" sz="3200" dirty="0"/>
              <a:t> </a:t>
            </a:r>
            <a:r>
              <a:rPr lang="en-US" sz="3200" dirty="0" err="1"/>
              <a:t>hanya</a:t>
            </a:r>
            <a:r>
              <a:rPr lang="en-US" sz="3200" dirty="0"/>
              <a:t> </a:t>
            </a:r>
            <a:r>
              <a:rPr lang="en-US" sz="3200" dirty="0" err="1"/>
              <a:t>membutuhkan</a:t>
            </a:r>
            <a:r>
              <a:rPr lang="en-US" sz="3200" dirty="0"/>
              <a:t> </a:t>
            </a:r>
            <a:r>
              <a:rPr lang="en-US" sz="3200" dirty="0" err="1"/>
              <a:t>perawatan</a:t>
            </a:r>
            <a:r>
              <a:rPr lang="en-US" sz="3200" dirty="0"/>
              <a:t> yang </a:t>
            </a:r>
            <a:r>
              <a:rPr lang="en-US" sz="3200" dirty="0" err="1"/>
              <a:t>sedikit</a:t>
            </a:r>
            <a:r>
              <a:rPr lang="en-US" sz="3200" dirty="0"/>
              <a:t> dan </a:t>
            </a:r>
            <a:r>
              <a:rPr lang="en-US" sz="3200" dirty="0" err="1"/>
              <a:t>kelemahannya</a:t>
            </a:r>
            <a:r>
              <a:rPr lang="en-US" sz="3200" dirty="0"/>
              <a:t>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sistem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keandalannya</a:t>
            </a:r>
            <a:r>
              <a:rPr lang="en-US" sz="3200" dirty="0"/>
              <a:t> </a:t>
            </a:r>
            <a:r>
              <a:rPr lang="en-US" sz="3200" dirty="0" err="1"/>
              <a:t>masih</a:t>
            </a:r>
            <a:r>
              <a:rPr lang="en-US" sz="3200" dirty="0"/>
              <a:t> </a:t>
            </a:r>
            <a:r>
              <a:rPr lang="en-US" sz="3200" dirty="0" err="1"/>
              <a:t>cenderung</a:t>
            </a:r>
            <a:r>
              <a:rPr lang="en-US" sz="3200" dirty="0"/>
              <a:t> </a:t>
            </a:r>
            <a:r>
              <a:rPr lang="en-US" sz="3200" dirty="0" err="1"/>
              <a:t>lemah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2055544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ambar 5">
            <a:extLst>
              <a:ext uri="{FF2B5EF4-FFF2-40B4-BE49-F238E27FC236}">
                <a16:creationId xmlns:a16="http://schemas.microsoft.com/office/drawing/2014/main" id="{5A92E9F9-63A5-BF37-B07E-C8930EF80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150" y="-29989"/>
            <a:ext cx="12560300" cy="691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35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84;p29">
            <a:extLst>
              <a:ext uri="{FF2B5EF4-FFF2-40B4-BE49-F238E27FC236}">
                <a16:creationId xmlns:a16="http://schemas.microsoft.com/office/drawing/2014/main" id="{17AF10DD-0FD4-C535-A506-F23372FD4885}"/>
              </a:ext>
            </a:extLst>
          </p:cNvPr>
          <p:cNvSpPr/>
          <p:nvPr/>
        </p:nvSpPr>
        <p:spPr>
          <a:xfrm>
            <a:off x="-206489" y="5933600"/>
            <a:ext cx="12960577" cy="1644422"/>
          </a:xfrm>
          <a:custGeom>
            <a:avLst/>
            <a:gdLst/>
            <a:ahLst/>
            <a:cxnLst/>
            <a:rect l="l" t="t" r="r" b="b"/>
            <a:pathLst>
              <a:path w="422698" h="49035" extrusionOk="0">
                <a:moveTo>
                  <a:pt x="17544" y="5748"/>
                </a:moveTo>
                <a:cubicBezTo>
                  <a:pt x="33048" y="-1001"/>
                  <a:pt x="98527" y="4562"/>
                  <a:pt x="134367" y="4927"/>
                </a:cubicBezTo>
                <a:cubicBezTo>
                  <a:pt x="170207" y="5292"/>
                  <a:pt x="191775" y="8211"/>
                  <a:pt x="232586" y="7937"/>
                </a:cubicBezTo>
                <a:cubicBezTo>
                  <a:pt x="273397" y="7664"/>
                  <a:pt x="351963" y="4107"/>
                  <a:pt x="379231" y="3286"/>
                </a:cubicBezTo>
                <a:cubicBezTo>
                  <a:pt x="406499" y="2465"/>
                  <a:pt x="393457" y="-3508"/>
                  <a:pt x="396193" y="3012"/>
                </a:cubicBezTo>
                <a:cubicBezTo>
                  <a:pt x="398929" y="9533"/>
                  <a:pt x="454787" y="35341"/>
                  <a:pt x="395646" y="42409"/>
                </a:cubicBezTo>
                <a:cubicBezTo>
                  <a:pt x="336505" y="49477"/>
                  <a:pt x="104363" y="51529"/>
                  <a:pt x="41346" y="45419"/>
                </a:cubicBezTo>
                <a:cubicBezTo>
                  <a:pt x="-21671" y="39309"/>
                  <a:pt x="2041" y="12497"/>
                  <a:pt x="17544" y="5748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9FF4D9-61CA-EDC0-6983-3D58BE9FA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45" y="245745"/>
            <a:ext cx="8095109" cy="268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78E488-7A6A-FC59-13D3-62F1FBF5C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145" y="3303587"/>
            <a:ext cx="8095108" cy="319877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86;p25">
            <a:extLst>
              <a:ext uri="{FF2B5EF4-FFF2-40B4-BE49-F238E27FC236}">
                <a16:creationId xmlns:a16="http://schemas.microsoft.com/office/drawing/2014/main" id="{931E82EC-25EF-0660-B124-82CDB849270B}"/>
              </a:ext>
            </a:extLst>
          </p:cNvPr>
          <p:cNvSpPr txBox="1">
            <a:spLocks/>
          </p:cNvSpPr>
          <p:nvPr/>
        </p:nvSpPr>
        <p:spPr>
          <a:xfrm>
            <a:off x="9184799" y="1013459"/>
            <a:ext cx="2029301" cy="11525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2023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5" name="Google Shape;486;p25">
            <a:extLst>
              <a:ext uri="{FF2B5EF4-FFF2-40B4-BE49-F238E27FC236}">
                <a16:creationId xmlns:a16="http://schemas.microsoft.com/office/drawing/2014/main" id="{06AD7357-178E-8246-7EAC-42CCC158DADE}"/>
              </a:ext>
            </a:extLst>
          </p:cNvPr>
          <p:cNvSpPr txBox="1">
            <a:spLocks/>
          </p:cNvSpPr>
          <p:nvPr/>
        </p:nvSpPr>
        <p:spPr>
          <a:xfrm>
            <a:off x="1212944" y="4148913"/>
            <a:ext cx="2029301" cy="11525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chemeClr val="accent2"/>
                </a:solidFill>
                <a:latin typeface="Arima" panose="020B0604020202020204" charset="0"/>
                <a:cs typeface="Arima" panose="020B0604020202020204" charset="0"/>
              </a:rPr>
              <a:t>2024</a:t>
            </a:r>
            <a:endParaRPr lang="en-ID" sz="4000" b="1" dirty="0">
              <a:solidFill>
                <a:schemeClr val="accent2"/>
              </a:solidFill>
              <a:latin typeface="Arima" panose="020B0604020202020204" charset="0"/>
              <a:cs typeface="Arima" panose="020B0604020202020204" charset="0"/>
            </a:endParaRPr>
          </a:p>
        </p:txBody>
      </p:sp>
      <p:sp>
        <p:nvSpPr>
          <p:cNvPr id="8" name="Google Shape;685;p29">
            <a:extLst>
              <a:ext uri="{FF2B5EF4-FFF2-40B4-BE49-F238E27FC236}">
                <a16:creationId xmlns:a16="http://schemas.microsoft.com/office/drawing/2014/main" id="{08EA1484-3498-E83A-4541-0B7DE543ABAB}"/>
              </a:ext>
            </a:extLst>
          </p:cNvPr>
          <p:cNvSpPr/>
          <p:nvPr/>
        </p:nvSpPr>
        <p:spPr>
          <a:xfrm>
            <a:off x="3359834" y="6080572"/>
            <a:ext cx="8535808" cy="1242094"/>
          </a:xfrm>
          <a:custGeom>
            <a:avLst/>
            <a:gdLst/>
            <a:ahLst/>
            <a:cxnLst/>
            <a:rect l="l" t="t" r="r" b="b"/>
            <a:pathLst>
              <a:path w="278388" h="37038" extrusionOk="0">
                <a:moveTo>
                  <a:pt x="253814" y="1511"/>
                </a:moveTo>
                <a:cubicBezTo>
                  <a:pt x="237307" y="-2912"/>
                  <a:pt x="189566" y="3563"/>
                  <a:pt x="158057" y="6983"/>
                </a:cubicBezTo>
                <a:cubicBezTo>
                  <a:pt x="126549" y="10403"/>
                  <a:pt x="89614" y="17379"/>
                  <a:pt x="64763" y="22030"/>
                </a:cubicBezTo>
                <a:cubicBezTo>
                  <a:pt x="39912" y="26681"/>
                  <a:pt x="-23106" y="32974"/>
                  <a:pt x="8950" y="34889"/>
                </a:cubicBezTo>
                <a:cubicBezTo>
                  <a:pt x="41006" y="36804"/>
                  <a:pt x="216286" y="39084"/>
                  <a:pt x="257097" y="33521"/>
                </a:cubicBezTo>
                <a:cubicBezTo>
                  <a:pt x="297908" y="27958"/>
                  <a:pt x="270321" y="5934"/>
                  <a:pt x="253814" y="1511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9" name="Google Shape;688;p29">
            <a:extLst>
              <a:ext uri="{FF2B5EF4-FFF2-40B4-BE49-F238E27FC236}">
                <a16:creationId xmlns:a16="http://schemas.microsoft.com/office/drawing/2014/main" id="{302ECB9B-BFCD-16C3-FDDC-9FFD7C307765}"/>
              </a:ext>
            </a:extLst>
          </p:cNvPr>
          <p:cNvSpPr/>
          <p:nvPr/>
        </p:nvSpPr>
        <p:spPr>
          <a:xfrm>
            <a:off x="-437631" y="5933600"/>
            <a:ext cx="5686050" cy="1091925"/>
          </a:xfrm>
          <a:custGeom>
            <a:avLst/>
            <a:gdLst/>
            <a:ahLst/>
            <a:cxnLst/>
            <a:rect l="l" t="t" r="r" b="b"/>
            <a:pathLst>
              <a:path w="227442" h="43677" extrusionOk="0">
                <a:moveTo>
                  <a:pt x="10173" y="8137"/>
                </a:moveTo>
                <a:cubicBezTo>
                  <a:pt x="22986" y="1753"/>
                  <a:pt x="67719" y="-2897"/>
                  <a:pt x="103742" y="2119"/>
                </a:cubicBezTo>
                <a:cubicBezTo>
                  <a:pt x="139765" y="7135"/>
                  <a:pt x="239123" y="31849"/>
                  <a:pt x="226310" y="38233"/>
                </a:cubicBezTo>
                <a:cubicBezTo>
                  <a:pt x="213497" y="44617"/>
                  <a:pt x="62886" y="45438"/>
                  <a:pt x="26863" y="40422"/>
                </a:cubicBezTo>
                <a:cubicBezTo>
                  <a:pt x="-9160" y="35406"/>
                  <a:pt x="-2640" y="14521"/>
                  <a:pt x="10173" y="813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0" name="Google Shape;702;p29">
            <a:extLst>
              <a:ext uri="{FF2B5EF4-FFF2-40B4-BE49-F238E27FC236}">
                <a16:creationId xmlns:a16="http://schemas.microsoft.com/office/drawing/2014/main" id="{B24B4C8D-33BE-BCCB-D008-DC27B49217AB}"/>
              </a:ext>
            </a:extLst>
          </p:cNvPr>
          <p:cNvSpPr/>
          <p:nvPr/>
        </p:nvSpPr>
        <p:spPr>
          <a:xfrm>
            <a:off x="11448653" y="600286"/>
            <a:ext cx="236124" cy="85335"/>
          </a:xfrm>
          <a:custGeom>
            <a:avLst/>
            <a:gdLst/>
            <a:ahLst/>
            <a:cxnLst/>
            <a:rect l="l" t="t" r="r" b="b"/>
            <a:pathLst>
              <a:path w="4062" h="1468" extrusionOk="0">
                <a:moveTo>
                  <a:pt x="3028" y="110"/>
                </a:moveTo>
                <a:cubicBezTo>
                  <a:pt x="2629" y="224"/>
                  <a:pt x="2351" y="544"/>
                  <a:pt x="2138" y="890"/>
                </a:cubicBezTo>
                <a:cubicBezTo>
                  <a:pt x="1939" y="569"/>
                  <a:pt x="1615" y="340"/>
                  <a:pt x="1228" y="282"/>
                </a:cubicBezTo>
                <a:cubicBezTo>
                  <a:pt x="754" y="212"/>
                  <a:pt x="247" y="409"/>
                  <a:pt x="22" y="845"/>
                </a:cubicBezTo>
                <a:cubicBezTo>
                  <a:pt x="1" y="886"/>
                  <a:pt x="50" y="922"/>
                  <a:pt x="84" y="893"/>
                </a:cubicBezTo>
                <a:cubicBezTo>
                  <a:pt x="379" y="645"/>
                  <a:pt x="783" y="468"/>
                  <a:pt x="1172" y="553"/>
                </a:cubicBezTo>
                <a:cubicBezTo>
                  <a:pt x="1544" y="633"/>
                  <a:pt x="1851" y="939"/>
                  <a:pt x="1963" y="1296"/>
                </a:cubicBezTo>
                <a:cubicBezTo>
                  <a:pt x="2003" y="1425"/>
                  <a:pt x="2198" y="1468"/>
                  <a:pt x="2267" y="1335"/>
                </a:cubicBezTo>
                <a:cubicBezTo>
                  <a:pt x="2443" y="999"/>
                  <a:pt x="2654" y="635"/>
                  <a:pt x="3010" y="462"/>
                </a:cubicBezTo>
                <a:cubicBezTo>
                  <a:pt x="3313" y="316"/>
                  <a:pt x="3689" y="393"/>
                  <a:pt x="3949" y="595"/>
                </a:cubicBezTo>
                <a:cubicBezTo>
                  <a:pt x="3995" y="630"/>
                  <a:pt x="4061" y="599"/>
                  <a:pt x="4048" y="538"/>
                </a:cubicBezTo>
                <a:cubicBezTo>
                  <a:pt x="3946" y="89"/>
                  <a:pt x="3413" y="1"/>
                  <a:pt x="3028" y="11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03;p29">
            <a:extLst>
              <a:ext uri="{FF2B5EF4-FFF2-40B4-BE49-F238E27FC236}">
                <a16:creationId xmlns:a16="http://schemas.microsoft.com/office/drawing/2014/main" id="{5A2EE3DB-434F-CAAC-5FFF-FDDDE155E55E}"/>
              </a:ext>
            </a:extLst>
          </p:cNvPr>
          <p:cNvSpPr/>
          <p:nvPr/>
        </p:nvSpPr>
        <p:spPr>
          <a:xfrm>
            <a:off x="11556837" y="355634"/>
            <a:ext cx="127944" cy="58595"/>
          </a:xfrm>
          <a:custGeom>
            <a:avLst/>
            <a:gdLst/>
            <a:ahLst/>
            <a:cxnLst/>
            <a:rect l="l" t="t" r="r" b="b"/>
            <a:pathLst>
              <a:path w="2201" h="1008" extrusionOk="0">
                <a:moveTo>
                  <a:pt x="2170" y="79"/>
                </a:moveTo>
                <a:cubicBezTo>
                  <a:pt x="2146" y="68"/>
                  <a:pt x="2137" y="38"/>
                  <a:pt x="2114" y="24"/>
                </a:cubicBezTo>
                <a:cubicBezTo>
                  <a:pt x="2090" y="11"/>
                  <a:pt x="2061" y="9"/>
                  <a:pt x="2035" y="6"/>
                </a:cubicBezTo>
                <a:cubicBezTo>
                  <a:pt x="1977" y="0"/>
                  <a:pt x="1916" y="4"/>
                  <a:pt x="1859" y="19"/>
                </a:cubicBezTo>
                <a:cubicBezTo>
                  <a:pt x="1744" y="50"/>
                  <a:pt x="1636" y="118"/>
                  <a:pt x="1546" y="193"/>
                </a:cubicBezTo>
                <a:cubicBezTo>
                  <a:pt x="1432" y="287"/>
                  <a:pt x="1343" y="408"/>
                  <a:pt x="1289" y="543"/>
                </a:cubicBezTo>
                <a:cubicBezTo>
                  <a:pt x="1100" y="400"/>
                  <a:pt x="864" y="324"/>
                  <a:pt x="623" y="365"/>
                </a:cubicBezTo>
                <a:cubicBezTo>
                  <a:pt x="470" y="390"/>
                  <a:pt x="313" y="460"/>
                  <a:pt x="203" y="572"/>
                </a:cubicBezTo>
                <a:cubicBezTo>
                  <a:pt x="111" y="666"/>
                  <a:pt x="1" y="793"/>
                  <a:pt x="20" y="932"/>
                </a:cubicBezTo>
                <a:cubicBezTo>
                  <a:pt x="22" y="946"/>
                  <a:pt x="40" y="950"/>
                  <a:pt x="51" y="945"/>
                </a:cubicBezTo>
                <a:cubicBezTo>
                  <a:pt x="150" y="890"/>
                  <a:pt x="211" y="793"/>
                  <a:pt x="312" y="737"/>
                </a:cubicBezTo>
                <a:cubicBezTo>
                  <a:pt x="415" y="681"/>
                  <a:pt x="525" y="632"/>
                  <a:pt x="642" y="622"/>
                </a:cubicBezTo>
                <a:cubicBezTo>
                  <a:pt x="876" y="602"/>
                  <a:pt x="1110" y="696"/>
                  <a:pt x="1246" y="890"/>
                </a:cubicBezTo>
                <a:cubicBezTo>
                  <a:pt x="1330" y="1008"/>
                  <a:pt x="1501" y="963"/>
                  <a:pt x="1513" y="818"/>
                </a:cubicBezTo>
                <a:cubicBezTo>
                  <a:pt x="1527" y="649"/>
                  <a:pt x="1612" y="496"/>
                  <a:pt x="1739" y="386"/>
                </a:cubicBezTo>
                <a:cubicBezTo>
                  <a:pt x="1801" y="333"/>
                  <a:pt x="1871" y="297"/>
                  <a:pt x="1944" y="266"/>
                </a:cubicBezTo>
                <a:cubicBezTo>
                  <a:pt x="1984" y="249"/>
                  <a:pt x="2024" y="232"/>
                  <a:pt x="2063" y="215"/>
                </a:cubicBezTo>
                <a:cubicBezTo>
                  <a:pt x="2085" y="208"/>
                  <a:pt x="2106" y="202"/>
                  <a:pt x="2124" y="188"/>
                </a:cubicBezTo>
                <a:cubicBezTo>
                  <a:pt x="2135" y="180"/>
                  <a:pt x="2152" y="146"/>
                  <a:pt x="2161" y="143"/>
                </a:cubicBezTo>
                <a:cubicBezTo>
                  <a:pt x="2185" y="134"/>
                  <a:pt x="2200" y="92"/>
                  <a:pt x="2170" y="7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04;p29">
            <a:extLst>
              <a:ext uri="{FF2B5EF4-FFF2-40B4-BE49-F238E27FC236}">
                <a16:creationId xmlns:a16="http://schemas.microsoft.com/office/drawing/2014/main" id="{ABF90AC3-A7C1-FAE2-3D64-BF110D5D44AC}"/>
              </a:ext>
            </a:extLst>
          </p:cNvPr>
          <p:cNvSpPr/>
          <p:nvPr/>
        </p:nvSpPr>
        <p:spPr>
          <a:xfrm>
            <a:off x="11214100" y="455775"/>
            <a:ext cx="100797" cy="46271"/>
          </a:xfrm>
          <a:custGeom>
            <a:avLst/>
            <a:gdLst/>
            <a:ahLst/>
            <a:cxnLst/>
            <a:rect l="l" t="t" r="r" b="b"/>
            <a:pathLst>
              <a:path w="1734" h="796" extrusionOk="0">
                <a:moveTo>
                  <a:pt x="1709" y="62"/>
                </a:moveTo>
                <a:cubicBezTo>
                  <a:pt x="1690" y="54"/>
                  <a:pt x="1683" y="30"/>
                  <a:pt x="1665" y="20"/>
                </a:cubicBezTo>
                <a:cubicBezTo>
                  <a:pt x="1647" y="8"/>
                  <a:pt x="1624" y="7"/>
                  <a:pt x="1603" y="5"/>
                </a:cubicBezTo>
                <a:cubicBezTo>
                  <a:pt x="1558" y="1"/>
                  <a:pt x="1509" y="3"/>
                  <a:pt x="1465" y="15"/>
                </a:cubicBezTo>
                <a:cubicBezTo>
                  <a:pt x="1374" y="40"/>
                  <a:pt x="1289" y="93"/>
                  <a:pt x="1218" y="152"/>
                </a:cubicBezTo>
                <a:cubicBezTo>
                  <a:pt x="1127" y="227"/>
                  <a:pt x="1058" y="321"/>
                  <a:pt x="1015" y="427"/>
                </a:cubicBezTo>
                <a:cubicBezTo>
                  <a:pt x="866" y="315"/>
                  <a:pt x="680" y="256"/>
                  <a:pt x="491" y="287"/>
                </a:cubicBezTo>
                <a:cubicBezTo>
                  <a:pt x="370" y="307"/>
                  <a:pt x="247" y="363"/>
                  <a:pt x="161" y="451"/>
                </a:cubicBezTo>
                <a:cubicBezTo>
                  <a:pt x="87" y="526"/>
                  <a:pt x="1" y="624"/>
                  <a:pt x="16" y="734"/>
                </a:cubicBezTo>
                <a:cubicBezTo>
                  <a:pt x="17" y="745"/>
                  <a:pt x="31" y="749"/>
                  <a:pt x="39" y="744"/>
                </a:cubicBezTo>
                <a:cubicBezTo>
                  <a:pt x="119" y="701"/>
                  <a:pt x="166" y="625"/>
                  <a:pt x="245" y="581"/>
                </a:cubicBezTo>
                <a:cubicBezTo>
                  <a:pt x="326" y="536"/>
                  <a:pt x="413" y="499"/>
                  <a:pt x="506" y="490"/>
                </a:cubicBezTo>
                <a:cubicBezTo>
                  <a:pt x="689" y="474"/>
                  <a:pt x="874" y="548"/>
                  <a:pt x="981" y="701"/>
                </a:cubicBezTo>
                <a:cubicBezTo>
                  <a:pt x="1047" y="795"/>
                  <a:pt x="1183" y="759"/>
                  <a:pt x="1192" y="645"/>
                </a:cubicBezTo>
                <a:cubicBezTo>
                  <a:pt x="1202" y="511"/>
                  <a:pt x="1269" y="391"/>
                  <a:pt x="1370" y="304"/>
                </a:cubicBezTo>
                <a:cubicBezTo>
                  <a:pt x="1418" y="263"/>
                  <a:pt x="1474" y="235"/>
                  <a:pt x="1531" y="210"/>
                </a:cubicBezTo>
                <a:cubicBezTo>
                  <a:pt x="1563" y="196"/>
                  <a:pt x="1594" y="183"/>
                  <a:pt x="1625" y="170"/>
                </a:cubicBezTo>
                <a:cubicBezTo>
                  <a:pt x="1641" y="164"/>
                  <a:pt x="1658" y="159"/>
                  <a:pt x="1673" y="149"/>
                </a:cubicBezTo>
                <a:cubicBezTo>
                  <a:pt x="1681" y="142"/>
                  <a:pt x="1695" y="116"/>
                  <a:pt x="1702" y="113"/>
                </a:cubicBezTo>
                <a:cubicBezTo>
                  <a:pt x="1722" y="106"/>
                  <a:pt x="1733" y="72"/>
                  <a:pt x="1709" y="6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00;p29">
            <a:extLst>
              <a:ext uri="{FF2B5EF4-FFF2-40B4-BE49-F238E27FC236}">
                <a16:creationId xmlns:a16="http://schemas.microsoft.com/office/drawing/2014/main" id="{AEF15AA0-D397-1571-2AB1-9604BE7D8856}"/>
              </a:ext>
            </a:extLst>
          </p:cNvPr>
          <p:cNvSpPr/>
          <p:nvPr/>
        </p:nvSpPr>
        <p:spPr>
          <a:xfrm rot="1075527">
            <a:off x="8593454" y="217422"/>
            <a:ext cx="1529392" cy="738988"/>
          </a:xfrm>
          <a:custGeom>
            <a:avLst/>
            <a:gdLst/>
            <a:ahLst/>
            <a:cxnLst/>
            <a:rect l="l" t="t" r="r" b="b"/>
            <a:pathLst>
              <a:path w="58711" h="28366" extrusionOk="0">
                <a:moveTo>
                  <a:pt x="3799" y="22113"/>
                </a:moveTo>
                <a:cubicBezTo>
                  <a:pt x="4963" y="21941"/>
                  <a:pt x="6213" y="22146"/>
                  <a:pt x="7318" y="21651"/>
                </a:cubicBezTo>
                <a:cubicBezTo>
                  <a:pt x="9609" y="20628"/>
                  <a:pt x="8968" y="16584"/>
                  <a:pt x="11236" y="15507"/>
                </a:cubicBezTo>
                <a:cubicBezTo>
                  <a:pt x="12138" y="15079"/>
                  <a:pt x="13195" y="15301"/>
                  <a:pt x="14187" y="15404"/>
                </a:cubicBezTo>
                <a:cubicBezTo>
                  <a:pt x="15181" y="15507"/>
                  <a:pt x="16346" y="15403"/>
                  <a:pt x="16919" y="14585"/>
                </a:cubicBezTo>
                <a:cubicBezTo>
                  <a:pt x="17763" y="13382"/>
                  <a:pt x="16707" y="11603"/>
                  <a:pt x="17362" y="10288"/>
                </a:cubicBezTo>
                <a:cubicBezTo>
                  <a:pt x="17956" y="9097"/>
                  <a:pt x="19593" y="8937"/>
                  <a:pt x="20905" y="9161"/>
                </a:cubicBezTo>
                <a:cubicBezTo>
                  <a:pt x="22217" y="9385"/>
                  <a:pt x="23621" y="9818"/>
                  <a:pt x="24827" y="9254"/>
                </a:cubicBezTo>
                <a:cubicBezTo>
                  <a:pt x="26859" y="8303"/>
                  <a:pt x="26797" y="5433"/>
                  <a:pt x="27839" y="3446"/>
                </a:cubicBezTo>
                <a:cubicBezTo>
                  <a:pt x="29133" y="982"/>
                  <a:pt x="32634" y="1"/>
                  <a:pt x="35020" y="1433"/>
                </a:cubicBezTo>
                <a:cubicBezTo>
                  <a:pt x="36793" y="2498"/>
                  <a:pt x="37897" y="4607"/>
                  <a:pt x="39875" y="5214"/>
                </a:cubicBezTo>
                <a:cubicBezTo>
                  <a:pt x="42278" y="5952"/>
                  <a:pt x="44573" y="4258"/>
                  <a:pt x="46725" y="3466"/>
                </a:cubicBezTo>
                <a:cubicBezTo>
                  <a:pt x="49536" y="2432"/>
                  <a:pt x="51912" y="3440"/>
                  <a:pt x="54169" y="5317"/>
                </a:cubicBezTo>
                <a:cubicBezTo>
                  <a:pt x="55994" y="6835"/>
                  <a:pt x="57364" y="8815"/>
                  <a:pt x="58710" y="10768"/>
                </a:cubicBezTo>
                <a:cubicBezTo>
                  <a:pt x="58305" y="10181"/>
                  <a:pt x="44959" y="15379"/>
                  <a:pt x="43558" y="15853"/>
                </a:cubicBezTo>
                <a:cubicBezTo>
                  <a:pt x="38402" y="17590"/>
                  <a:pt x="33239" y="19311"/>
                  <a:pt x="28042" y="20923"/>
                </a:cubicBezTo>
                <a:cubicBezTo>
                  <a:pt x="19058" y="23711"/>
                  <a:pt x="9956" y="26618"/>
                  <a:pt x="652" y="28251"/>
                </a:cubicBezTo>
                <a:cubicBezTo>
                  <a:pt x="0" y="28366"/>
                  <a:pt x="1321" y="23570"/>
                  <a:pt x="1918" y="22989"/>
                </a:cubicBezTo>
                <a:cubicBezTo>
                  <a:pt x="2486" y="22434"/>
                  <a:pt x="3128" y="22211"/>
                  <a:pt x="3799" y="22113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00;p29">
            <a:extLst>
              <a:ext uri="{FF2B5EF4-FFF2-40B4-BE49-F238E27FC236}">
                <a16:creationId xmlns:a16="http://schemas.microsoft.com/office/drawing/2014/main" id="{A91D641D-49A1-4907-04BA-0594792829FE}"/>
              </a:ext>
            </a:extLst>
          </p:cNvPr>
          <p:cNvSpPr/>
          <p:nvPr/>
        </p:nvSpPr>
        <p:spPr>
          <a:xfrm rot="1075527">
            <a:off x="9842658" y="673195"/>
            <a:ext cx="1529392" cy="738988"/>
          </a:xfrm>
          <a:custGeom>
            <a:avLst/>
            <a:gdLst/>
            <a:ahLst/>
            <a:cxnLst/>
            <a:rect l="l" t="t" r="r" b="b"/>
            <a:pathLst>
              <a:path w="58711" h="28366" extrusionOk="0">
                <a:moveTo>
                  <a:pt x="3799" y="22113"/>
                </a:moveTo>
                <a:cubicBezTo>
                  <a:pt x="4963" y="21941"/>
                  <a:pt x="6213" y="22146"/>
                  <a:pt x="7318" y="21651"/>
                </a:cubicBezTo>
                <a:cubicBezTo>
                  <a:pt x="9609" y="20628"/>
                  <a:pt x="8968" y="16584"/>
                  <a:pt x="11236" y="15507"/>
                </a:cubicBezTo>
                <a:cubicBezTo>
                  <a:pt x="12138" y="15079"/>
                  <a:pt x="13195" y="15301"/>
                  <a:pt x="14187" y="15404"/>
                </a:cubicBezTo>
                <a:cubicBezTo>
                  <a:pt x="15181" y="15507"/>
                  <a:pt x="16346" y="15403"/>
                  <a:pt x="16919" y="14585"/>
                </a:cubicBezTo>
                <a:cubicBezTo>
                  <a:pt x="17763" y="13382"/>
                  <a:pt x="16707" y="11603"/>
                  <a:pt x="17362" y="10288"/>
                </a:cubicBezTo>
                <a:cubicBezTo>
                  <a:pt x="17956" y="9097"/>
                  <a:pt x="19593" y="8937"/>
                  <a:pt x="20905" y="9161"/>
                </a:cubicBezTo>
                <a:cubicBezTo>
                  <a:pt x="22217" y="9385"/>
                  <a:pt x="23621" y="9818"/>
                  <a:pt x="24827" y="9254"/>
                </a:cubicBezTo>
                <a:cubicBezTo>
                  <a:pt x="26859" y="8303"/>
                  <a:pt x="26797" y="5433"/>
                  <a:pt x="27839" y="3446"/>
                </a:cubicBezTo>
                <a:cubicBezTo>
                  <a:pt x="29133" y="982"/>
                  <a:pt x="32634" y="1"/>
                  <a:pt x="35020" y="1433"/>
                </a:cubicBezTo>
                <a:cubicBezTo>
                  <a:pt x="36793" y="2498"/>
                  <a:pt x="37897" y="4607"/>
                  <a:pt x="39875" y="5214"/>
                </a:cubicBezTo>
                <a:cubicBezTo>
                  <a:pt x="42278" y="5952"/>
                  <a:pt x="44573" y="4258"/>
                  <a:pt x="46725" y="3466"/>
                </a:cubicBezTo>
                <a:cubicBezTo>
                  <a:pt x="49536" y="2432"/>
                  <a:pt x="51912" y="3440"/>
                  <a:pt x="54169" y="5317"/>
                </a:cubicBezTo>
                <a:cubicBezTo>
                  <a:pt x="55994" y="6835"/>
                  <a:pt x="57364" y="8815"/>
                  <a:pt x="58710" y="10768"/>
                </a:cubicBezTo>
                <a:cubicBezTo>
                  <a:pt x="58305" y="10181"/>
                  <a:pt x="44959" y="15379"/>
                  <a:pt x="43558" y="15853"/>
                </a:cubicBezTo>
                <a:cubicBezTo>
                  <a:pt x="38402" y="17590"/>
                  <a:pt x="33239" y="19311"/>
                  <a:pt x="28042" y="20923"/>
                </a:cubicBezTo>
                <a:cubicBezTo>
                  <a:pt x="19058" y="23711"/>
                  <a:pt x="9956" y="26618"/>
                  <a:pt x="652" y="28251"/>
                </a:cubicBezTo>
                <a:cubicBezTo>
                  <a:pt x="0" y="28366"/>
                  <a:pt x="1321" y="23570"/>
                  <a:pt x="1918" y="22989"/>
                </a:cubicBezTo>
                <a:cubicBezTo>
                  <a:pt x="2486" y="22434"/>
                  <a:pt x="3128" y="22211"/>
                  <a:pt x="3799" y="22113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19993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1335</Words>
  <Application>Microsoft Office PowerPoint</Application>
  <PresentationFormat>Layar Lebar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7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17</vt:i4>
      </vt:variant>
    </vt:vector>
  </HeadingPairs>
  <TitlesOfParts>
    <vt:vector size="25" baseType="lpstr">
      <vt:lpstr>Arial</vt:lpstr>
      <vt:lpstr>Arima</vt:lpstr>
      <vt:lpstr>Calibri</vt:lpstr>
      <vt:lpstr>Calibri Light</vt:lpstr>
      <vt:lpstr>Montserrat</vt:lpstr>
      <vt:lpstr>Montserrat Medium</vt:lpstr>
      <vt:lpstr>Times New Roman</vt:lpstr>
      <vt:lpstr>Tema Office</vt:lpstr>
      <vt:lpstr>Pulau </vt:lpstr>
      <vt:lpstr>Pulau 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Pulau </dc:title>
  <dc:creator>Muhandis Lawdza'i Putra Sanjaya</dc:creator>
  <cp:lastModifiedBy>Muhandis Lawdza'i Putra Sanjaya</cp:lastModifiedBy>
  <cp:revision>1</cp:revision>
  <dcterms:created xsi:type="dcterms:W3CDTF">2023-12-18T08:46:12Z</dcterms:created>
  <dcterms:modified xsi:type="dcterms:W3CDTF">2023-12-18T11:01:10Z</dcterms:modified>
</cp:coreProperties>
</file>